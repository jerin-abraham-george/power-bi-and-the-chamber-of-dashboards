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44C"/>
    <a:srgbClr val="00529C"/>
    <a:srgbClr val="F16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4892D-B8E4-4859-96E5-C6A9D256158C}" v="80" dt="2025-05-11T20:27:30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in Abraham George" userId="aa112415745e1640" providerId="LiveId" clId="{4C54892D-B8E4-4859-96E5-C6A9D256158C}"/>
    <pc:docChg chg="undo redo custSel addSld modSld">
      <pc:chgData name="Jerin Abraham George" userId="aa112415745e1640" providerId="LiveId" clId="{4C54892D-B8E4-4859-96E5-C6A9D256158C}" dt="2025-05-11T20:53:35.813" v="1441" actId="20577"/>
      <pc:docMkLst>
        <pc:docMk/>
      </pc:docMkLst>
      <pc:sldChg chg="addSp delSp modSp new mod setBg">
        <pc:chgData name="Jerin Abraham George" userId="aa112415745e1640" providerId="LiveId" clId="{4C54892D-B8E4-4859-96E5-C6A9D256158C}" dt="2025-05-11T20:27:37.183" v="1440" actId="207"/>
        <pc:sldMkLst>
          <pc:docMk/>
          <pc:sldMk cId="2011002903" sldId="256"/>
        </pc:sldMkLst>
        <pc:spChg chg="mod">
          <ac:chgData name="Jerin Abraham George" userId="aa112415745e1640" providerId="LiveId" clId="{4C54892D-B8E4-4859-96E5-C6A9D256158C}" dt="2025-05-10T12:50:42.683" v="917"/>
          <ac:spMkLst>
            <pc:docMk/>
            <pc:sldMk cId="2011002903" sldId="256"/>
            <ac:spMk id="3" creationId="{3A4E9951-F45C-F5E6-1D41-B9CB84DD69D4}"/>
          </ac:spMkLst>
        </pc:spChg>
        <pc:spChg chg="mod">
          <ac:chgData name="Jerin Abraham George" userId="aa112415745e1640" providerId="LiveId" clId="{4C54892D-B8E4-4859-96E5-C6A9D256158C}" dt="2025-05-10T12:50:42.683" v="917"/>
          <ac:spMkLst>
            <pc:docMk/>
            <pc:sldMk cId="2011002903" sldId="256"/>
            <ac:spMk id="4" creationId="{FD3D4C5D-DB16-A0D0-A7BA-C8C7C3026416}"/>
          </ac:spMkLst>
        </pc:spChg>
        <pc:spChg chg="add mod">
          <ac:chgData name="Jerin Abraham George" userId="aa112415745e1640" providerId="LiveId" clId="{4C54892D-B8E4-4859-96E5-C6A9D256158C}" dt="2025-05-09T16:51:44.911" v="15" actId="113"/>
          <ac:spMkLst>
            <pc:docMk/>
            <pc:sldMk cId="2011002903" sldId="256"/>
            <ac:spMk id="7" creationId="{C291DF0F-6E31-5511-EAA0-7D4206D51300}"/>
          </ac:spMkLst>
        </pc:spChg>
        <pc:spChg chg="add mod">
          <ac:chgData name="Jerin Abraham George" userId="aa112415745e1640" providerId="LiveId" clId="{4C54892D-B8E4-4859-96E5-C6A9D256158C}" dt="2025-05-09T16:55:13.782" v="16" actId="16037"/>
          <ac:spMkLst>
            <pc:docMk/>
            <pc:sldMk cId="2011002903" sldId="256"/>
            <ac:spMk id="8" creationId="{E5924A2B-C9A3-FB5F-1DDE-E9D3236DAD1F}"/>
          </ac:spMkLst>
        </pc:spChg>
        <pc:spChg chg="add del mod">
          <ac:chgData name="Jerin Abraham George" userId="aa112415745e1640" providerId="LiveId" clId="{4C54892D-B8E4-4859-96E5-C6A9D256158C}" dt="2025-05-11T12:31:25.972" v="969" actId="478"/>
          <ac:spMkLst>
            <pc:docMk/>
            <pc:sldMk cId="2011002903" sldId="256"/>
            <ac:spMk id="14" creationId="{AB855C1A-6AB6-6293-5758-F0F0CE178C68}"/>
          </ac:spMkLst>
        </pc:spChg>
        <pc:spChg chg="add del mod">
          <ac:chgData name="Jerin Abraham George" userId="aa112415745e1640" providerId="LiveId" clId="{4C54892D-B8E4-4859-96E5-C6A9D256158C}" dt="2025-05-11T12:31:26.643" v="970" actId="478"/>
          <ac:spMkLst>
            <pc:docMk/>
            <pc:sldMk cId="2011002903" sldId="256"/>
            <ac:spMk id="17" creationId="{91BE6645-AB04-2EA0-9B58-0D0BBFBB1292}"/>
          </ac:spMkLst>
        </pc:spChg>
        <pc:spChg chg="mod">
          <ac:chgData name="Jerin Abraham George" userId="aa112415745e1640" providerId="LiveId" clId="{4C54892D-B8E4-4859-96E5-C6A9D256158C}" dt="2025-05-11T12:28:16.306" v="957" actId="208"/>
          <ac:spMkLst>
            <pc:docMk/>
            <pc:sldMk cId="2011002903" sldId="256"/>
            <ac:spMk id="19" creationId="{8C7DE355-F4D3-6A8F-984A-2629D99D09F1}"/>
          </ac:spMkLst>
        </pc:spChg>
        <pc:spChg chg="mod">
          <ac:chgData name="Jerin Abraham George" userId="aa112415745e1640" providerId="LiveId" clId="{4C54892D-B8E4-4859-96E5-C6A9D256158C}" dt="2025-05-11T12:28:16.306" v="957" actId="208"/>
          <ac:spMkLst>
            <pc:docMk/>
            <pc:sldMk cId="2011002903" sldId="256"/>
            <ac:spMk id="20" creationId="{5BF71AC5-1115-2406-98AD-22495A76CABD}"/>
          </ac:spMkLst>
        </pc:spChg>
        <pc:spChg chg="mod">
          <ac:chgData name="Jerin Abraham George" userId="aa112415745e1640" providerId="LiveId" clId="{4C54892D-B8E4-4859-96E5-C6A9D256158C}" dt="2025-05-11T12:28:08.904" v="955" actId="208"/>
          <ac:spMkLst>
            <pc:docMk/>
            <pc:sldMk cId="2011002903" sldId="256"/>
            <ac:spMk id="22" creationId="{02D3351E-E29F-4481-8D28-76BC650080FE}"/>
          </ac:spMkLst>
        </pc:spChg>
        <pc:spChg chg="mod">
          <ac:chgData name="Jerin Abraham George" userId="aa112415745e1640" providerId="LiveId" clId="{4C54892D-B8E4-4859-96E5-C6A9D256158C}" dt="2025-05-11T12:28:08.904" v="955" actId="208"/>
          <ac:spMkLst>
            <pc:docMk/>
            <pc:sldMk cId="2011002903" sldId="256"/>
            <ac:spMk id="23" creationId="{1979BFAC-7C26-52DC-6524-0E50706315A0}"/>
          </ac:spMkLst>
        </pc:spChg>
        <pc:spChg chg="add del mod">
          <ac:chgData name="Jerin Abraham George" userId="aa112415745e1640" providerId="LiveId" clId="{4C54892D-B8E4-4859-96E5-C6A9D256158C}" dt="2025-05-11T12:28:45.718" v="960" actId="478"/>
          <ac:spMkLst>
            <pc:docMk/>
            <pc:sldMk cId="2011002903" sldId="256"/>
            <ac:spMk id="24" creationId="{FEE305FC-E61D-E282-A8B0-9E97AC594BEF}"/>
          </ac:spMkLst>
        </pc:spChg>
        <pc:spChg chg="add del mod">
          <ac:chgData name="Jerin Abraham George" userId="aa112415745e1640" providerId="LiveId" clId="{4C54892D-B8E4-4859-96E5-C6A9D256158C}" dt="2025-05-11T12:31:25.004" v="968" actId="478"/>
          <ac:spMkLst>
            <pc:docMk/>
            <pc:sldMk cId="2011002903" sldId="256"/>
            <ac:spMk id="25" creationId="{1C1845BC-972F-E554-E3A7-4C2DDE438AF5}"/>
          </ac:spMkLst>
        </pc:spChg>
        <pc:grpChg chg="add mod">
          <ac:chgData name="Jerin Abraham George" userId="aa112415745e1640" providerId="LiveId" clId="{4C54892D-B8E4-4859-96E5-C6A9D256158C}" dt="2025-05-11T12:26:38.388" v="941" actId="1076"/>
          <ac:grpSpMkLst>
            <pc:docMk/>
            <pc:sldMk cId="2011002903" sldId="256"/>
            <ac:grpSpMk id="2" creationId="{1921D7C1-28CC-AA9E-7C1A-508D9A817757}"/>
          </ac:grpSpMkLst>
        </pc:grpChg>
        <pc:grpChg chg="add del mod">
          <ac:chgData name="Jerin Abraham George" userId="aa112415745e1640" providerId="LiveId" clId="{4C54892D-B8E4-4859-96E5-C6A9D256158C}" dt="2025-05-11T12:31:35.997" v="973" actId="478"/>
          <ac:grpSpMkLst>
            <pc:docMk/>
            <pc:sldMk cId="2011002903" sldId="256"/>
            <ac:grpSpMk id="18" creationId="{29866948-0D27-D3C2-2605-6856C8916FEB}"/>
          </ac:grpSpMkLst>
        </pc:grpChg>
        <pc:grpChg chg="add del mod">
          <ac:chgData name="Jerin Abraham George" userId="aa112415745e1640" providerId="LiveId" clId="{4C54892D-B8E4-4859-96E5-C6A9D256158C}" dt="2025-05-11T12:31:34.973" v="972" actId="478"/>
          <ac:grpSpMkLst>
            <pc:docMk/>
            <pc:sldMk cId="2011002903" sldId="256"/>
            <ac:grpSpMk id="21" creationId="{C245A47E-58B1-7F4B-29B1-CC904FB2E1D4}"/>
          </ac:grpSpMkLst>
        </pc:grpChg>
        <pc:grpChg chg="mod">
          <ac:chgData name="Jerin Abraham George" userId="aa112415745e1640" providerId="LiveId" clId="{4C54892D-B8E4-4859-96E5-C6A9D256158C}" dt="2025-05-11T12:26:37.089" v="940" actId="1076"/>
          <ac:grpSpMkLst>
            <pc:docMk/>
            <pc:sldMk cId="2011002903" sldId="256"/>
            <ac:grpSpMk id="49" creationId="{CD53A483-61B4-8FA5-F0DB-B5B73441A203}"/>
          </ac:grpSpMkLst>
        </pc:grpChg>
        <pc:grpChg chg="mod">
          <ac:chgData name="Jerin Abraham George" userId="aa112415745e1640" providerId="LiveId" clId="{4C54892D-B8E4-4859-96E5-C6A9D256158C}" dt="2025-05-11T12:26:35.980" v="939" actId="1076"/>
          <ac:grpSpMkLst>
            <pc:docMk/>
            <pc:sldMk cId="2011002903" sldId="256"/>
            <ac:grpSpMk id="53" creationId="{B4AFBECF-CD9E-FEFD-31EA-5DDD3329CA96}"/>
          </ac:grpSpMkLst>
        </pc:grpChg>
        <pc:picChg chg="del mod">
          <ac:chgData name="Jerin Abraham George" userId="aa112415745e1640" providerId="LiveId" clId="{4C54892D-B8E4-4859-96E5-C6A9D256158C}" dt="2025-05-10T12:50:49.043" v="920" actId="478"/>
          <ac:picMkLst>
            <pc:docMk/>
            <pc:sldMk cId="2011002903" sldId="256"/>
            <ac:picMk id="5" creationId="{02F6B684-2166-324D-5450-E24DED94E5FB}"/>
          </ac:picMkLst>
        </pc:picChg>
        <pc:picChg chg="add mod">
          <ac:chgData name="Jerin Abraham George" userId="aa112415745e1640" providerId="LiveId" clId="{4C54892D-B8E4-4859-96E5-C6A9D256158C}" dt="2025-05-11T12:34:57.693" v="979" actId="1076"/>
          <ac:picMkLst>
            <pc:docMk/>
            <pc:sldMk cId="2011002903" sldId="256"/>
            <ac:picMk id="5" creationId="{85837000-6095-59A8-64F0-0C8F95219CB7}"/>
          </ac:picMkLst>
        </pc:picChg>
        <pc:picChg chg="add mod">
          <ac:chgData name="Jerin Abraham George" userId="aa112415745e1640" providerId="LiveId" clId="{4C54892D-B8E4-4859-96E5-C6A9D256158C}" dt="2025-05-09T16:49:55.622" v="7" actId="14100"/>
          <ac:picMkLst>
            <pc:docMk/>
            <pc:sldMk cId="2011002903" sldId="256"/>
            <ac:picMk id="6" creationId="{3887AE03-D689-E49F-F3D7-0AAD42E57ABD}"/>
          </ac:picMkLst>
        </pc:picChg>
        <pc:picChg chg="add mod">
          <ac:chgData name="Jerin Abraham George" userId="aa112415745e1640" providerId="LiveId" clId="{4C54892D-B8E4-4859-96E5-C6A9D256158C}" dt="2025-05-11T12:27:07.866" v="946" actId="207"/>
          <ac:picMkLst>
            <pc:docMk/>
            <pc:sldMk cId="2011002903" sldId="256"/>
            <ac:picMk id="9" creationId="{83D24F62-7A66-8795-CF23-039C186E7FF7}"/>
          </ac:picMkLst>
        </pc:picChg>
        <pc:picChg chg="add mod">
          <ac:chgData name="Jerin Abraham George" userId="aa112415745e1640" providerId="LiveId" clId="{4C54892D-B8E4-4859-96E5-C6A9D256158C}" dt="2025-05-11T12:34:51.935" v="978" actId="1076"/>
          <ac:picMkLst>
            <pc:docMk/>
            <pc:sldMk cId="2011002903" sldId="256"/>
            <ac:picMk id="10" creationId="{8CF233D8-FE44-82CB-9A19-70F9DC38FAF5}"/>
          </ac:picMkLst>
        </pc:picChg>
        <pc:picChg chg="add mod">
          <ac:chgData name="Jerin Abraham George" userId="aa112415745e1640" providerId="LiveId" clId="{4C54892D-B8E4-4859-96E5-C6A9D256158C}" dt="2025-05-11T12:34:57.693" v="979" actId="1076"/>
          <ac:picMkLst>
            <pc:docMk/>
            <pc:sldMk cId="2011002903" sldId="256"/>
            <ac:picMk id="11" creationId="{CB66993D-CADA-46CC-6C92-59D66272B4E9}"/>
          </ac:picMkLst>
        </pc:picChg>
        <pc:picChg chg="add mod">
          <ac:chgData name="Jerin Abraham George" userId="aa112415745e1640" providerId="LiveId" clId="{4C54892D-B8E4-4859-96E5-C6A9D256158C}" dt="2025-05-11T12:26:55.032" v="945" actId="207"/>
          <ac:picMkLst>
            <pc:docMk/>
            <pc:sldMk cId="2011002903" sldId="256"/>
            <ac:picMk id="12" creationId="{9A1A6161-4056-BA59-2930-BEF19EFE6CC6}"/>
          </ac:picMkLst>
        </pc:picChg>
        <pc:picChg chg="add mod">
          <ac:chgData name="Jerin Abraham George" userId="aa112415745e1640" providerId="LiveId" clId="{4C54892D-B8E4-4859-96E5-C6A9D256158C}" dt="2025-05-11T12:27:07.866" v="946" actId="207"/>
          <ac:picMkLst>
            <pc:docMk/>
            <pc:sldMk cId="2011002903" sldId="256"/>
            <ac:picMk id="13" creationId="{CCBDF0F4-6689-04C8-A502-8DAD97FD6B0A}"/>
          </ac:picMkLst>
        </pc:picChg>
        <pc:picChg chg="add mod">
          <ac:chgData name="Jerin Abraham George" userId="aa112415745e1640" providerId="LiveId" clId="{4C54892D-B8E4-4859-96E5-C6A9D256158C}" dt="2025-05-11T20:27:37.183" v="1440" actId="207"/>
          <ac:picMkLst>
            <pc:docMk/>
            <pc:sldMk cId="2011002903" sldId="256"/>
            <ac:picMk id="14" creationId="{7C47AD9C-6571-5042-88A3-A373F623EFCD}"/>
          </ac:picMkLst>
        </pc:picChg>
        <pc:picChg chg="add mod">
          <ac:chgData name="Jerin Abraham George" userId="aa112415745e1640" providerId="LiveId" clId="{4C54892D-B8E4-4859-96E5-C6A9D256158C}" dt="2025-05-11T12:34:51.935" v="978" actId="1076"/>
          <ac:picMkLst>
            <pc:docMk/>
            <pc:sldMk cId="2011002903" sldId="256"/>
            <ac:picMk id="15" creationId="{2AC2BC6F-9B63-3054-2611-84D67AA880A5}"/>
          </ac:picMkLst>
        </pc:picChg>
        <pc:picChg chg="add mod">
          <ac:chgData name="Jerin Abraham George" userId="aa112415745e1640" providerId="LiveId" clId="{4C54892D-B8E4-4859-96E5-C6A9D256158C}" dt="2025-05-11T12:26:55.032" v="945" actId="207"/>
          <ac:picMkLst>
            <pc:docMk/>
            <pc:sldMk cId="2011002903" sldId="256"/>
            <ac:picMk id="16" creationId="{DF745B9C-F24B-924D-AAB5-47443E7FE85C}"/>
          </ac:picMkLst>
        </pc:picChg>
        <pc:picChg chg="add mod">
          <ac:chgData name="Jerin Abraham George" userId="aa112415745e1640" providerId="LiveId" clId="{4C54892D-B8E4-4859-96E5-C6A9D256158C}" dt="2025-05-11T20:27:37.183" v="1440" actId="207"/>
          <ac:picMkLst>
            <pc:docMk/>
            <pc:sldMk cId="2011002903" sldId="256"/>
            <ac:picMk id="17" creationId="{EC3CE038-02AF-9EDD-6F51-5B45937F74C2}"/>
          </ac:picMkLst>
        </pc:picChg>
        <pc:picChg chg="add mod">
          <ac:chgData name="Jerin Abraham George" userId="aa112415745e1640" providerId="LiveId" clId="{4C54892D-B8E4-4859-96E5-C6A9D256158C}" dt="2025-05-11T20:27:37.183" v="1440" actId="207"/>
          <ac:picMkLst>
            <pc:docMk/>
            <pc:sldMk cId="2011002903" sldId="256"/>
            <ac:picMk id="18" creationId="{55418188-46CF-F2F9-1600-B8F823D84C16}"/>
          </ac:picMkLst>
        </pc:picChg>
        <pc:picChg chg="add mod">
          <ac:chgData name="Jerin Abraham George" userId="aa112415745e1640" providerId="LiveId" clId="{4C54892D-B8E4-4859-96E5-C6A9D256158C}" dt="2025-05-11T20:27:37.183" v="1440" actId="207"/>
          <ac:picMkLst>
            <pc:docMk/>
            <pc:sldMk cId="2011002903" sldId="256"/>
            <ac:picMk id="19" creationId="{1F555777-B25C-D7AD-F0C4-E9CD807D1382}"/>
          </ac:picMkLst>
        </pc:picChg>
        <pc:picChg chg="add mod">
          <ac:chgData name="Jerin Abraham George" userId="aa112415745e1640" providerId="LiveId" clId="{4C54892D-B8E4-4859-96E5-C6A9D256158C}" dt="2025-05-11T12:34:51.935" v="978" actId="1076"/>
          <ac:picMkLst>
            <pc:docMk/>
            <pc:sldMk cId="2011002903" sldId="256"/>
            <ac:picMk id="27" creationId="{988CDE49-28E4-279D-62BA-54D3A1EF23B5}"/>
          </ac:picMkLst>
        </pc:picChg>
        <pc:picChg chg="add mod">
          <ac:chgData name="Jerin Abraham George" userId="aa112415745e1640" providerId="LiveId" clId="{4C54892D-B8E4-4859-96E5-C6A9D256158C}" dt="2025-05-11T12:34:51.935" v="978" actId="1076"/>
          <ac:picMkLst>
            <pc:docMk/>
            <pc:sldMk cId="2011002903" sldId="256"/>
            <ac:picMk id="28" creationId="{37578AA6-915F-7105-61DD-ADA8B25A19AD}"/>
          </ac:picMkLst>
        </pc:picChg>
      </pc:sldChg>
      <pc:sldChg chg="addSp delSp modSp new mod setBg">
        <pc:chgData name="Jerin Abraham George" userId="aa112415745e1640" providerId="LiveId" clId="{4C54892D-B8E4-4859-96E5-C6A9D256158C}" dt="2025-05-11T12:26:32.930" v="938" actId="21"/>
        <pc:sldMkLst>
          <pc:docMk/>
          <pc:sldMk cId="3742491020" sldId="257"/>
        </pc:sldMkLst>
        <pc:spChg chg="mod">
          <ac:chgData name="Jerin Abraham George" userId="aa112415745e1640" providerId="LiveId" clId="{4C54892D-B8E4-4859-96E5-C6A9D256158C}" dt="2025-05-09T17:19:00.018" v="664" actId="207"/>
          <ac:spMkLst>
            <pc:docMk/>
            <pc:sldMk cId="3742491020" sldId="257"/>
            <ac:spMk id="7" creationId="{ACCDBF24-A645-4475-77C4-87A877F3B86B}"/>
          </ac:spMkLst>
        </pc:spChg>
        <pc:spChg chg="add mod">
          <ac:chgData name="Jerin Abraham George" userId="aa112415745e1640" providerId="LiveId" clId="{4C54892D-B8E4-4859-96E5-C6A9D256158C}" dt="2025-05-09T17:19:04.185" v="665" actId="207"/>
          <ac:spMkLst>
            <pc:docMk/>
            <pc:sldMk cId="3742491020" sldId="257"/>
            <ac:spMk id="8" creationId="{F663C43D-71EA-C6B5-3E27-5F752AB04E63}"/>
          </ac:spMkLst>
        </pc:spChg>
        <pc:spChg chg="add mod">
          <ac:chgData name="Jerin Abraham George" userId="aa112415745e1640" providerId="LiveId" clId="{4C54892D-B8E4-4859-96E5-C6A9D256158C}" dt="2025-05-09T17:47:58.604" v="916" actId="947"/>
          <ac:spMkLst>
            <pc:docMk/>
            <pc:sldMk cId="3742491020" sldId="257"/>
            <ac:spMk id="9" creationId="{273D13C7-BD7B-0A0C-4F6E-0588485CBD94}"/>
          </ac:spMkLst>
        </pc:spChg>
        <pc:spChg chg="add del mod">
          <ac:chgData name="Jerin Abraham George" userId="aa112415745e1640" providerId="LiveId" clId="{4C54892D-B8E4-4859-96E5-C6A9D256158C}" dt="2025-05-11T12:26:32.930" v="938" actId="21"/>
          <ac:spMkLst>
            <pc:docMk/>
            <pc:sldMk cId="3742491020" sldId="257"/>
            <ac:spMk id="14" creationId="{AB855C1A-6AB6-6293-5758-F0F0CE178C68}"/>
          </ac:spMkLst>
        </pc:spChg>
        <pc:spChg chg="mod">
          <ac:chgData name="Jerin Abraham George" userId="aa112415745e1640" providerId="LiveId" clId="{4C54892D-B8E4-4859-96E5-C6A9D256158C}" dt="2025-05-09T17:23:54.106" v="878" actId="164"/>
          <ac:spMkLst>
            <pc:docMk/>
            <pc:sldMk cId="3742491020" sldId="257"/>
            <ac:spMk id="15" creationId="{249BD56E-751F-086E-D53B-ECDEE4766D0E}"/>
          </ac:spMkLst>
        </pc:spChg>
        <pc:spChg chg="mod">
          <ac:chgData name="Jerin Abraham George" userId="aa112415745e1640" providerId="LiveId" clId="{4C54892D-B8E4-4859-96E5-C6A9D256158C}" dt="2025-05-09T17:23:54.106" v="878" actId="164"/>
          <ac:spMkLst>
            <pc:docMk/>
            <pc:sldMk cId="3742491020" sldId="257"/>
            <ac:spMk id="19" creationId="{03EF4B5F-8D55-E2FB-AF68-BEEDEF30155C}"/>
          </ac:spMkLst>
        </pc:spChg>
        <pc:grpChg chg="add mod">
          <ac:chgData name="Jerin Abraham George" userId="aa112415745e1640" providerId="LiveId" clId="{4C54892D-B8E4-4859-96E5-C6A9D256158C}" dt="2025-05-09T17:24:45.956" v="890" actId="1076"/>
          <ac:grpSpMkLst>
            <pc:docMk/>
            <pc:sldMk cId="3742491020" sldId="257"/>
            <ac:grpSpMk id="20" creationId="{E10DFF9A-4987-4F42-6B30-7C4716595537}"/>
          </ac:grpSpMkLst>
        </pc:grpChg>
        <pc:picChg chg="add del mod">
          <ac:chgData name="Jerin Abraham George" userId="aa112415745e1640" providerId="LiveId" clId="{4C54892D-B8E4-4859-96E5-C6A9D256158C}" dt="2025-05-11T12:26:32.930" v="938" actId="21"/>
          <ac:picMkLst>
            <pc:docMk/>
            <pc:sldMk cId="3742491020" sldId="257"/>
            <ac:picMk id="3" creationId="{85837000-6095-59A8-64F0-0C8F95219CB7}"/>
          </ac:picMkLst>
        </pc:picChg>
        <pc:picChg chg="add del mod">
          <ac:chgData name="Jerin Abraham George" userId="aa112415745e1640" providerId="LiveId" clId="{4C54892D-B8E4-4859-96E5-C6A9D256158C}" dt="2025-05-11T12:26:32.930" v="938" actId="21"/>
          <ac:picMkLst>
            <pc:docMk/>
            <pc:sldMk cId="3742491020" sldId="257"/>
            <ac:picMk id="5" creationId="{83D24F62-7A66-8795-CF23-039C186E7FF7}"/>
          </ac:picMkLst>
        </pc:picChg>
        <pc:picChg chg="add del mod">
          <ac:chgData name="Jerin Abraham George" userId="aa112415745e1640" providerId="LiveId" clId="{4C54892D-B8E4-4859-96E5-C6A9D256158C}" dt="2025-05-11T12:26:32.930" v="938" actId="21"/>
          <ac:picMkLst>
            <pc:docMk/>
            <pc:sldMk cId="3742491020" sldId="257"/>
            <ac:picMk id="10" creationId="{8CF233D8-FE44-82CB-9A19-70F9DC38FAF5}"/>
          </ac:picMkLst>
        </pc:picChg>
        <pc:picChg chg="add mod ord">
          <ac:chgData name="Jerin Abraham George" userId="aa112415745e1640" providerId="LiveId" clId="{4C54892D-B8E4-4859-96E5-C6A9D256158C}" dt="2025-05-09T17:24:38.090" v="889" actId="1035"/>
          <ac:picMkLst>
            <pc:docMk/>
            <pc:sldMk cId="3742491020" sldId="257"/>
            <ac:picMk id="11" creationId="{BF5B24BB-CEBB-FED3-2EBE-9A70B6FCC3EB}"/>
          </ac:picMkLst>
        </pc:picChg>
        <pc:picChg chg="add del mod">
          <ac:chgData name="Jerin Abraham George" userId="aa112415745e1640" providerId="LiveId" clId="{4C54892D-B8E4-4859-96E5-C6A9D256158C}" dt="2025-05-11T12:26:32.930" v="938" actId="21"/>
          <ac:picMkLst>
            <pc:docMk/>
            <pc:sldMk cId="3742491020" sldId="257"/>
            <ac:picMk id="13" creationId="{CCBDF0F4-6689-04C8-A502-8DAD97FD6B0A}"/>
          </ac:picMkLst>
        </pc:picChg>
      </pc:sldChg>
      <pc:sldChg chg="addSp delSp modSp add mod">
        <pc:chgData name="Jerin Abraham George" userId="aa112415745e1640" providerId="LiveId" clId="{4C54892D-B8E4-4859-96E5-C6A9D256158C}" dt="2025-05-11T20:53:35.813" v="1441" actId="20577"/>
        <pc:sldMkLst>
          <pc:docMk/>
          <pc:sldMk cId="1663841623" sldId="258"/>
        </pc:sldMkLst>
        <pc:spChg chg="add mod ord">
          <ac:chgData name="Jerin Abraham George" userId="aa112415745e1640" providerId="LiveId" clId="{4C54892D-B8E4-4859-96E5-C6A9D256158C}" dt="2025-05-11T20:20:39.309" v="1042" actId="167"/>
          <ac:spMkLst>
            <pc:docMk/>
            <pc:sldMk cId="1663841623" sldId="258"/>
            <ac:spMk id="2" creationId="{E34E7339-48D8-D81D-29C1-712CFBCFF0C1}"/>
          </ac:spMkLst>
        </pc:spChg>
        <pc:spChg chg="add mod ord">
          <ac:chgData name="Jerin Abraham George" userId="aa112415745e1640" providerId="LiveId" clId="{4C54892D-B8E4-4859-96E5-C6A9D256158C}" dt="2025-05-11T20:53:35.813" v="1441" actId="20577"/>
          <ac:spMkLst>
            <pc:docMk/>
            <pc:sldMk cId="1663841623" sldId="258"/>
            <ac:spMk id="3" creationId="{4061C6A8-557C-0CA8-D08E-92B30D29D9F7}"/>
          </ac:spMkLst>
        </pc:spChg>
        <pc:picChg chg="add del mod">
          <ac:chgData name="Jerin Abraham George" userId="aa112415745e1640" providerId="LiveId" clId="{4C54892D-B8E4-4859-96E5-C6A9D256158C}" dt="2025-05-11T20:07:53.061" v="987" actId="478"/>
          <ac:picMkLst>
            <pc:docMk/>
            <pc:sldMk cId="1663841623" sldId="258"/>
            <ac:picMk id="1026" creationId="{F49B5633-0757-E0CC-A2C3-6F0BE3780B6C}"/>
          </ac:picMkLst>
        </pc:picChg>
        <pc:picChg chg="add del mod">
          <ac:chgData name="Jerin Abraham George" userId="aa112415745e1640" providerId="LiveId" clId="{4C54892D-B8E4-4859-96E5-C6A9D256158C}" dt="2025-05-11T20:08:24.437" v="994" actId="478"/>
          <ac:picMkLst>
            <pc:docMk/>
            <pc:sldMk cId="1663841623" sldId="258"/>
            <ac:picMk id="1028" creationId="{97967CE3-B6EE-8B41-26A9-48652BD780BA}"/>
          </ac:picMkLst>
        </pc:picChg>
        <pc:picChg chg="add del mod">
          <ac:chgData name="Jerin Abraham George" userId="aa112415745e1640" providerId="LiveId" clId="{4C54892D-B8E4-4859-96E5-C6A9D256158C}" dt="2025-05-11T20:09:52.095" v="997" actId="478"/>
          <ac:picMkLst>
            <pc:docMk/>
            <pc:sldMk cId="1663841623" sldId="258"/>
            <ac:picMk id="1030" creationId="{EACE8D36-1F78-689A-4FEE-429BFD8EE13D}"/>
          </ac:picMkLst>
        </pc:picChg>
        <pc:picChg chg="add del mod">
          <ac:chgData name="Jerin Abraham George" userId="aa112415745e1640" providerId="LiveId" clId="{4C54892D-B8E4-4859-96E5-C6A9D256158C}" dt="2025-05-11T20:14:55.772" v="1014" actId="478"/>
          <ac:picMkLst>
            <pc:docMk/>
            <pc:sldMk cId="1663841623" sldId="258"/>
            <ac:picMk id="1032" creationId="{1C891F6E-0DEF-2DF8-685C-73527102BE2A}"/>
          </ac:picMkLst>
        </pc:picChg>
        <pc:picChg chg="add del mod">
          <ac:chgData name="Jerin Abraham George" userId="aa112415745e1640" providerId="LiveId" clId="{4C54892D-B8E4-4859-96E5-C6A9D256158C}" dt="2025-05-11T20:17:23.146" v="1022" actId="478"/>
          <ac:picMkLst>
            <pc:docMk/>
            <pc:sldMk cId="1663841623" sldId="258"/>
            <ac:picMk id="1034" creationId="{F892E3CD-B0FB-0384-8978-0CCAF4D85054}"/>
          </ac:picMkLst>
        </pc:picChg>
        <pc:picChg chg="add mod">
          <ac:chgData name="Jerin Abraham George" userId="aa112415745e1640" providerId="LiveId" clId="{4C54892D-B8E4-4859-96E5-C6A9D256158C}" dt="2025-05-11T20:20:33.789" v="1041" actId="167"/>
          <ac:picMkLst>
            <pc:docMk/>
            <pc:sldMk cId="1663841623" sldId="258"/>
            <ac:picMk id="1036" creationId="{A3D120B1-BA17-EEFD-FD32-088A4392E7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9ECF2-B6DA-4C52-876D-1905DF36EB22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8A551-4E40-4A01-87A3-A4534D95D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42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8A551-4E40-4A01-87A3-A4534D95D76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45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5C65-820D-001C-2E6D-914872E8B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2A326-EBD7-972C-90EB-3D3BA53F1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451A7-2B12-6969-B0AB-C51D80AB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9196-F627-18F0-012F-6537BF18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71AA-8F8B-23E0-0D8B-4DA19BE3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9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ABD6-966D-63AA-06E8-D7226FCF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83C1-44AA-2253-68B1-0A549E136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CC9A0-2A7C-581D-3DAF-A2F15164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1D6B8-349E-F919-5277-563D439B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038E-0A63-3AD6-6A1A-90838458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15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1F67-7FE3-0ECB-89DD-9A2337D4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21788-FACB-BFBA-63A9-6C6403425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3AA83-8617-75E9-89D8-109C99FE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D626-6C2D-9088-8350-8036AD32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81CF7-6BF8-14F9-22D7-32D27211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90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624D-0331-C292-5BBA-C2F6472C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3994-ABC7-F76C-8BD7-816F5E87E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C77C6-0348-9E71-4094-851F75F96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BD936-C36C-5387-986B-3C56114B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A5B2E-92F2-4AE2-2292-47F53A5F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977BA-401A-F8E0-7CE7-E25E84C2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8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4C10-3793-1809-3C2C-4232CD19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B022E-329F-D4C2-1F58-7F18D46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89D1E-0291-863C-958D-4A716BC6D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B3765-A7B4-A978-650F-B776B1A68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69FB5-0A2E-F93E-DBAA-B2B694693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837DE-2A96-8B4E-CB02-29A886A2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103C2-AD17-968C-3FCC-6757EDB4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4DA36-52D3-56BC-1404-7D0A9882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95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DBA5-FF28-70F1-5EB1-5034C5C8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49A72-D8AA-BB87-42EA-7F8E41D69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8B6A5-C7F4-C850-E13A-B91C6606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B7A6D-3CC3-D7F6-90DE-70082F1CD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72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E1E30-B437-165C-5C9A-A45FA202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B2396-6754-7689-424B-3A583187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43031-C1A7-A902-E617-16E1BEC43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77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E3C2-8D54-3642-467A-049270281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E7C1E-270F-DC4E-9716-A08E56EA4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324BC-EB50-8502-B187-2E577C489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A950A-9D89-F326-A932-7547F41D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192EE-DEFD-5F7B-31BD-B9A3D9C9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89553-1403-E0BF-7F5A-37E39D1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5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CF898-CB00-54C9-3355-C85F5618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A035D-7EA7-B835-F3E3-2E16CC579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02AAD-4E12-E27C-C205-B57A4AB5F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97483-48A9-6953-5E94-5ABEC95C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66F0B-5413-3BB8-5D3A-239472A5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68659-15D8-29F4-DF62-151158F9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4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A9CF-6631-7509-2EA0-C3274347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0683A-86B8-E49D-BB52-153B099A8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C78A0-4612-DCB9-4B65-757A01C7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ECDA6-E7A4-28F8-4787-30047ADA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F88F2-8BE6-6246-C066-EAA593B1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197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F2114-4C50-9CEF-DA8F-1E20DD650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3D84A-3CAD-99B1-9E23-AC31E9405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55DE3-C875-B9BB-8788-5F41F9EE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69A00-A88B-FAA0-D89D-A9DF06AF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5699C-D766-42D9-5EE7-A54E566D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2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A34FD9-FF24-3881-80D1-A223648E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A26DF-277E-C159-A907-F213594ED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CF922-5C46-4FD7-D388-069AD533D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D3D61-0C92-43ED-A59E-D1ED4CD14D8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B1015-23E6-FF96-5D89-47D4592F2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EAC9F-9888-9AE3-767D-B6C9DD6B3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9CB27-D28B-4177-A109-756A9444F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8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887AE03-D689-E49F-F3D7-0AAD42E57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85" y="42334"/>
            <a:ext cx="4411564" cy="2946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91DF0F-6E31-5511-EAA0-7D4206D51300}"/>
              </a:ext>
            </a:extLst>
          </p:cNvPr>
          <p:cNvSpPr/>
          <p:nvPr/>
        </p:nvSpPr>
        <p:spPr>
          <a:xfrm>
            <a:off x="8415867" y="406400"/>
            <a:ext cx="1701800" cy="719667"/>
          </a:xfrm>
          <a:prstGeom prst="roundRect">
            <a:avLst/>
          </a:prstGeom>
          <a:solidFill>
            <a:srgbClr val="0052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#00529C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924A2B-C9A3-FB5F-1DDE-E9D3236DAD1F}"/>
              </a:ext>
            </a:extLst>
          </p:cNvPr>
          <p:cNvSpPr/>
          <p:nvPr/>
        </p:nvSpPr>
        <p:spPr>
          <a:xfrm>
            <a:off x="8415867" y="1320800"/>
            <a:ext cx="1701800" cy="719667"/>
          </a:xfrm>
          <a:prstGeom prst="roundRect">
            <a:avLst/>
          </a:prstGeom>
          <a:solidFill>
            <a:srgbClr val="E014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#E0144C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21D7C1-28CC-AA9E-7C1A-508D9A817757}"/>
              </a:ext>
            </a:extLst>
          </p:cNvPr>
          <p:cNvGrpSpPr/>
          <p:nvPr/>
        </p:nvGrpSpPr>
        <p:grpSpPr>
          <a:xfrm>
            <a:off x="10221792" y="223359"/>
            <a:ext cx="1869939" cy="1602800"/>
            <a:chOff x="8166775" y="1816516"/>
            <a:chExt cx="800100" cy="68579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A4E9951-F45C-F5E6-1D41-B9CB84DD69D4}"/>
                </a:ext>
              </a:extLst>
            </p:cNvPr>
            <p:cNvSpPr/>
            <p:nvPr/>
          </p:nvSpPr>
          <p:spPr>
            <a:xfrm>
              <a:off x="8166775" y="1816516"/>
              <a:ext cx="800100" cy="417194"/>
            </a:xfrm>
            <a:custGeom>
              <a:avLst/>
              <a:gdLst>
                <a:gd name="connsiteX0" fmla="*/ 400050 w 800100"/>
                <a:gd name="connsiteY0" fmla="*/ 0 h 417194"/>
                <a:gd name="connsiteX1" fmla="*/ 400050 w 800100"/>
                <a:gd name="connsiteY1" fmla="*/ 0 h 417194"/>
                <a:gd name="connsiteX2" fmla="*/ 0 w 800100"/>
                <a:gd name="connsiteY2" fmla="*/ 381000 h 417194"/>
                <a:gd name="connsiteX3" fmla="*/ 42863 w 800100"/>
                <a:gd name="connsiteY3" fmla="*/ 417195 h 417194"/>
                <a:gd name="connsiteX4" fmla="*/ 400050 w 800100"/>
                <a:gd name="connsiteY4" fmla="*/ 78105 h 417194"/>
                <a:gd name="connsiteX5" fmla="*/ 400050 w 800100"/>
                <a:gd name="connsiteY5" fmla="*/ 78105 h 417194"/>
                <a:gd name="connsiteX6" fmla="*/ 757238 w 800100"/>
                <a:gd name="connsiteY6" fmla="*/ 417195 h 417194"/>
                <a:gd name="connsiteX7" fmla="*/ 800100 w 800100"/>
                <a:gd name="connsiteY7" fmla="*/ 381000 h 417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0100" h="417194">
                  <a:moveTo>
                    <a:pt x="400050" y="0"/>
                  </a:moveTo>
                  <a:lnTo>
                    <a:pt x="400050" y="0"/>
                  </a:lnTo>
                  <a:lnTo>
                    <a:pt x="0" y="381000"/>
                  </a:lnTo>
                  <a:lnTo>
                    <a:pt x="42863" y="417195"/>
                  </a:lnTo>
                  <a:lnTo>
                    <a:pt x="400050" y="78105"/>
                  </a:lnTo>
                  <a:lnTo>
                    <a:pt x="400050" y="78105"/>
                  </a:lnTo>
                  <a:lnTo>
                    <a:pt x="757238" y="417195"/>
                  </a:lnTo>
                  <a:lnTo>
                    <a:pt x="800100" y="381000"/>
                  </a:lnTo>
                  <a:close/>
                </a:path>
              </a:pathLst>
            </a:custGeom>
            <a:gradFill flip="none" rotWithShape="1">
              <a:gsLst>
                <a:gs pos="68000">
                  <a:srgbClr val="E0144C"/>
                </a:gs>
                <a:gs pos="33000">
                  <a:srgbClr val="00529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D3D4C5D-DB16-A0D0-A7BA-C8C7C3026416}"/>
                </a:ext>
              </a:extLst>
            </p:cNvPr>
            <p:cNvSpPr/>
            <p:nvPr/>
          </p:nvSpPr>
          <p:spPr>
            <a:xfrm>
              <a:off x="8281074" y="1947960"/>
              <a:ext cx="571500" cy="554355"/>
            </a:xfrm>
            <a:custGeom>
              <a:avLst/>
              <a:gdLst>
                <a:gd name="connsiteX0" fmla="*/ 285750 w 571500"/>
                <a:gd name="connsiteY0" fmla="*/ 0 h 554355"/>
                <a:gd name="connsiteX1" fmla="*/ 571500 w 571500"/>
                <a:gd name="connsiteY1" fmla="*/ 271463 h 554355"/>
                <a:gd name="connsiteX2" fmla="*/ 571500 w 571500"/>
                <a:gd name="connsiteY2" fmla="*/ 554355 h 554355"/>
                <a:gd name="connsiteX3" fmla="*/ 441133 w 571500"/>
                <a:gd name="connsiteY3" fmla="*/ 554355 h 554355"/>
                <a:gd name="connsiteX4" fmla="*/ 342900 w 571500"/>
                <a:gd name="connsiteY4" fmla="*/ 554355 h 554355"/>
                <a:gd name="connsiteX5" fmla="*/ 228600 w 571500"/>
                <a:gd name="connsiteY5" fmla="*/ 554355 h 554355"/>
                <a:gd name="connsiteX6" fmla="*/ 130366 w 571500"/>
                <a:gd name="connsiteY6" fmla="*/ 554355 h 554355"/>
                <a:gd name="connsiteX7" fmla="*/ 0 w 571500"/>
                <a:gd name="connsiteY7" fmla="*/ 554355 h 554355"/>
                <a:gd name="connsiteX8" fmla="*/ 0 w 571500"/>
                <a:gd name="connsiteY8" fmla="*/ 271463 h 55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0" h="554355">
                  <a:moveTo>
                    <a:pt x="285750" y="0"/>
                  </a:moveTo>
                  <a:lnTo>
                    <a:pt x="571500" y="271463"/>
                  </a:lnTo>
                  <a:lnTo>
                    <a:pt x="571500" y="554355"/>
                  </a:lnTo>
                  <a:lnTo>
                    <a:pt x="441133" y="554355"/>
                  </a:lnTo>
                  <a:lnTo>
                    <a:pt x="342900" y="554355"/>
                  </a:lnTo>
                  <a:lnTo>
                    <a:pt x="228600" y="554355"/>
                  </a:lnTo>
                  <a:lnTo>
                    <a:pt x="130366" y="554355"/>
                  </a:lnTo>
                  <a:lnTo>
                    <a:pt x="0" y="554355"/>
                  </a:lnTo>
                  <a:lnTo>
                    <a:pt x="0" y="271463"/>
                  </a:lnTo>
                  <a:close/>
                </a:path>
              </a:pathLst>
            </a:custGeom>
            <a:gradFill flip="none" rotWithShape="1">
              <a:gsLst>
                <a:gs pos="89000">
                  <a:srgbClr val="E0144C"/>
                </a:gs>
                <a:gs pos="33000">
                  <a:srgbClr val="00529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49" name="Google Shape;31;p7">
            <a:extLst>
              <a:ext uri="{FF2B5EF4-FFF2-40B4-BE49-F238E27FC236}">
                <a16:creationId xmlns:a16="http://schemas.microsoft.com/office/drawing/2014/main" id="{CD53A483-61B4-8FA5-F0DB-B5B73441A203}"/>
              </a:ext>
            </a:extLst>
          </p:cNvPr>
          <p:cNvGrpSpPr/>
          <p:nvPr/>
        </p:nvGrpSpPr>
        <p:grpSpPr>
          <a:xfrm>
            <a:off x="4114049" y="32716"/>
            <a:ext cx="1293240" cy="1295598"/>
            <a:chOff x="632185" y="786492"/>
            <a:chExt cx="950766" cy="952499"/>
          </a:xfrm>
          <a:gradFill>
            <a:gsLst>
              <a:gs pos="0">
                <a:srgbClr val="00529C"/>
              </a:gs>
              <a:gs pos="68000">
                <a:srgbClr val="E0144C"/>
              </a:gs>
            </a:gsLst>
            <a:lin ang="0" scaled="1"/>
          </a:gradFill>
        </p:grpSpPr>
        <p:sp>
          <p:nvSpPr>
            <p:cNvPr id="50" name="Google Shape;32;p7">
              <a:extLst>
                <a:ext uri="{FF2B5EF4-FFF2-40B4-BE49-F238E27FC236}">
                  <a16:creationId xmlns:a16="http://schemas.microsoft.com/office/drawing/2014/main" id="{FC1FAB97-FD07-1372-70A7-C44BF1714B9F}"/>
                </a:ext>
              </a:extLst>
            </p:cNvPr>
            <p:cNvSpPr/>
            <p:nvPr/>
          </p:nvSpPr>
          <p:spPr>
            <a:xfrm>
              <a:off x="1076669" y="786492"/>
              <a:ext cx="506282" cy="465677"/>
            </a:xfrm>
            <a:custGeom>
              <a:avLst/>
              <a:gdLst/>
              <a:ahLst/>
              <a:cxnLst/>
              <a:rect l="l" t="t" r="r" b="b"/>
              <a:pathLst>
                <a:path w="506282" h="465677" extrusionOk="0">
                  <a:moveTo>
                    <a:pt x="442789" y="0"/>
                  </a:moveTo>
                  <a:lnTo>
                    <a:pt x="63494" y="0"/>
                  </a:lnTo>
                  <a:cubicBezTo>
                    <a:pt x="28480" y="0"/>
                    <a:pt x="0" y="28480"/>
                    <a:pt x="0" y="63503"/>
                  </a:cubicBezTo>
                  <a:lnTo>
                    <a:pt x="0" y="296351"/>
                  </a:lnTo>
                  <a:cubicBezTo>
                    <a:pt x="0" y="331365"/>
                    <a:pt x="28480" y="359845"/>
                    <a:pt x="63494" y="359845"/>
                  </a:cubicBezTo>
                  <a:lnTo>
                    <a:pt x="76810" y="359845"/>
                  </a:lnTo>
                  <a:cubicBezTo>
                    <a:pt x="69675" y="381467"/>
                    <a:pt x="55836" y="411728"/>
                    <a:pt x="31452" y="426358"/>
                  </a:cubicBezTo>
                  <a:cubicBezTo>
                    <a:pt x="23079" y="431359"/>
                    <a:pt x="19212" y="441455"/>
                    <a:pt x="22108" y="450761"/>
                  </a:cubicBezTo>
                  <a:cubicBezTo>
                    <a:pt x="24860" y="459667"/>
                    <a:pt x="33080" y="465677"/>
                    <a:pt x="42329" y="465677"/>
                  </a:cubicBezTo>
                  <a:cubicBezTo>
                    <a:pt x="42739" y="465677"/>
                    <a:pt x="43148" y="465658"/>
                    <a:pt x="43586" y="465639"/>
                  </a:cubicBezTo>
                  <a:cubicBezTo>
                    <a:pt x="49511" y="465287"/>
                    <a:pt x="183166" y="456228"/>
                    <a:pt x="226209" y="359845"/>
                  </a:cubicBezTo>
                  <a:lnTo>
                    <a:pt x="445627" y="359845"/>
                  </a:lnTo>
                  <a:cubicBezTo>
                    <a:pt x="446942" y="359845"/>
                    <a:pt x="448227" y="359721"/>
                    <a:pt x="449466" y="359493"/>
                  </a:cubicBezTo>
                  <a:cubicBezTo>
                    <a:pt x="481355" y="356140"/>
                    <a:pt x="506282" y="329108"/>
                    <a:pt x="506282" y="296351"/>
                  </a:cubicBezTo>
                  <a:lnTo>
                    <a:pt x="506282" y="63513"/>
                  </a:lnTo>
                  <a:cubicBezTo>
                    <a:pt x="506282" y="28527"/>
                    <a:pt x="477812" y="38"/>
                    <a:pt x="442789" y="0"/>
                  </a:cubicBezTo>
                  <a:close/>
                  <a:moveTo>
                    <a:pt x="463963" y="296351"/>
                  </a:moveTo>
                  <a:cubicBezTo>
                    <a:pt x="463963" y="308029"/>
                    <a:pt x="454476" y="317516"/>
                    <a:pt x="442789" y="317516"/>
                  </a:cubicBezTo>
                  <a:lnTo>
                    <a:pt x="211693" y="317516"/>
                  </a:lnTo>
                  <a:cubicBezTo>
                    <a:pt x="202482" y="317516"/>
                    <a:pt x="194339" y="323450"/>
                    <a:pt x="191538" y="332213"/>
                  </a:cubicBezTo>
                  <a:cubicBezTo>
                    <a:pt x="177498" y="375933"/>
                    <a:pt x="136446" y="398888"/>
                    <a:pt x="100755" y="410813"/>
                  </a:cubicBezTo>
                  <a:cubicBezTo>
                    <a:pt x="119129" y="377695"/>
                    <a:pt x="124682" y="344214"/>
                    <a:pt x="125044" y="342005"/>
                  </a:cubicBezTo>
                  <a:cubicBezTo>
                    <a:pt x="126016" y="335890"/>
                    <a:pt x="124263" y="329651"/>
                    <a:pt x="120244" y="324936"/>
                  </a:cubicBezTo>
                  <a:cubicBezTo>
                    <a:pt x="116215" y="320211"/>
                    <a:pt x="110347" y="317516"/>
                    <a:pt x="104146" y="317516"/>
                  </a:cubicBezTo>
                  <a:lnTo>
                    <a:pt x="63503" y="317516"/>
                  </a:lnTo>
                  <a:cubicBezTo>
                    <a:pt x="51826" y="317516"/>
                    <a:pt x="42339" y="308029"/>
                    <a:pt x="42339" y="296351"/>
                  </a:cubicBezTo>
                  <a:lnTo>
                    <a:pt x="42339" y="63503"/>
                  </a:lnTo>
                  <a:cubicBezTo>
                    <a:pt x="42339" y="51816"/>
                    <a:pt x="51826" y="42329"/>
                    <a:pt x="63503" y="42329"/>
                  </a:cubicBezTo>
                  <a:lnTo>
                    <a:pt x="442798" y="42358"/>
                  </a:lnTo>
                  <a:cubicBezTo>
                    <a:pt x="454485" y="42358"/>
                    <a:pt x="463972" y="51845"/>
                    <a:pt x="463972" y="63522"/>
                  </a:cubicBezTo>
                  <a:lnTo>
                    <a:pt x="463972" y="2963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33;p7">
              <a:extLst>
                <a:ext uri="{FF2B5EF4-FFF2-40B4-BE49-F238E27FC236}">
                  <a16:creationId xmlns:a16="http://schemas.microsoft.com/office/drawing/2014/main" id="{F0C40574-DD1E-8533-68E5-0A1CCABB1B1D}"/>
                </a:ext>
              </a:extLst>
            </p:cNvPr>
            <p:cNvSpPr/>
            <p:nvPr/>
          </p:nvSpPr>
          <p:spPr>
            <a:xfrm>
              <a:off x="812093" y="1135754"/>
              <a:ext cx="211664" cy="211664"/>
            </a:xfrm>
            <a:custGeom>
              <a:avLst/>
              <a:gdLst/>
              <a:ahLst/>
              <a:cxnLst/>
              <a:rect l="l" t="t" r="r" b="b"/>
              <a:pathLst>
                <a:path w="211664" h="211664" extrusionOk="0">
                  <a:moveTo>
                    <a:pt x="211665" y="105832"/>
                  </a:moveTo>
                  <a:cubicBezTo>
                    <a:pt x="211665" y="164282"/>
                    <a:pt x="164282" y="211665"/>
                    <a:pt x="105832" y="211665"/>
                  </a:cubicBezTo>
                  <a:cubicBezTo>
                    <a:pt x="47383" y="211665"/>
                    <a:pt x="0" y="164282"/>
                    <a:pt x="0" y="105832"/>
                  </a:cubicBezTo>
                  <a:cubicBezTo>
                    <a:pt x="0" y="47383"/>
                    <a:pt x="47383" y="0"/>
                    <a:pt x="105832" y="0"/>
                  </a:cubicBezTo>
                  <a:cubicBezTo>
                    <a:pt x="164282" y="0"/>
                    <a:pt x="211665" y="47383"/>
                    <a:pt x="211665" y="1058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34;p7">
              <a:extLst>
                <a:ext uri="{FF2B5EF4-FFF2-40B4-BE49-F238E27FC236}">
                  <a16:creationId xmlns:a16="http://schemas.microsoft.com/office/drawing/2014/main" id="{4B37EA9D-D51A-63E2-EB4E-F3EF33E61E8F}"/>
                </a:ext>
              </a:extLst>
            </p:cNvPr>
            <p:cNvSpPr/>
            <p:nvPr/>
          </p:nvSpPr>
          <p:spPr>
            <a:xfrm>
              <a:off x="632185" y="998175"/>
              <a:ext cx="783145" cy="740816"/>
            </a:xfrm>
            <a:custGeom>
              <a:avLst/>
              <a:gdLst/>
              <a:ahLst/>
              <a:cxnLst/>
              <a:rect l="l" t="t" r="r" b="b"/>
              <a:pathLst>
                <a:path w="783145" h="740816" extrusionOk="0">
                  <a:moveTo>
                    <a:pt x="783146" y="624411"/>
                  </a:moveTo>
                  <a:cubicBezTo>
                    <a:pt x="783146" y="595179"/>
                    <a:pt x="759457" y="571481"/>
                    <a:pt x="730225" y="571481"/>
                  </a:cubicBezTo>
                  <a:lnTo>
                    <a:pt x="729044" y="571481"/>
                  </a:lnTo>
                  <a:lnTo>
                    <a:pt x="708174" y="501910"/>
                  </a:lnTo>
                  <a:cubicBezTo>
                    <a:pt x="704821" y="490718"/>
                    <a:pt x="693049" y="484394"/>
                    <a:pt x="681819" y="487699"/>
                  </a:cubicBezTo>
                  <a:cubicBezTo>
                    <a:pt x="670617" y="491071"/>
                    <a:pt x="664264" y="502872"/>
                    <a:pt x="667617" y="514064"/>
                  </a:cubicBezTo>
                  <a:lnTo>
                    <a:pt x="684838" y="571481"/>
                  </a:lnTo>
                  <a:lnTo>
                    <a:pt x="587350" y="571481"/>
                  </a:lnTo>
                  <a:lnTo>
                    <a:pt x="476240" y="423320"/>
                  </a:lnTo>
                  <a:cubicBezTo>
                    <a:pt x="466249" y="409994"/>
                    <a:pt x="450571" y="402146"/>
                    <a:pt x="433902" y="402146"/>
                  </a:cubicBezTo>
                  <a:lnTo>
                    <a:pt x="188071" y="402146"/>
                  </a:lnTo>
                  <a:lnTo>
                    <a:pt x="105823" y="270567"/>
                  </a:lnTo>
                  <a:lnTo>
                    <a:pt x="105823" y="52921"/>
                  </a:lnTo>
                  <a:cubicBezTo>
                    <a:pt x="105823" y="23689"/>
                    <a:pt x="82134" y="0"/>
                    <a:pt x="52911" y="0"/>
                  </a:cubicBezTo>
                  <a:cubicBezTo>
                    <a:pt x="23679" y="0"/>
                    <a:pt x="0" y="23679"/>
                    <a:pt x="0" y="52921"/>
                  </a:cubicBezTo>
                  <a:lnTo>
                    <a:pt x="0" y="285750"/>
                  </a:lnTo>
                  <a:cubicBezTo>
                    <a:pt x="0" y="295666"/>
                    <a:pt x="2791" y="305391"/>
                    <a:pt x="8039" y="313782"/>
                  </a:cubicBezTo>
                  <a:lnTo>
                    <a:pt x="95240" y="519894"/>
                  </a:lnTo>
                  <a:lnTo>
                    <a:pt x="95240" y="624421"/>
                  </a:lnTo>
                  <a:lnTo>
                    <a:pt x="95240" y="740816"/>
                  </a:lnTo>
                  <a:lnTo>
                    <a:pt x="455066" y="740816"/>
                  </a:lnTo>
                  <a:lnTo>
                    <a:pt x="455066" y="571490"/>
                  </a:lnTo>
                  <a:lnTo>
                    <a:pt x="518560" y="656149"/>
                  </a:lnTo>
                  <a:cubicBezTo>
                    <a:pt x="528561" y="669484"/>
                    <a:pt x="544230" y="677332"/>
                    <a:pt x="560899" y="677332"/>
                  </a:cubicBezTo>
                  <a:lnTo>
                    <a:pt x="716594" y="677332"/>
                  </a:lnTo>
                  <a:lnTo>
                    <a:pt x="731120" y="725729"/>
                  </a:lnTo>
                  <a:cubicBezTo>
                    <a:pt x="733873" y="734901"/>
                    <a:pt x="742283" y="740816"/>
                    <a:pt x="751399" y="740816"/>
                  </a:cubicBezTo>
                  <a:cubicBezTo>
                    <a:pt x="753408" y="740816"/>
                    <a:pt x="755456" y="740531"/>
                    <a:pt x="757476" y="739921"/>
                  </a:cubicBezTo>
                  <a:cubicBezTo>
                    <a:pt x="768677" y="736559"/>
                    <a:pt x="775030" y="724757"/>
                    <a:pt x="771677" y="713565"/>
                  </a:cubicBezTo>
                  <a:lnTo>
                    <a:pt x="758342" y="669084"/>
                  </a:lnTo>
                  <a:cubicBezTo>
                    <a:pt x="773192" y="659711"/>
                    <a:pt x="783146" y="643280"/>
                    <a:pt x="783146" y="6244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63;p7">
            <a:extLst>
              <a:ext uri="{FF2B5EF4-FFF2-40B4-BE49-F238E27FC236}">
                <a16:creationId xmlns:a16="http://schemas.microsoft.com/office/drawing/2014/main" id="{B4AFBECF-CD9E-FEFD-31EA-5DDD3329CA96}"/>
              </a:ext>
            </a:extLst>
          </p:cNvPr>
          <p:cNvGrpSpPr/>
          <p:nvPr/>
        </p:nvGrpSpPr>
        <p:grpSpPr>
          <a:xfrm>
            <a:off x="6096000" y="80493"/>
            <a:ext cx="1233269" cy="1371480"/>
            <a:chOff x="632185" y="2169107"/>
            <a:chExt cx="856510" cy="952500"/>
          </a:xfrm>
          <a:gradFill>
            <a:gsLst>
              <a:gs pos="0">
                <a:srgbClr val="00529C"/>
              </a:gs>
              <a:gs pos="68000">
                <a:srgbClr val="E0144C"/>
              </a:gs>
            </a:gsLst>
            <a:lin ang="0" scaled="1"/>
          </a:gradFill>
        </p:grpSpPr>
        <p:sp>
          <p:nvSpPr>
            <p:cNvPr id="54" name="Google Shape;64;p7">
              <a:extLst>
                <a:ext uri="{FF2B5EF4-FFF2-40B4-BE49-F238E27FC236}">
                  <a16:creationId xmlns:a16="http://schemas.microsoft.com/office/drawing/2014/main" id="{7D22FFB1-0224-0FF3-7BFB-2B9CC7D570D8}"/>
                </a:ext>
              </a:extLst>
            </p:cNvPr>
            <p:cNvSpPr/>
            <p:nvPr/>
          </p:nvSpPr>
          <p:spPr>
            <a:xfrm>
              <a:off x="632185" y="2169107"/>
              <a:ext cx="856510" cy="952500"/>
            </a:xfrm>
            <a:custGeom>
              <a:avLst/>
              <a:gdLst/>
              <a:ahLst/>
              <a:cxnLst/>
              <a:rect l="l" t="t" r="r" b="b"/>
              <a:pathLst>
                <a:path w="949042" h="952500" extrusionOk="0">
                  <a:moveTo>
                    <a:pt x="882295" y="505816"/>
                  </a:moveTo>
                  <a:cubicBezTo>
                    <a:pt x="866123" y="377476"/>
                    <a:pt x="747764" y="277816"/>
                    <a:pt x="603937" y="277816"/>
                  </a:cubicBezTo>
                  <a:cubicBezTo>
                    <a:pt x="589235" y="277816"/>
                    <a:pt x="574896" y="279178"/>
                    <a:pt x="560795" y="281188"/>
                  </a:cubicBezTo>
                  <a:lnTo>
                    <a:pt x="560795" y="59531"/>
                  </a:lnTo>
                  <a:cubicBezTo>
                    <a:pt x="560795" y="26708"/>
                    <a:pt x="531775" y="0"/>
                    <a:pt x="496087" y="0"/>
                  </a:cubicBezTo>
                  <a:lnTo>
                    <a:pt x="64708" y="0"/>
                  </a:lnTo>
                  <a:cubicBezTo>
                    <a:pt x="29031" y="0"/>
                    <a:pt x="0" y="26708"/>
                    <a:pt x="0" y="59531"/>
                  </a:cubicBezTo>
                  <a:lnTo>
                    <a:pt x="0" y="476250"/>
                  </a:lnTo>
                  <a:cubicBezTo>
                    <a:pt x="0" y="509073"/>
                    <a:pt x="29031" y="535781"/>
                    <a:pt x="64708" y="535781"/>
                  </a:cubicBezTo>
                  <a:lnTo>
                    <a:pt x="323539" y="535781"/>
                  </a:lnTo>
                  <a:cubicBezTo>
                    <a:pt x="323539" y="608886"/>
                    <a:pt x="356742" y="674722"/>
                    <a:pt x="409813" y="721662"/>
                  </a:cubicBezTo>
                  <a:lnTo>
                    <a:pt x="409813" y="952500"/>
                  </a:lnTo>
                  <a:lnTo>
                    <a:pt x="754918" y="952500"/>
                  </a:lnTo>
                  <a:lnTo>
                    <a:pt x="754918" y="863203"/>
                  </a:lnTo>
                  <a:cubicBezTo>
                    <a:pt x="822774" y="863203"/>
                    <a:pt x="878309" y="815178"/>
                    <a:pt x="883785" y="754066"/>
                  </a:cubicBezTo>
                  <a:lnTo>
                    <a:pt x="884334" y="754066"/>
                  </a:lnTo>
                  <a:lnTo>
                    <a:pt x="884334" y="694534"/>
                  </a:lnTo>
                  <a:lnTo>
                    <a:pt x="927476" y="694534"/>
                  </a:lnTo>
                  <a:cubicBezTo>
                    <a:pt x="939382" y="694534"/>
                    <a:pt x="949042" y="685638"/>
                    <a:pt x="949042" y="674684"/>
                  </a:cubicBezTo>
                  <a:cubicBezTo>
                    <a:pt x="949052" y="670217"/>
                    <a:pt x="882295" y="505816"/>
                    <a:pt x="882295" y="505816"/>
                  </a:cubicBezTo>
                  <a:close/>
                  <a:moveTo>
                    <a:pt x="517663" y="476250"/>
                  </a:moveTo>
                  <a:cubicBezTo>
                    <a:pt x="517663" y="487204"/>
                    <a:pt x="507962" y="496091"/>
                    <a:pt x="496066" y="496091"/>
                  </a:cubicBezTo>
                  <a:lnTo>
                    <a:pt x="474521" y="496091"/>
                  </a:lnTo>
                  <a:cubicBezTo>
                    <a:pt x="462604" y="496091"/>
                    <a:pt x="452955" y="504968"/>
                    <a:pt x="452955" y="515941"/>
                  </a:cubicBezTo>
                  <a:cubicBezTo>
                    <a:pt x="452955" y="551726"/>
                    <a:pt x="476913" y="585626"/>
                    <a:pt x="500849" y="610562"/>
                  </a:cubicBezTo>
                  <a:cubicBezTo>
                    <a:pt x="383474" y="591093"/>
                    <a:pt x="367065" y="516207"/>
                    <a:pt x="366381" y="512693"/>
                  </a:cubicBezTo>
                  <a:cubicBezTo>
                    <a:pt x="364652" y="503111"/>
                    <a:pt x="355666" y="496100"/>
                    <a:pt x="345105" y="496100"/>
                  </a:cubicBezTo>
                  <a:lnTo>
                    <a:pt x="64708" y="496100"/>
                  </a:lnTo>
                  <a:cubicBezTo>
                    <a:pt x="52802" y="496100"/>
                    <a:pt x="43142" y="487213"/>
                    <a:pt x="43142" y="476260"/>
                  </a:cubicBezTo>
                  <a:lnTo>
                    <a:pt x="43142" y="59531"/>
                  </a:lnTo>
                  <a:cubicBezTo>
                    <a:pt x="43142" y="48578"/>
                    <a:pt x="52802" y="39691"/>
                    <a:pt x="64708" y="39691"/>
                  </a:cubicBezTo>
                  <a:lnTo>
                    <a:pt x="496097" y="39691"/>
                  </a:lnTo>
                  <a:cubicBezTo>
                    <a:pt x="508003" y="39691"/>
                    <a:pt x="517663" y="48578"/>
                    <a:pt x="517663" y="59531"/>
                  </a:cubicBezTo>
                  <a:lnTo>
                    <a:pt x="517663" y="476250"/>
                  </a:lnTo>
                  <a:close/>
                  <a:moveTo>
                    <a:pt x="787283" y="575472"/>
                  </a:moveTo>
                  <a:cubicBezTo>
                    <a:pt x="769423" y="575472"/>
                    <a:pt x="754929" y="562137"/>
                    <a:pt x="754929" y="545706"/>
                  </a:cubicBezTo>
                  <a:cubicBezTo>
                    <a:pt x="754929" y="529266"/>
                    <a:pt x="769423" y="515941"/>
                    <a:pt x="787283" y="515941"/>
                  </a:cubicBezTo>
                  <a:cubicBezTo>
                    <a:pt x="805152" y="515941"/>
                    <a:pt x="819637" y="529266"/>
                    <a:pt x="819637" y="545706"/>
                  </a:cubicBezTo>
                  <a:cubicBezTo>
                    <a:pt x="819637" y="562137"/>
                    <a:pt x="805142" y="575472"/>
                    <a:pt x="787283" y="5754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65;p7">
              <a:extLst>
                <a:ext uri="{FF2B5EF4-FFF2-40B4-BE49-F238E27FC236}">
                  <a16:creationId xmlns:a16="http://schemas.microsoft.com/office/drawing/2014/main" id="{0AA1E0CF-1854-55B2-EB38-57F0DB9FA94A}"/>
                </a:ext>
              </a:extLst>
            </p:cNvPr>
            <p:cNvSpPr/>
            <p:nvPr/>
          </p:nvSpPr>
          <p:spPr>
            <a:xfrm>
              <a:off x="885359" y="2268328"/>
              <a:ext cx="175196" cy="39690"/>
            </a:xfrm>
            <a:custGeom>
              <a:avLst/>
              <a:gdLst/>
              <a:ahLst/>
              <a:cxnLst/>
              <a:rect l="l" t="t" r="r" b="b"/>
              <a:pathLst>
                <a:path w="194123" h="39690" extrusionOk="0">
                  <a:moveTo>
                    <a:pt x="0" y="0"/>
                  </a:moveTo>
                  <a:lnTo>
                    <a:pt x="194124" y="0"/>
                  </a:lnTo>
                  <a:lnTo>
                    <a:pt x="194124" y="39691"/>
                  </a:lnTo>
                  <a:lnTo>
                    <a:pt x="0" y="396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66;p7">
              <a:extLst>
                <a:ext uri="{FF2B5EF4-FFF2-40B4-BE49-F238E27FC236}">
                  <a16:creationId xmlns:a16="http://schemas.microsoft.com/office/drawing/2014/main" id="{1FE54DC0-A859-AA47-98E7-11F1792D4BF4}"/>
                </a:ext>
              </a:extLst>
            </p:cNvPr>
            <p:cNvSpPr/>
            <p:nvPr/>
          </p:nvSpPr>
          <p:spPr>
            <a:xfrm>
              <a:off x="885359" y="2407232"/>
              <a:ext cx="175196" cy="39690"/>
            </a:xfrm>
            <a:custGeom>
              <a:avLst/>
              <a:gdLst/>
              <a:ahLst/>
              <a:cxnLst/>
              <a:rect l="l" t="t" r="r" b="b"/>
              <a:pathLst>
                <a:path w="194123" h="39690" extrusionOk="0">
                  <a:moveTo>
                    <a:pt x="0" y="0"/>
                  </a:moveTo>
                  <a:lnTo>
                    <a:pt x="194124" y="0"/>
                  </a:lnTo>
                  <a:lnTo>
                    <a:pt x="194124" y="39691"/>
                  </a:lnTo>
                  <a:lnTo>
                    <a:pt x="0" y="396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67;p7">
              <a:extLst>
                <a:ext uri="{FF2B5EF4-FFF2-40B4-BE49-F238E27FC236}">
                  <a16:creationId xmlns:a16="http://schemas.microsoft.com/office/drawing/2014/main" id="{A2DE09C8-A850-3B60-9BD7-6D85F7DC809A}"/>
                </a:ext>
              </a:extLst>
            </p:cNvPr>
            <p:cNvSpPr/>
            <p:nvPr/>
          </p:nvSpPr>
          <p:spPr>
            <a:xfrm>
              <a:off x="885359" y="2546135"/>
              <a:ext cx="175196" cy="39690"/>
            </a:xfrm>
            <a:custGeom>
              <a:avLst/>
              <a:gdLst/>
              <a:ahLst/>
              <a:cxnLst/>
              <a:rect l="l" t="t" r="r" b="b"/>
              <a:pathLst>
                <a:path w="194123" h="39690" extrusionOk="0">
                  <a:moveTo>
                    <a:pt x="0" y="0"/>
                  </a:moveTo>
                  <a:lnTo>
                    <a:pt x="194124" y="0"/>
                  </a:lnTo>
                  <a:lnTo>
                    <a:pt x="194124" y="39691"/>
                  </a:lnTo>
                  <a:lnTo>
                    <a:pt x="0" y="396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68;p7">
              <a:extLst>
                <a:ext uri="{FF2B5EF4-FFF2-40B4-BE49-F238E27FC236}">
                  <a16:creationId xmlns:a16="http://schemas.microsoft.com/office/drawing/2014/main" id="{AA10DCED-D7AE-5F87-C695-13F420E4121E}"/>
                </a:ext>
              </a:extLst>
            </p:cNvPr>
            <p:cNvSpPr/>
            <p:nvPr/>
          </p:nvSpPr>
          <p:spPr>
            <a:xfrm>
              <a:off x="710077" y="2228647"/>
              <a:ext cx="136266" cy="119053"/>
            </a:xfrm>
            <a:custGeom>
              <a:avLst/>
              <a:gdLst/>
              <a:ahLst/>
              <a:cxnLst/>
              <a:rect l="l" t="t" r="r" b="b"/>
              <a:pathLst>
                <a:path w="150987" h="119053" extrusionOk="0">
                  <a:moveTo>
                    <a:pt x="64692" y="119053"/>
                  </a:moveTo>
                  <a:cubicBezTo>
                    <a:pt x="61462" y="119053"/>
                    <a:pt x="58149" y="118387"/>
                    <a:pt x="55074" y="116958"/>
                  </a:cubicBezTo>
                  <a:lnTo>
                    <a:pt x="11932" y="97117"/>
                  </a:lnTo>
                  <a:cubicBezTo>
                    <a:pt x="1279" y="92212"/>
                    <a:pt x="-3049" y="80296"/>
                    <a:pt x="2283" y="70495"/>
                  </a:cubicBezTo>
                  <a:cubicBezTo>
                    <a:pt x="7636" y="60694"/>
                    <a:pt x="20598" y="56741"/>
                    <a:pt x="31220" y="61618"/>
                  </a:cubicBezTo>
                  <a:lnTo>
                    <a:pt x="58263" y="74057"/>
                  </a:lnTo>
                  <a:lnTo>
                    <a:pt x="112172" y="7935"/>
                  </a:lnTo>
                  <a:cubicBezTo>
                    <a:pt x="119306" y="-838"/>
                    <a:pt x="132827" y="-2600"/>
                    <a:pt x="142352" y="3972"/>
                  </a:cubicBezTo>
                  <a:cubicBezTo>
                    <a:pt x="151888" y="10535"/>
                    <a:pt x="153824" y="22975"/>
                    <a:pt x="146670" y="31738"/>
                  </a:cubicBezTo>
                  <a:lnTo>
                    <a:pt x="81962" y="111109"/>
                  </a:lnTo>
                  <a:cubicBezTo>
                    <a:pt x="77779" y="116262"/>
                    <a:pt x="71319" y="119053"/>
                    <a:pt x="64692" y="1190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69;p7">
              <a:extLst>
                <a:ext uri="{FF2B5EF4-FFF2-40B4-BE49-F238E27FC236}">
                  <a16:creationId xmlns:a16="http://schemas.microsoft.com/office/drawing/2014/main" id="{A723A0BC-8066-9589-4A03-34E72AB8C71F}"/>
                </a:ext>
              </a:extLst>
            </p:cNvPr>
            <p:cNvSpPr/>
            <p:nvPr/>
          </p:nvSpPr>
          <p:spPr>
            <a:xfrm>
              <a:off x="710077" y="2367552"/>
              <a:ext cx="136266" cy="119051"/>
            </a:xfrm>
            <a:custGeom>
              <a:avLst/>
              <a:gdLst/>
              <a:ahLst/>
              <a:cxnLst/>
              <a:rect l="l" t="t" r="r" b="b"/>
              <a:pathLst>
                <a:path w="150987" h="119051" extrusionOk="0">
                  <a:moveTo>
                    <a:pt x="64692" y="119051"/>
                  </a:moveTo>
                  <a:cubicBezTo>
                    <a:pt x="61462" y="119051"/>
                    <a:pt x="58149" y="118375"/>
                    <a:pt x="55074" y="116956"/>
                  </a:cubicBezTo>
                  <a:lnTo>
                    <a:pt x="11932" y="97115"/>
                  </a:lnTo>
                  <a:cubicBezTo>
                    <a:pt x="1279" y="92200"/>
                    <a:pt x="-3049" y="80294"/>
                    <a:pt x="2283" y="70493"/>
                  </a:cubicBezTo>
                  <a:cubicBezTo>
                    <a:pt x="7636" y="60692"/>
                    <a:pt x="20598" y="56758"/>
                    <a:pt x="31220" y="61615"/>
                  </a:cubicBezTo>
                  <a:lnTo>
                    <a:pt x="58263" y="74055"/>
                  </a:lnTo>
                  <a:lnTo>
                    <a:pt x="112172" y="7933"/>
                  </a:lnTo>
                  <a:cubicBezTo>
                    <a:pt x="119306" y="-840"/>
                    <a:pt x="132827" y="-2593"/>
                    <a:pt x="142352" y="3961"/>
                  </a:cubicBezTo>
                  <a:cubicBezTo>
                    <a:pt x="151888" y="10523"/>
                    <a:pt x="153824" y="22963"/>
                    <a:pt x="146670" y="31726"/>
                  </a:cubicBezTo>
                  <a:lnTo>
                    <a:pt x="81962" y="111098"/>
                  </a:lnTo>
                  <a:cubicBezTo>
                    <a:pt x="77779" y="116270"/>
                    <a:pt x="71319" y="119051"/>
                    <a:pt x="64692" y="1190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70;p7">
              <a:extLst>
                <a:ext uri="{FF2B5EF4-FFF2-40B4-BE49-F238E27FC236}">
                  <a16:creationId xmlns:a16="http://schemas.microsoft.com/office/drawing/2014/main" id="{B555DE5A-7BD7-BA11-E426-0B9074202465}"/>
                </a:ext>
              </a:extLst>
            </p:cNvPr>
            <p:cNvSpPr/>
            <p:nvPr/>
          </p:nvSpPr>
          <p:spPr>
            <a:xfrm>
              <a:off x="729559" y="2526289"/>
              <a:ext cx="97334" cy="99217"/>
            </a:xfrm>
            <a:custGeom>
              <a:avLst/>
              <a:gdLst/>
              <a:ahLst/>
              <a:cxnLst/>
              <a:rect l="l" t="t" r="r" b="b"/>
              <a:pathLst>
                <a:path w="107849" h="99217" extrusionOk="0">
                  <a:moveTo>
                    <a:pt x="84426" y="49611"/>
                  </a:moveTo>
                  <a:lnTo>
                    <a:pt x="101529" y="33876"/>
                  </a:lnTo>
                  <a:cubicBezTo>
                    <a:pt x="109957" y="26132"/>
                    <a:pt x="109957" y="13568"/>
                    <a:pt x="101529" y="5815"/>
                  </a:cubicBezTo>
                  <a:cubicBezTo>
                    <a:pt x="93102" y="-1938"/>
                    <a:pt x="79456" y="-1938"/>
                    <a:pt x="71029" y="5815"/>
                  </a:cubicBezTo>
                  <a:lnTo>
                    <a:pt x="53925" y="21550"/>
                  </a:lnTo>
                  <a:lnTo>
                    <a:pt x="36821" y="5815"/>
                  </a:lnTo>
                  <a:cubicBezTo>
                    <a:pt x="28394" y="-1938"/>
                    <a:pt x="14748" y="-1938"/>
                    <a:pt x="6321" y="5815"/>
                  </a:cubicBezTo>
                  <a:cubicBezTo>
                    <a:pt x="-2107" y="13568"/>
                    <a:pt x="-2107" y="26122"/>
                    <a:pt x="6321" y="33876"/>
                  </a:cubicBezTo>
                  <a:lnTo>
                    <a:pt x="23424" y="49611"/>
                  </a:lnTo>
                  <a:lnTo>
                    <a:pt x="6321" y="65346"/>
                  </a:lnTo>
                  <a:cubicBezTo>
                    <a:pt x="-2107" y="73100"/>
                    <a:pt x="-2107" y="85654"/>
                    <a:pt x="6321" y="93407"/>
                  </a:cubicBezTo>
                  <a:cubicBezTo>
                    <a:pt x="10534" y="97284"/>
                    <a:pt x="16053" y="99217"/>
                    <a:pt x="21571" y="99217"/>
                  </a:cubicBezTo>
                  <a:cubicBezTo>
                    <a:pt x="27089" y="99217"/>
                    <a:pt x="32608" y="97284"/>
                    <a:pt x="36821" y="93407"/>
                  </a:cubicBezTo>
                  <a:lnTo>
                    <a:pt x="53925" y="77672"/>
                  </a:lnTo>
                  <a:lnTo>
                    <a:pt x="71029" y="93407"/>
                  </a:lnTo>
                  <a:cubicBezTo>
                    <a:pt x="75242" y="97284"/>
                    <a:pt x="80761" y="99217"/>
                    <a:pt x="86279" y="99217"/>
                  </a:cubicBezTo>
                  <a:cubicBezTo>
                    <a:pt x="91797" y="99217"/>
                    <a:pt x="97315" y="97284"/>
                    <a:pt x="101529" y="93407"/>
                  </a:cubicBezTo>
                  <a:cubicBezTo>
                    <a:pt x="109957" y="85663"/>
                    <a:pt x="109957" y="73100"/>
                    <a:pt x="101529" y="65346"/>
                  </a:cubicBezTo>
                  <a:lnTo>
                    <a:pt x="84426" y="496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85837000-6095-59A8-64F0-0C8F95219C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7677" y="3408005"/>
            <a:ext cx="914400" cy="914400"/>
          </a:xfrm>
          <a:prstGeom prst="rect">
            <a:avLst/>
          </a:prstGeom>
        </p:spPr>
      </p:pic>
      <p:pic>
        <p:nvPicPr>
          <p:cNvPr id="9" name="Graphic 8" descr="Chat with solid fill">
            <a:extLst>
              <a:ext uri="{FF2B5EF4-FFF2-40B4-BE49-F238E27FC236}">
                <a16:creationId xmlns:a16="http://schemas.microsoft.com/office/drawing/2014/main" id="{83D24F62-7A66-8795-CF23-039C186E7F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3088" y="3317272"/>
            <a:ext cx="914400" cy="914400"/>
          </a:xfrm>
          <a:prstGeom prst="rect">
            <a:avLst/>
          </a:prstGeom>
        </p:spPr>
      </p:pic>
      <p:pic>
        <p:nvPicPr>
          <p:cNvPr id="10" name="Graphic 9" descr="Graduation cap with solid fill">
            <a:extLst>
              <a:ext uri="{FF2B5EF4-FFF2-40B4-BE49-F238E27FC236}">
                <a16:creationId xmlns:a16="http://schemas.microsoft.com/office/drawing/2014/main" id="{8CF233D8-FE44-82CB-9A19-70F9DC38FA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4913" y="3317272"/>
            <a:ext cx="914400" cy="914400"/>
          </a:xfrm>
          <a:prstGeom prst="rect">
            <a:avLst/>
          </a:prstGeom>
        </p:spPr>
      </p:pic>
      <p:pic>
        <p:nvPicPr>
          <p:cNvPr id="13" name="Graphic 12" descr="Research with solid fill">
            <a:extLst>
              <a:ext uri="{FF2B5EF4-FFF2-40B4-BE49-F238E27FC236}">
                <a16:creationId xmlns:a16="http://schemas.microsoft.com/office/drawing/2014/main" id="{CCBDF0F4-6689-04C8-A502-8DAD97FD6B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16632" y="3317272"/>
            <a:ext cx="914400" cy="914400"/>
          </a:xfrm>
          <a:prstGeom prst="rect">
            <a:avLst/>
          </a:prstGeom>
        </p:spPr>
      </p:pic>
      <p:pic>
        <p:nvPicPr>
          <p:cNvPr id="11" name="Graphic 10" descr="Magnifying glass with solid fill">
            <a:extLst>
              <a:ext uri="{FF2B5EF4-FFF2-40B4-BE49-F238E27FC236}">
                <a16:creationId xmlns:a16="http://schemas.microsoft.com/office/drawing/2014/main" id="{CB66993D-CADA-46CC-6C92-59D66272B4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17677" y="4840532"/>
            <a:ext cx="914400" cy="914400"/>
          </a:xfrm>
          <a:prstGeom prst="rect">
            <a:avLst/>
          </a:prstGeom>
        </p:spPr>
      </p:pic>
      <p:pic>
        <p:nvPicPr>
          <p:cNvPr id="12" name="Graphic 11" descr="Chat with solid fill">
            <a:extLst>
              <a:ext uri="{FF2B5EF4-FFF2-40B4-BE49-F238E27FC236}">
                <a16:creationId xmlns:a16="http://schemas.microsoft.com/office/drawing/2014/main" id="{9A1A6161-4056-BA59-2930-BEF19EFE6C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43088" y="4749799"/>
            <a:ext cx="914400" cy="914400"/>
          </a:xfrm>
          <a:prstGeom prst="rect">
            <a:avLst/>
          </a:prstGeom>
        </p:spPr>
      </p:pic>
      <p:pic>
        <p:nvPicPr>
          <p:cNvPr id="15" name="Graphic 14" descr="Graduation cap with solid fill">
            <a:extLst>
              <a:ext uri="{FF2B5EF4-FFF2-40B4-BE49-F238E27FC236}">
                <a16:creationId xmlns:a16="http://schemas.microsoft.com/office/drawing/2014/main" id="{2AC2BC6F-9B63-3054-2611-84D67AA880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84913" y="4749799"/>
            <a:ext cx="914400" cy="914400"/>
          </a:xfrm>
          <a:prstGeom prst="rect">
            <a:avLst/>
          </a:prstGeom>
        </p:spPr>
      </p:pic>
      <p:pic>
        <p:nvPicPr>
          <p:cNvPr id="16" name="Graphic 15" descr="Research with solid fill">
            <a:extLst>
              <a:ext uri="{FF2B5EF4-FFF2-40B4-BE49-F238E27FC236}">
                <a16:creationId xmlns:a16="http://schemas.microsoft.com/office/drawing/2014/main" id="{DF745B9C-F24B-924D-AAB5-47443E7FE8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16632" y="4749799"/>
            <a:ext cx="914400" cy="914400"/>
          </a:xfrm>
          <a:prstGeom prst="rect">
            <a:avLst/>
          </a:prstGeom>
        </p:spPr>
      </p:pic>
      <p:pic>
        <p:nvPicPr>
          <p:cNvPr id="27" name="Graphic 26" descr="Marker with solid fill">
            <a:extLst>
              <a:ext uri="{FF2B5EF4-FFF2-40B4-BE49-F238E27FC236}">
                <a16:creationId xmlns:a16="http://schemas.microsoft.com/office/drawing/2014/main" id="{988CDE49-28E4-279D-62BA-54D3A1EF23B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52149" y="3385117"/>
            <a:ext cx="914400" cy="914400"/>
          </a:xfrm>
          <a:prstGeom prst="rect">
            <a:avLst/>
          </a:prstGeom>
        </p:spPr>
      </p:pic>
      <p:pic>
        <p:nvPicPr>
          <p:cNvPr id="28" name="Graphic 27" descr="Marker with solid fill">
            <a:extLst>
              <a:ext uri="{FF2B5EF4-FFF2-40B4-BE49-F238E27FC236}">
                <a16:creationId xmlns:a16="http://schemas.microsoft.com/office/drawing/2014/main" id="{37578AA6-915F-7105-61DD-ADA8B25A19A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552149" y="4840532"/>
            <a:ext cx="914400" cy="914400"/>
          </a:xfrm>
          <a:prstGeom prst="rect">
            <a:avLst/>
          </a:prstGeom>
        </p:spPr>
      </p:pic>
      <p:pic>
        <p:nvPicPr>
          <p:cNvPr id="14" name="Graphic 13" descr="Chat with solid fill">
            <a:extLst>
              <a:ext uri="{FF2B5EF4-FFF2-40B4-BE49-F238E27FC236}">
                <a16:creationId xmlns:a16="http://schemas.microsoft.com/office/drawing/2014/main" id="{7C47AD9C-6571-5042-88A3-A373F623EFC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66330" y="5707717"/>
            <a:ext cx="914400" cy="914400"/>
          </a:xfrm>
          <a:prstGeom prst="rect">
            <a:avLst/>
          </a:prstGeom>
        </p:spPr>
      </p:pic>
      <p:pic>
        <p:nvPicPr>
          <p:cNvPr id="17" name="Graphic 16" descr="Graduation cap with solid fill">
            <a:extLst>
              <a:ext uri="{FF2B5EF4-FFF2-40B4-BE49-F238E27FC236}">
                <a16:creationId xmlns:a16="http://schemas.microsoft.com/office/drawing/2014/main" id="{EC3CE038-02AF-9EDD-6F51-5B45937F74C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208155" y="5707717"/>
            <a:ext cx="914400" cy="914400"/>
          </a:xfrm>
          <a:prstGeom prst="rect">
            <a:avLst/>
          </a:prstGeom>
        </p:spPr>
      </p:pic>
      <p:pic>
        <p:nvPicPr>
          <p:cNvPr id="18" name="Graphic 17" descr="Research with solid fill">
            <a:extLst>
              <a:ext uri="{FF2B5EF4-FFF2-40B4-BE49-F238E27FC236}">
                <a16:creationId xmlns:a16="http://schemas.microsoft.com/office/drawing/2014/main" id="{55418188-46CF-F2F9-1600-B8F823D84C1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39874" y="5707717"/>
            <a:ext cx="914400" cy="914400"/>
          </a:xfrm>
          <a:prstGeom prst="rect">
            <a:avLst/>
          </a:prstGeom>
        </p:spPr>
      </p:pic>
      <p:pic>
        <p:nvPicPr>
          <p:cNvPr id="19" name="Graphic 18" descr="Marker with solid fill">
            <a:extLst>
              <a:ext uri="{FF2B5EF4-FFF2-40B4-BE49-F238E27FC236}">
                <a16:creationId xmlns:a16="http://schemas.microsoft.com/office/drawing/2014/main" id="{1F555777-B25C-D7AD-F0C4-E9CD807D138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575391" y="57984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02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CDBF24-A645-4475-77C4-87A877F3B86B}"/>
              </a:ext>
            </a:extLst>
          </p:cNvPr>
          <p:cNvSpPr/>
          <p:nvPr/>
        </p:nvSpPr>
        <p:spPr>
          <a:xfrm flipH="1" flipV="1">
            <a:off x="0" y="-3"/>
            <a:ext cx="12191997" cy="516469"/>
          </a:xfrm>
          <a:custGeom>
            <a:avLst/>
            <a:gdLst>
              <a:gd name="connsiteX0" fmla="*/ 3428999 w 12191997"/>
              <a:gd name="connsiteY0" fmla="*/ 516469 h 516469"/>
              <a:gd name="connsiteX1" fmla="*/ 0 w 12191997"/>
              <a:gd name="connsiteY1" fmla="*/ 516469 h 516469"/>
              <a:gd name="connsiteX2" fmla="*/ 0 w 12191997"/>
              <a:gd name="connsiteY2" fmla="*/ 0 h 516469"/>
              <a:gd name="connsiteX3" fmla="*/ 3170765 w 12191997"/>
              <a:gd name="connsiteY3" fmla="*/ 0 h 516469"/>
              <a:gd name="connsiteX4" fmla="*/ 3428999 w 12191997"/>
              <a:gd name="connsiteY4" fmla="*/ 258235 h 516469"/>
              <a:gd name="connsiteX5" fmla="*/ 3428999 w 12191997"/>
              <a:gd name="connsiteY5" fmla="*/ 262466 h 516469"/>
              <a:gd name="connsiteX6" fmla="*/ 12191997 w 12191997"/>
              <a:gd name="connsiteY6" fmla="*/ 262466 h 516469"/>
              <a:gd name="connsiteX7" fmla="*/ 12191997 w 12191997"/>
              <a:gd name="connsiteY7" fmla="*/ 516466 h 516469"/>
              <a:gd name="connsiteX8" fmla="*/ 3428999 w 12191997"/>
              <a:gd name="connsiteY8" fmla="*/ 516466 h 51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7" h="516469">
                <a:moveTo>
                  <a:pt x="3428999" y="516469"/>
                </a:moveTo>
                <a:lnTo>
                  <a:pt x="0" y="516469"/>
                </a:lnTo>
                <a:lnTo>
                  <a:pt x="0" y="0"/>
                </a:lnTo>
                <a:lnTo>
                  <a:pt x="3170765" y="0"/>
                </a:lnTo>
                <a:lnTo>
                  <a:pt x="3428999" y="258235"/>
                </a:lnTo>
                <a:lnTo>
                  <a:pt x="3428999" y="262466"/>
                </a:lnTo>
                <a:lnTo>
                  <a:pt x="12191997" y="262466"/>
                </a:lnTo>
                <a:lnTo>
                  <a:pt x="12191997" y="516466"/>
                </a:lnTo>
                <a:lnTo>
                  <a:pt x="3428999" y="516466"/>
                </a:lnTo>
                <a:close/>
              </a:path>
            </a:pathLst>
          </a:custGeom>
          <a:solidFill>
            <a:schemeClr val="bg1"/>
          </a:solidFill>
          <a:ln>
            <a:gradFill flip="none" rotWithShape="1">
              <a:gsLst>
                <a:gs pos="100000">
                  <a:schemeClr val="bg1"/>
                </a:gs>
                <a:gs pos="0">
                  <a:srgbClr val="E0144C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663C43D-71EA-C6B5-3E27-5F752AB04E63}"/>
              </a:ext>
            </a:extLst>
          </p:cNvPr>
          <p:cNvSpPr/>
          <p:nvPr/>
        </p:nvSpPr>
        <p:spPr>
          <a:xfrm>
            <a:off x="3" y="6498077"/>
            <a:ext cx="12191997" cy="359923"/>
          </a:xfrm>
          <a:custGeom>
            <a:avLst/>
            <a:gdLst>
              <a:gd name="connsiteX0" fmla="*/ 3428999 w 12191997"/>
              <a:gd name="connsiteY0" fmla="*/ 516469 h 516469"/>
              <a:gd name="connsiteX1" fmla="*/ 0 w 12191997"/>
              <a:gd name="connsiteY1" fmla="*/ 516469 h 516469"/>
              <a:gd name="connsiteX2" fmla="*/ 0 w 12191997"/>
              <a:gd name="connsiteY2" fmla="*/ 0 h 516469"/>
              <a:gd name="connsiteX3" fmla="*/ 3170765 w 12191997"/>
              <a:gd name="connsiteY3" fmla="*/ 0 h 516469"/>
              <a:gd name="connsiteX4" fmla="*/ 3428999 w 12191997"/>
              <a:gd name="connsiteY4" fmla="*/ 258235 h 516469"/>
              <a:gd name="connsiteX5" fmla="*/ 3428999 w 12191997"/>
              <a:gd name="connsiteY5" fmla="*/ 262466 h 516469"/>
              <a:gd name="connsiteX6" fmla="*/ 12191997 w 12191997"/>
              <a:gd name="connsiteY6" fmla="*/ 262466 h 516469"/>
              <a:gd name="connsiteX7" fmla="*/ 12191997 w 12191997"/>
              <a:gd name="connsiteY7" fmla="*/ 516466 h 516469"/>
              <a:gd name="connsiteX8" fmla="*/ 3428999 w 12191997"/>
              <a:gd name="connsiteY8" fmla="*/ 516466 h 51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7" h="516469">
                <a:moveTo>
                  <a:pt x="3428999" y="516469"/>
                </a:moveTo>
                <a:lnTo>
                  <a:pt x="0" y="516469"/>
                </a:lnTo>
                <a:lnTo>
                  <a:pt x="0" y="0"/>
                </a:lnTo>
                <a:lnTo>
                  <a:pt x="3170765" y="0"/>
                </a:lnTo>
                <a:lnTo>
                  <a:pt x="3428999" y="258235"/>
                </a:lnTo>
                <a:lnTo>
                  <a:pt x="3428999" y="262466"/>
                </a:lnTo>
                <a:lnTo>
                  <a:pt x="12191997" y="262466"/>
                </a:lnTo>
                <a:lnTo>
                  <a:pt x="12191997" y="516466"/>
                </a:lnTo>
                <a:lnTo>
                  <a:pt x="3428999" y="516466"/>
                </a:lnTo>
                <a:close/>
              </a:path>
            </a:pathLst>
          </a:custGeom>
          <a:solidFill>
            <a:schemeClr val="bg1"/>
          </a:solidFill>
          <a:ln>
            <a:gradFill flip="none" rotWithShape="1">
              <a:gsLst>
                <a:gs pos="75000">
                  <a:schemeClr val="bg1"/>
                </a:gs>
                <a:gs pos="0">
                  <a:srgbClr val="E0144C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D13C7-BD7B-0A0C-4F6E-0588485CBD94}"/>
              </a:ext>
            </a:extLst>
          </p:cNvPr>
          <p:cNvSpPr txBox="1"/>
          <p:nvPr/>
        </p:nvSpPr>
        <p:spPr>
          <a:xfrm>
            <a:off x="8988357" y="-41851"/>
            <a:ext cx="27626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50" dirty="0">
                <a:solidFill>
                  <a:srgbClr val="00529C"/>
                </a:solidFill>
                <a:latin typeface="Franklin Gothic Heavy" panose="020B0903020102020204" pitchFamily="34" charset="0"/>
              </a:rPr>
              <a:t>A U S T I N </a:t>
            </a:r>
            <a:r>
              <a:rPr lang="en-US" sz="2400" b="1" spc="150" dirty="0">
                <a:solidFill>
                  <a:srgbClr val="E0144C"/>
                </a:solidFill>
                <a:latin typeface="Franklin Gothic Heavy" panose="020B0903020102020204" pitchFamily="34" charset="0"/>
              </a:rPr>
              <a:t>T E L</a:t>
            </a:r>
          </a:p>
          <a:p>
            <a:r>
              <a:rPr lang="en-US" sz="900" b="1" spc="280" dirty="0">
                <a:gradFill flip="none" rotWithShape="1">
                  <a:gsLst>
                    <a:gs pos="75000">
                      <a:srgbClr val="E0144C"/>
                    </a:gs>
                    <a:gs pos="0">
                      <a:srgbClr val="00529C"/>
                    </a:gs>
                  </a:gsLst>
                  <a:lin ang="0" scaled="1"/>
                  <a:tileRect/>
                </a:gradFill>
                <a:latin typeface="Segoe UI Light" panose="020B0502040204020203" pitchFamily="34" charset="0"/>
                <a:cs typeface="Segoe UI Light" panose="020B0502040204020203" pitchFamily="34" charset="0"/>
              </a:rPr>
              <a:t>AUSTIN REAL ESTATE INSIGHTS</a:t>
            </a:r>
            <a:endParaRPr lang="en-IN" sz="900" b="1" spc="280" dirty="0">
              <a:gradFill flip="none" rotWithShape="1">
                <a:gsLst>
                  <a:gs pos="75000">
                    <a:srgbClr val="E0144C"/>
                  </a:gs>
                  <a:gs pos="0">
                    <a:srgbClr val="00529C"/>
                  </a:gs>
                </a:gsLst>
                <a:lin ang="0" scaled="1"/>
                <a:tileRect/>
              </a:gra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0DFF9A-4987-4F42-6B30-7C4716595537}"/>
              </a:ext>
            </a:extLst>
          </p:cNvPr>
          <p:cNvGrpSpPr/>
          <p:nvPr/>
        </p:nvGrpSpPr>
        <p:grpSpPr>
          <a:xfrm>
            <a:off x="11625927" y="33499"/>
            <a:ext cx="524375" cy="449463"/>
            <a:chOff x="8166775" y="1816516"/>
            <a:chExt cx="800100" cy="68579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9BD56E-751F-086E-D53B-ECDEE4766D0E}"/>
                </a:ext>
              </a:extLst>
            </p:cNvPr>
            <p:cNvSpPr/>
            <p:nvPr/>
          </p:nvSpPr>
          <p:spPr>
            <a:xfrm>
              <a:off x="8166775" y="1816516"/>
              <a:ext cx="800100" cy="417194"/>
            </a:xfrm>
            <a:custGeom>
              <a:avLst/>
              <a:gdLst>
                <a:gd name="connsiteX0" fmla="*/ 400050 w 800100"/>
                <a:gd name="connsiteY0" fmla="*/ 0 h 417194"/>
                <a:gd name="connsiteX1" fmla="*/ 400050 w 800100"/>
                <a:gd name="connsiteY1" fmla="*/ 0 h 417194"/>
                <a:gd name="connsiteX2" fmla="*/ 0 w 800100"/>
                <a:gd name="connsiteY2" fmla="*/ 381000 h 417194"/>
                <a:gd name="connsiteX3" fmla="*/ 42863 w 800100"/>
                <a:gd name="connsiteY3" fmla="*/ 417195 h 417194"/>
                <a:gd name="connsiteX4" fmla="*/ 400050 w 800100"/>
                <a:gd name="connsiteY4" fmla="*/ 78105 h 417194"/>
                <a:gd name="connsiteX5" fmla="*/ 400050 w 800100"/>
                <a:gd name="connsiteY5" fmla="*/ 78105 h 417194"/>
                <a:gd name="connsiteX6" fmla="*/ 757238 w 800100"/>
                <a:gd name="connsiteY6" fmla="*/ 417195 h 417194"/>
                <a:gd name="connsiteX7" fmla="*/ 800100 w 800100"/>
                <a:gd name="connsiteY7" fmla="*/ 381000 h 417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0100" h="417194">
                  <a:moveTo>
                    <a:pt x="400050" y="0"/>
                  </a:moveTo>
                  <a:lnTo>
                    <a:pt x="400050" y="0"/>
                  </a:lnTo>
                  <a:lnTo>
                    <a:pt x="0" y="381000"/>
                  </a:lnTo>
                  <a:lnTo>
                    <a:pt x="42863" y="417195"/>
                  </a:lnTo>
                  <a:lnTo>
                    <a:pt x="400050" y="78105"/>
                  </a:lnTo>
                  <a:lnTo>
                    <a:pt x="400050" y="78105"/>
                  </a:lnTo>
                  <a:lnTo>
                    <a:pt x="757238" y="417195"/>
                  </a:lnTo>
                  <a:lnTo>
                    <a:pt x="800100" y="381000"/>
                  </a:lnTo>
                  <a:close/>
                </a:path>
              </a:pathLst>
            </a:custGeom>
            <a:gradFill flip="none" rotWithShape="1">
              <a:gsLst>
                <a:gs pos="68000">
                  <a:srgbClr val="E0144C"/>
                </a:gs>
                <a:gs pos="33000">
                  <a:srgbClr val="00529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F4B5F-8D55-E2FB-AF68-BEEDEF30155C}"/>
                </a:ext>
              </a:extLst>
            </p:cNvPr>
            <p:cNvSpPr/>
            <p:nvPr/>
          </p:nvSpPr>
          <p:spPr>
            <a:xfrm>
              <a:off x="8281074" y="1947960"/>
              <a:ext cx="571500" cy="554355"/>
            </a:xfrm>
            <a:custGeom>
              <a:avLst/>
              <a:gdLst>
                <a:gd name="connsiteX0" fmla="*/ 285750 w 571500"/>
                <a:gd name="connsiteY0" fmla="*/ 0 h 554355"/>
                <a:gd name="connsiteX1" fmla="*/ 571500 w 571500"/>
                <a:gd name="connsiteY1" fmla="*/ 271463 h 554355"/>
                <a:gd name="connsiteX2" fmla="*/ 571500 w 571500"/>
                <a:gd name="connsiteY2" fmla="*/ 554355 h 554355"/>
                <a:gd name="connsiteX3" fmla="*/ 441133 w 571500"/>
                <a:gd name="connsiteY3" fmla="*/ 554355 h 554355"/>
                <a:gd name="connsiteX4" fmla="*/ 342900 w 571500"/>
                <a:gd name="connsiteY4" fmla="*/ 554355 h 554355"/>
                <a:gd name="connsiteX5" fmla="*/ 228600 w 571500"/>
                <a:gd name="connsiteY5" fmla="*/ 554355 h 554355"/>
                <a:gd name="connsiteX6" fmla="*/ 130366 w 571500"/>
                <a:gd name="connsiteY6" fmla="*/ 554355 h 554355"/>
                <a:gd name="connsiteX7" fmla="*/ 0 w 571500"/>
                <a:gd name="connsiteY7" fmla="*/ 554355 h 554355"/>
                <a:gd name="connsiteX8" fmla="*/ 0 w 571500"/>
                <a:gd name="connsiteY8" fmla="*/ 271463 h 55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0" h="554355">
                  <a:moveTo>
                    <a:pt x="285750" y="0"/>
                  </a:moveTo>
                  <a:lnTo>
                    <a:pt x="571500" y="271463"/>
                  </a:lnTo>
                  <a:lnTo>
                    <a:pt x="571500" y="554355"/>
                  </a:lnTo>
                  <a:lnTo>
                    <a:pt x="441133" y="554355"/>
                  </a:lnTo>
                  <a:lnTo>
                    <a:pt x="342900" y="554355"/>
                  </a:lnTo>
                  <a:lnTo>
                    <a:pt x="228600" y="554355"/>
                  </a:lnTo>
                  <a:lnTo>
                    <a:pt x="130366" y="554355"/>
                  </a:lnTo>
                  <a:lnTo>
                    <a:pt x="0" y="554355"/>
                  </a:lnTo>
                  <a:lnTo>
                    <a:pt x="0" y="271463"/>
                  </a:lnTo>
                  <a:close/>
                </a:path>
              </a:pathLst>
            </a:custGeom>
            <a:gradFill flip="none" rotWithShape="1">
              <a:gsLst>
                <a:gs pos="89000">
                  <a:srgbClr val="E0144C"/>
                </a:gs>
                <a:gs pos="33000">
                  <a:srgbClr val="00529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pic>
          <p:nvPicPr>
            <p:cNvPr id="11" name="Graphic 10" descr="Research with solid fill">
              <a:extLst>
                <a:ext uri="{FF2B5EF4-FFF2-40B4-BE49-F238E27FC236}">
                  <a16:creationId xmlns:a16="http://schemas.microsoft.com/office/drawing/2014/main" id="{BF5B24BB-CEBB-FED3-2EBE-9A70B6FCC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27502" y="2090782"/>
              <a:ext cx="359923" cy="359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249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94CCD-8E9F-2293-39DF-A4942B3A5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E7339-48D8-D81D-29C1-712CFBCFF0C1}"/>
              </a:ext>
            </a:extLst>
          </p:cNvPr>
          <p:cNvSpPr/>
          <p:nvPr/>
        </p:nvSpPr>
        <p:spPr>
          <a:xfrm>
            <a:off x="5477647" y="241297"/>
            <a:ext cx="74910" cy="64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6" name="Picture 12" descr="aerial photography of houses">
            <a:extLst>
              <a:ext uri="{FF2B5EF4-FFF2-40B4-BE49-F238E27FC236}">
                <a16:creationId xmlns:a16="http://schemas.microsoft.com/office/drawing/2014/main" id="{A3D120B1-BA17-EEFD-FD32-088A4392E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61C6A8-557C-0CA8-D08E-92B30D29D9F7}"/>
              </a:ext>
            </a:extLst>
          </p:cNvPr>
          <p:cNvSpPr/>
          <p:nvPr/>
        </p:nvSpPr>
        <p:spPr>
          <a:xfrm>
            <a:off x="740627" y="0"/>
            <a:ext cx="3996394" cy="685799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algn="just"/>
            <a:r>
              <a:rPr lang="en-IN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Welcome to </a:t>
            </a:r>
            <a:r>
              <a:rPr lang="en-IN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the AUSTINTEL </a:t>
            </a:r>
            <a:r>
              <a:rPr lang="en-IN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Real Estate Insights Tool!</a:t>
            </a:r>
          </a:p>
          <a:p>
            <a:pPr algn="just"/>
            <a:endParaRPr lang="en-IN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just"/>
            <a:r>
              <a:rPr lang="en-IN" sz="1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 this tool, you will find a variety of views to help you evaluate listings in the Austin, Texas area. Please use the buttons to the right to navigate these views and have fun exploring!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D95948E-7F3B-D356-24D6-6155287B2E1B}"/>
              </a:ext>
            </a:extLst>
          </p:cNvPr>
          <p:cNvSpPr/>
          <p:nvPr/>
        </p:nvSpPr>
        <p:spPr>
          <a:xfrm flipH="1" flipV="1">
            <a:off x="0" y="-3"/>
            <a:ext cx="12191997" cy="516469"/>
          </a:xfrm>
          <a:custGeom>
            <a:avLst/>
            <a:gdLst>
              <a:gd name="connsiteX0" fmla="*/ 3428999 w 12191997"/>
              <a:gd name="connsiteY0" fmla="*/ 516469 h 516469"/>
              <a:gd name="connsiteX1" fmla="*/ 0 w 12191997"/>
              <a:gd name="connsiteY1" fmla="*/ 516469 h 516469"/>
              <a:gd name="connsiteX2" fmla="*/ 0 w 12191997"/>
              <a:gd name="connsiteY2" fmla="*/ 0 h 516469"/>
              <a:gd name="connsiteX3" fmla="*/ 3170765 w 12191997"/>
              <a:gd name="connsiteY3" fmla="*/ 0 h 516469"/>
              <a:gd name="connsiteX4" fmla="*/ 3428999 w 12191997"/>
              <a:gd name="connsiteY4" fmla="*/ 258235 h 516469"/>
              <a:gd name="connsiteX5" fmla="*/ 3428999 w 12191997"/>
              <a:gd name="connsiteY5" fmla="*/ 262466 h 516469"/>
              <a:gd name="connsiteX6" fmla="*/ 12191997 w 12191997"/>
              <a:gd name="connsiteY6" fmla="*/ 262466 h 516469"/>
              <a:gd name="connsiteX7" fmla="*/ 12191997 w 12191997"/>
              <a:gd name="connsiteY7" fmla="*/ 516466 h 516469"/>
              <a:gd name="connsiteX8" fmla="*/ 3428999 w 12191997"/>
              <a:gd name="connsiteY8" fmla="*/ 516466 h 51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7" h="516469">
                <a:moveTo>
                  <a:pt x="3428999" y="516469"/>
                </a:moveTo>
                <a:lnTo>
                  <a:pt x="0" y="516469"/>
                </a:lnTo>
                <a:lnTo>
                  <a:pt x="0" y="0"/>
                </a:lnTo>
                <a:lnTo>
                  <a:pt x="3170765" y="0"/>
                </a:lnTo>
                <a:lnTo>
                  <a:pt x="3428999" y="258235"/>
                </a:lnTo>
                <a:lnTo>
                  <a:pt x="3428999" y="262466"/>
                </a:lnTo>
                <a:lnTo>
                  <a:pt x="12191997" y="262466"/>
                </a:lnTo>
                <a:lnTo>
                  <a:pt x="12191997" y="516466"/>
                </a:lnTo>
                <a:lnTo>
                  <a:pt x="3428999" y="516466"/>
                </a:lnTo>
                <a:close/>
              </a:path>
            </a:pathLst>
          </a:custGeom>
          <a:solidFill>
            <a:schemeClr val="bg1"/>
          </a:solidFill>
          <a:ln>
            <a:gradFill flip="none" rotWithShape="1">
              <a:gsLst>
                <a:gs pos="100000">
                  <a:schemeClr val="bg1"/>
                </a:gs>
                <a:gs pos="0">
                  <a:srgbClr val="E0144C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5B7138-65D7-00E6-30B1-65C23E175045}"/>
              </a:ext>
            </a:extLst>
          </p:cNvPr>
          <p:cNvSpPr/>
          <p:nvPr/>
        </p:nvSpPr>
        <p:spPr>
          <a:xfrm>
            <a:off x="3" y="6498077"/>
            <a:ext cx="12191997" cy="359923"/>
          </a:xfrm>
          <a:custGeom>
            <a:avLst/>
            <a:gdLst>
              <a:gd name="connsiteX0" fmla="*/ 3428999 w 12191997"/>
              <a:gd name="connsiteY0" fmla="*/ 516469 h 516469"/>
              <a:gd name="connsiteX1" fmla="*/ 0 w 12191997"/>
              <a:gd name="connsiteY1" fmla="*/ 516469 h 516469"/>
              <a:gd name="connsiteX2" fmla="*/ 0 w 12191997"/>
              <a:gd name="connsiteY2" fmla="*/ 0 h 516469"/>
              <a:gd name="connsiteX3" fmla="*/ 3170765 w 12191997"/>
              <a:gd name="connsiteY3" fmla="*/ 0 h 516469"/>
              <a:gd name="connsiteX4" fmla="*/ 3428999 w 12191997"/>
              <a:gd name="connsiteY4" fmla="*/ 258235 h 516469"/>
              <a:gd name="connsiteX5" fmla="*/ 3428999 w 12191997"/>
              <a:gd name="connsiteY5" fmla="*/ 262466 h 516469"/>
              <a:gd name="connsiteX6" fmla="*/ 12191997 w 12191997"/>
              <a:gd name="connsiteY6" fmla="*/ 262466 h 516469"/>
              <a:gd name="connsiteX7" fmla="*/ 12191997 w 12191997"/>
              <a:gd name="connsiteY7" fmla="*/ 516466 h 516469"/>
              <a:gd name="connsiteX8" fmla="*/ 3428999 w 12191997"/>
              <a:gd name="connsiteY8" fmla="*/ 516466 h 51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7" h="516469">
                <a:moveTo>
                  <a:pt x="3428999" y="516469"/>
                </a:moveTo>
                <a:lnTo>
                  <a:pt x="0" y="516469"/>
                </a:lnTo>
                <a:lnTo>
                  <a:pt x="0" y="0"/>
                </a:lnTo>
                <a:lnTo>
                  <a:pt x="3170765" y="0"/>
                </a:lnTo>
                <a:lnTo>
                  <a:pt x="3428999" y="258235"/>
                </a:lnTo>
                <a:lnTo>
                  <a:pt x="3428999" y="262466"/>
                </a:lnTo>
                <a:lnTo>
                  <a:pt x="12191997" y="262466"/>
                </a:lnTo>
                <a:lnTo>
                  <a:pt x="12191997" y="516466"/>
                </a:lnTo>
                <a:lnTo>
                  <a:pt x="3428999" y="516466"/>
                </a:lnTo>
                <a:close/>
              </a:path>
            </a:pathLst>
          </a:custGeom>
          <a:solidFill>
            <a:schemeClr val="bg1"/>
          </a:solidFill>
          <a:ln>
            <a:gradFill flip="none" rotWithShape="1">
              <a:gsLst>
                <a:gs pos="75000">
                  <a:schemeClr val="bg1"/>
                </a:gs>
                <a:gs pos="0">
                  <a:srgbClr val="E0144C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6B791-4533-362D-879C-27C551146B33}"/>
              </a:ext>
            </a:extLst>
          </p:cNvPr>
          <p:cNvSpPr txBox="1"/>
          <p:nvPr/>
        </p:nvSpPr>
        <p:spPr>
          <a:xfrm>
            <a:off x="8988357" y="-41851"/>
            <a:ext cx="27626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50" dirty="0">
                <a:solidFill>
                  <a:srgbClr val="00529C"/>
                </a:solidFill>
                <a:latin typeface="Franklin Gothic Heavy" panose="020B0903020102020204" pitchFamily="34" charset="0"/>
              </a:rPr>
              <a:t>A U S T I N </a:t>
            </a:r>
            <a:r>
              <a:rPr lang="en-US" sz="2400" b="1" spc="150" dirty="0">
                <a:solidFill>
                  <a:srgbClr val="E0144C"/>
                </a:solidFill>
                <a:latin typeface="Franklin Gothic Heavy" panose="020B0903020102020204" pitchFamily="34" charset="0"/>
              </a:rPr>
              <a:t>T E L</a:t>
            </a:r>
          </a:p>
          <a:p>
            <a:r>
              <a:rPr lang="en-US" sz="900" b="1" spc="280" dirty="0">
                <a:gradFill flip="none" rotWithShape="1">
                  <a:gsLst>
                    <a:gs pos="75000">
                      <a:srgbClr val="E0144C"/>
                    </a:gs>
                    <a:gs pos="0">
                      <a:srgbClr val="00529C"/>
                    </a:gs>
                  </a:gsLst>
                  <a:lin ang="0" scaled="1"/>
                  <a:tileRect/>
                </a:gradFill>
                <a:latin typeface="Segoe UI Light" panose="020B0502040204020203" pitchFamily="34" charset="0"/>
                <a:cs typeface="Segoe UI Light" panose="020B0502040204020203" pitchFamily="34" charset="0"/>
              </a:rPr>
              <a:t>AUSTIN REAL ESTATE INSIGHTS</a:t>
            </a:r>
            <a:endParaRPr lang="en-IN" sz="900" b="1" spc="280" dirty="0">
              <a:gradFill flip="none" rotWithShape="1">
                <a:gsLst>
                  <a:gs pos="75000">
                    <a:srgbClr val="E0144C"/>
                  </a:gs>
                  <a:gs pos="0">
                    <a:srgbClr val="00529C"/>
                  </a:gs>
                </a:gsLst>
                <a:lin ang="0" scaled="1"/>
                <a:tileRect/>
              </a:gra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C580D4-EBB9-7D56-C6AF-75992893587D}"/>
              </a:ext>
            </a:extLst>
          </p:cNvPr>
          <p:cNvGrpSpPr/>
          <p:nvPr/>
        </p:nvGrpSpPr>
        <p:grpSpPr>
          <a:xfrm>
            <a:off x="11625927" y="33499"/>
            <a:ext cx="524375" cy="449463"/>
            <a:chOff x="8166775" y="1816516"/>
            <a:chExt cx="800100" cy="68579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599377-15E2-6569-3EFA-1FBF0C7E90CF}"/>
                </a:ext>
              </a:extLst>
            </p:cNvPr>
            <p:cNvSpPr/>
            <p:nvPr/>
          </p:nvSpPr>
          <p:spPr>
            <a:xfrm>
              <a:off x="8166775" y="1816516"/>
              <a:ext cx="800100" cy="417194"/>
            </a:xfrm>
            <a:custGeom>
              <a:avLst/>
              <a:gdLst>
                <a:gd name="connsiteX0" fmla="*/ 400050 w 800100"/>
                <a:gd name="connsiteY0" fmla="*/ 0 h 417194"/>
                <a:gd name="connsiteX1" fmla="*/ 400050 w 800100"/>
                <a:gd name="connsiteY1" fmla="*/ 0 h 417194"/>
                <a:gd name="connsiteX2" fmla="*/ 0 w 800100"/>
                <a:gd name="connsiteY2" fmla="*/ 381000 h 417194"/>
                <a:gd name="connsiteX3" fmla="*/ 42863 w 800100"/>
                <a:gd name="connsiteY3" fmla="*/ 417195 h 417194"/>
                <a:gd name="connsiteX4" fmla="*/ 400050 w 800100"/>
                <a:gd name="connsiteY4" fmla="*/ 78105 h 417194"/>
                <a:gd name="connsiteX5" fmla="*/ 400050 w 800100"/>
                <a:gd name="connsiteY5" fmla="*/ 78105 h 417194"/>
                <a:gd name="connsiteX6" fmla="*/ 757238 w 800100"/>
                <a:gd name="connsiteY6" fmla="*/ 417195 h 417194"/>
                <a:gd name="connsiteX7" fmla="*/ 800100 w 800100"/>
                <a:gd name="connsiteY7" fmla="*/ 381000 h 417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0100" h="417194">
                  <a:moveTo>
                    <a:pt x="400050" y="0"/>
                  </a:moveTo>
                  <a:lnTo>
                    <a:pt x="400050" y="0"/>
                  </a:lnTo>
                  <a:lnTo>
                    <a:pt x="0" y="381000"/>
                  </a:lnTo>
                  <a:lnTo>
                    <a:pt x="42863" y="417195"/>
                  </a:lnTo>
                  <a:lnTo>
                    <a:pt x="400050" y="78105"/>
                  </a:lnTo>
                  <a:lnTo>
                    <a:pt x="400050" y="78105"/>
                  </a:lnTo>
                  <a:lnTo>
                    <a:pt x="757238" y="417195"/>
                  </a:lnTo>
                  <a:lnTo>
                    <a:pt x="800100" y="381000"/>
                  </a:lnTo>
                  <a:close/>
                </a:path>
              </a:pathLst>
            </a:custGeom>
            <a:gradFill flip="none" rotWithShape="1">
              <a:gsLst>
                <a:gs pos="68000">
                  <a:srgbClr val="E0144C"/>
                </a:gs>
                <a:gs pos="33000">
                  <a:srgbClr val="00529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73048D-831D-B3BB-FB88-673A2A2A4F03}"/>
                </a:ext>
              </a:extLst>
            </p:cNvPr>
            <p:cNvSpPr/>
            <p:nvPr/>
          </p:nvSpPr>
          <p:spPr>
            <a:xfrm>
              <a:off x="8281074" y="1947960"/>
              <a:ext cx="571500" cy="554355"/>
            </a:xfrm>
            <a:custGeom>
              <a:avLst/>
              <a:gdLst>
                <a:gd name="connsiteX0" fmla="*/ 285750 w 571500"/>
                <a:gd name="connsiteY0" fmla="*/ 0 h 554355"/>
                <a:gd name="connsiteX1" fmla="*/ 571500 w 571500"/>
                <a:gd name="connsiteY1" fmla="*/ 271463 h 554355"/>
                <a:gd name="connsiteX2" fmla="*/ 571500 w 571500"/>
                <a:gd name="connsiteY2" fmla="*/ 554355 h 554355"/>
                <a:gd name="connsiteX3" fmla="*/ 441133 w 571500"/>
                <a:gd name="connsiteY3" fmla="*/ 554355 h 554355"/>
                <a:gd name="connsiteX4" fmla="*/ 342900 w 571500"/>
                <a:gd name="connsiteY4" fmla="*/ 554355 h 554355"/>
                <a:gd name="connsiteX5" fmla="*/ 228600 w 571500"/>
                <a:gd name="connsiteY5" fmla="*/ 554355 h 554355"/>
                <a:gd name="connsiteX6" fmla="*/ 130366 w 571500"/>
                <a:gd name="connsiteY6" fmla="*/ 554355 h 554355"/>
                <a:gd name="connsiteX7" fmla="*/ 0 w 571500"/>
                <a:gd name="connsiteY7" fmla="*/ 554355 h 554355"/>
                <a:gd name="connsiteX8" fmla="*/ 0 w 571500"/>
                <a:gd name="connsiteY8" fmla="*/ 271463 h 55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0" h="554355">
                  <a:moveTo>
                    <a:pt x="285750" y="0"/>
                  </a:moveTo>
                  <a:lnTo>
                    <a:pt x="571500" y="271463"/>
                  </a:lnTo>
                  <a:lnTo>
                    <a:pt x="571500" y="554355"/>
                  </a:lnTo>
                  <a:lnTo>
                    <a:pt x="441133" y="554355"/>
                  </a:lnTo>
                  <a:lnTo>
                    <a:pt x="342900" y="554355"/>
                  </a:lnTo>
                  <a:lnTo>
                    <a:pt x="228600" y="554355"/>
                  </a:lnTo>
                  <a:lnTo>
                    <a:pt x="130366" y="554355"/>
                  </a:lnTo>
                  <a:lnTo>
                    <a:pt x="0" y="554355"/>
                  </a:lnTo>
                  <a:lnTo>
                    <a:pt x="0" y="271463"/>
                  </a:lnTo>
                  <a:close/>
                </a:path>
              </a:pathLst>
            </a:custGeom>
            <a:gradFill flip="none" rotWithShape="1">
              <a:gsLst>
                <a:gs pos="89000">
                  <a:srgbClr val="E0144C"/>
                </a:gs>
                <a:gs pos="33000">
                  <a:srgbClr val="00529C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pic>
          <p:nvPicPr>
            <p:cNvPr id="11" name="Graphic 10" descr="Research with solid fill">
              <a:extLst>
                <a:ext uri="{FF2B5EF4-FFF2-40B4-BE49-F238E27FC236}">
                  <a16:creationId xmlns:a16="http://schemas.microsoft.com/office/drawing/2014/main" id="{7173CF8A-A468-B0C4-E3F1-1772B76C2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27502" y="2090782"/>
              <a:ext cx="359923" cy="359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384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8203E"/>
      </a:accent1>
      <a:accent2>
        <a:srgbClr val="17324F"/>
      </a:accent2>
      <a:accent3>
        <a:srgbClr val="274560"/>
      </a:accent3>
      <a:accent4>
        <a:srgbClr val="365771"/>
      </a:accent4>
      <a:accent5>
        <a:srgbClr val="466A82"/>
      </a:accent5>
      <a:accent6>
        <a:srgbClr val="557C93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79</Words>
  <Application>Microsoft Office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Franklin Gothic Heavy</vt:lpstr>
      <vt:lpstr>Segoe UI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3</cp:revision>
  <dcterms:created xsi:type="dcterms:W3CDTF">2025-05-09T16:45:49Z</dcterms:created>
  <dcterms:modified xsi:type="dcterms:W3CDTF">2025-05-11T20:53:37Z</dcterms:modified>
</cp:coreProperties>
</file>