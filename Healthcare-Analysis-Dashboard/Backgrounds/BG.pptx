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8" r:id="rId4"/>
    <p:sldId id="257"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0808"/>
    <a:srgbClr val="F1F1F1"/>
    <a:srgbClr val="FFFFFF"/>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41" autoAdjust="0"/>
    <p:restoredTop sz="94660"/>
  </p:normalViewPr>
  <p:slideViewPr>
    <p:cSldViewPr snapToGrid="0">
      <p:cViewPr varScale="1">
        <p:scale>
          <a:sx n="90" d="100"/>
          <a:sy n="90" d="100"/>
        </p:scale>
        <p:origin x="82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2D15-49AA-49D2-34E9-C36C16C405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45D19F-2C5E-1913-6364-11690E43FE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7A6134-8F3D-5DA8-3DEE-854F698F4147}"/>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5" name="Footer Placeholder 4">
            <a:extLst>
              <a:ext uri="{FF2B5EF4-FFF2-40B4-BE49-F238E27FC236}">
                <a16:creationId xmlns:a16="http://schemas.microsoft.com/office/drawing/2014/main" id="{CDE66E08-AE99-6DB7-238B-C4629B9903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50E69F-5C2C-7DBC-4A0E-23B7AFCF6772}"/>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1705759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5EFBE-0505-51BC-F7A0-61599AE5CF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28D1DE-665C-2B82-D76B-F986BEF1BE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7DEBBC-E437-71C1-631E-37EE983C31A5}"/>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5" name="Footer Placeholder 4">
            <a:extLst>
              <a:ext uri="{FF2B5EF4-FFF2-40B4-BE49-F238E27FC236}">
                <a16:creationId xmlns:a16="http://schemas.microsoft.com/office/drawing/2014/main" id="{F8AB7E0B-229D-C8D5-43B5-7655C53785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0219FC-FC70-72DE-F1C1-FC6FEADF2ECB}"/>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3030808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6143F-6C02-07FE-AB07-5B64E26D63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043C261-A771-54D9-BC34-9284DB3B55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7CDF60-957C-A791-88F6-142B49A8C1BC}"/>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5" name="Footer Placeholder 4">
            <a:extLst>
              <a:ext uri="{FF2B5EF4-FFF2-40B4-BE49-F238E27FC236}">
                <a16:creationId xmlns:a16="http://schemas.microsoft.com/office/drawing/2014/main" id="{63E8BF40-1539-1649-8B09-91DA481519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53EF25-D8D3-1503-1A8E-DF2ACA9BECBC}"/>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4015264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3C94F-C56E-A2E0-82BC-629C46DED8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101B57-FDAF-ABF3-73FE-D19F9B8DFF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FB4C1A-CB07-D548-0308-C8FB810831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47DB41-C89E-D282-BB1E-C6BAB9CEA4B1}"/>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6" name="Footer Placeholder 5">
            <a:extLst>
              <a:ext uri="{FF2B5EF4-FFF2-40B4-BE49-F238E27FC236}">
                <a16:creationId xmlns:a16="http://schemas.microsoft.com/office/drawing/2014/main" id="{DC71E19F-60A7-EAEC-E603-AC4A528EE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E78571-95DD-C1DE-E7E0-3B63B307C76E}"/>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928327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5B28-C1DF-CEBD-65F7-6B23DFDF67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DD0E7B-FBD4-52B3-2302-0362D1EDD6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82611D-64A1-C082-3486-2C3D9277DD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FF014C-FC6B-320C-3ACA-55429E8285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00CACA-37F8-0C37-D71C-EF1FDA5928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311791-8FD9-F13D-0975-9F77A53BDD8F}"/>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8" name="Footer Placeholder 7">
            <a:extLst>
              <a:ext uri="{FF2B5EF4-FFF2-40B4-BE49-F238E27FC236}">
                <a16:creationId xmlns:a16="http://schemas.microsoft.com/office/drawing/2014/main" id="{628DB0CC-A08F-8C3A-47A4-65AF9A416B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55430D-120B-4EF7-C579-08EBC5A5D2FE}"/>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462823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C8146-BDBA-6D84-776B-BF92D4FFE6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94656B-EE1F-FF1E-6B01-AAC9CC65A914}"/>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4" name="Footer Placeholder 3">
            <a:extLst>
              <a:ext uri="{FF2B5EF4-FFF2-40B4-BE49-F238E27FC236}">
                <a16:creationId xmlns:a16="http://schemas.microsoft.com/office/drawing/2014/main" id="{20DF5E63-6BB2-44E4-B705-DE32917EEB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4C60C2D-F34C-51F6-173B-0F618E7F43F0}"/>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3242035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8A01B1-AAFB-9423-C5AE-8B7776452A7F}"/>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3" name="Footer Placeholder 2">
            <a:extLst>
              <a:ext uri="{FF2B5EF4-FFF2-40B4-BE49-F238E27FC236}">
                <a16:creationId xmlns:a16="http://schemas.microsoft.com/office/drawing/2014/main" id="{087BC5AD-5981-5C79-EF5C-F3BEB33D2F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379D5E-58D7-1E22-2995-C4C0C1AFD940}"/>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1132710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DB6E8-BEBC-2787-54BD-3AFF157F0A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EDDC72-592E-F508-EC0C-220353178C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94072D-00F9-8E5B-73C7-B9AAB316CE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76F84-F2E3-7F95-02FC-1FE8B06C6542}"/>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6" name="Footer Placeholder 5">
            <a:extLst>
              <a:ext uri="{FF2B5EF4-FFF2-40B4-BE49-F238E27FC236}">
                <a16:creationId xmlns:a16="http://schemas.microsoft.com/office/drawing/2014/main" id="{9B4AC6DC-BB47-B504-867F-57B52A31C3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A4ADFC-8B50-30D6-7D5B-F7C69FE76012}"/>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3540860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7536A-1E47-E2D6-AB26-59CC5F599F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FBBE05-649C-1731-DEF0-1A5C3C5B3F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AEE9BA-1B60-67AB-D0E1-73D77310FE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0626AD-3A4F-A39F-5166-82A8B633915B}"/>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6" name="Footer Placeholder 5">
            <a:extLst>
              <a:ext uri="{FF2B5EF4-FFF2-40B4-BE49-F238E27FC236}">
                <a16:creationId xmlns:a16="http://schemas.microsoft.com/office/drawing/2014/main" id="{D74D8D82-D039-BD0A-C29B-EF8A8BD9C4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0ED83A-CEA8-5EBC-5BB5-27FEF1078FAA}"/>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744865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67D90-E64E-4D5E-10BE-3A35261E89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3CE2EF-E3C5-42B2-B0FA-C27C197EF4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D0D8C9-C050-BFA3-E0C0-8461DF69B826}"/>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5" name="Footer Placeholder 4">
            <a:extLst>
              <a:ext uri="{FF2B5EF4-FFF2-40B4-BE49-F238E27FC236}">
                <a16:creationId xmlns:a16="http://schemas.microsoft.com/office/drawing/2014/main" id="{2A277116-0D14-BC20-ADB2-FA82A6F876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0BD6A5-2F47-F0AB-80EF-7BFA15D4B0F4}"/>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931957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A31F5F-9497-72D4-EACF-FF5E599F7D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237058-2B58-87DA-EEA8-B367227736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57D593-D08E-D3A6-D4E8-70298B309995}"/>
              </a:ext>
            </a:extLst>
          </p:cNvPr>
          <p:cNvSpPr>
            <a:spLocks noGrp="1"/>
          </p:cNvSpPr>
          <p:nvPr>
            <p:ph type="dt" sz="half" idx="10"/>
          </p:nvPr>
        </p:nvSpPr>
        <p:spPr/>
        <p:txBody>
          <a:bodyPr/>
          <a:lstStyle/>
          <a:p>
            <a:fld id="{CE2F787A-C3AE-4499-93A7-7A6608FF4A23}" type="datetimeFigureOut">
              <a:rPr lang="en-IN" smtClean="0"/>
              <a:t>16-11-2025</a:t>
            </a:fld>
            <a:endParaRPr lang="en-IN"/>
          </a:p>
        </p:txBody>
      </p:sp>
      <p:sp>
        <p:nvSpPr>
          <p:cNvPr id="5" name="Footer Placeholder 4">
            <a:extLst>
              <a:ext uri="{FF2B5EF4-FFF2-40B4-BE49-F238E27FC236}">
                <a16:creationId xmlns:a16="http://schemas.microsoft.com/office/drawing/2014/main" id="{3D12C53D-ECF7-F90E-B121-9F9FDFF824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FD4B52-AD79-D8CA-B376-08CFBEDB2598}"/>
              </a:ext>
            </a:extLst>
          </p:cNvPr>
          <p:cNvSpPr>
            <a:spLocks noGrp="1"/>
          </p:cNvSpPr>
          <p:nvPr>
            <p:ph type="sldNum" sz="quarter" idx="12"/>
          </p:nvPr>
        </p:nvSpPr>
        <p:spPr/>
        <p:txBody>
          <a:bodyPr/>
          <a:lstStyle/>
          <a:p>
            <a:fld id="{7A3288FA-154D-41B4-94B6-F8A4D8A93883}" type="slidenum">
              <a:rPr lang="en-IN" smtClean="0"/>
              <a:t>‹#›</a:t>
            </a:fld>
            <a:endParaRPr lang="en-IN"/>
          </a:p>
        </p:txBody>
      </p:sp>
    </p:spTree>
    <p:extLst>
      <p:ext uri="{BB962C8B-B14F-4D97-AF65-F5344CB8AC3E}">
        <p14:creationId xmlns:p14="http://schemas.microsoft.com/office/powerpoint/2010/main" val="1117793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1A89FA-7107-65CC-58E0-ABEBB41E1E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8AB05A-63AA-559C-469D-28D71979ED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D5EFCD-990F-F863-6444-0C1DB18E8E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2F787A-C3AE-4499-93A7-7A6608FF4A23}" type="datetimeFigureOut">
              <a:rPr lang="en-IN" smtClean="0"/>
              <a:t>16-11-2025</a:t>
            </a:fld>
            <a:endParaRPr lang="en-IN"/>
          </a:p>
        </p:txBody>
      </p:sp>
      <p:sp>
        <p:nvSpPr>
          <p:cNvPr id="5" name="Footer Placeholder 4">
            <a:extLst>
              <a:ext uri="{FF2B5EF4-FFF2-40B4-BE49-F238E27FC236}">
                <a16:creationId xmlns:a16="http://schemas.microsoft.com/office/drawing/2014/main" id="{EAE37460-D59C-86B0-AF88-4F3DFC37C4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57C6F5-1623-5E34-9C24-770FEB8D3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3288FA-154D-41B4-94B6-F8A4D8A93883}" type="slidenum">
              <a:rPr lang="en-IN" smtClean="0"/>
              <a:t>‹#›</a:t>
            </a:fld>
            <a:endParaRPr lang="en-IN"/>
          </a:p>
        </p:txBody>
      </p:sp>
    </p:spTree>
    <p:extLst>
      <p:ext uri="{BB962C8B-B14F-4D97-AF65-F5344CB8AC3E}">
        <p14:creationId xmlns:p14="http://schemas.microsoft.com/office/powerpoint/2010/main" val="855545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C46AF-E0C4-3DCB-09FA-B6E1BDE836F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86A4DBD-AE54-6C45-DB2E-72904610B2C1}"/>
              </a:ext>
            </a:extLst>
          </p:cNvPr>
          <p:cNvSpPr/>
          <p:nvPr/>
        </p:nvSpPr>
        <p:spPr>
          <a:xfrm>
            <a:off x="65772" y="67377"/>
            <a:ext cx="12060455" cy="6708808"/>
          </a:xfrm>
          <a:prstGeom prst="roundRect">
            <a:avLst>
              <a:gd name="adj" fmla="val 45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0F954471-F93B-41B4-599B-0D55EF0124A0}"/>
              </a:ext>
            </a:extLst>
          </p:cNvPr>
          <p:cNvSpPr/>
          <p:nvPr/>
        </p:nvSpPr>
        <p:spPr>
          <a:xfrm flipH="1" flipV="1">
            <a:off x="168166" y="178669"/>
            <a:ext cx="11834648" cy="6505909"/>
          </a:xfrm>
          <a:prstGeom prst="roundRect">
            <a:avLst>
              <a:gd name="adj" fmla="val 43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62A4594-F6CB-049A-659D-E483FCF8F7F6}"/>
              </a:ext>
            </a:extLst>
          </p:cNvPr>
          <p:cNvSpPr/>
          <p:nvPr/>
        </p:nvSpPr>
        <p:spPr>
          <a:xfrm>
            <a:off x="273269" y="283779"/>
            <a:ext cx="11624442" cy="6285186"/>
          </a:xfrm>
          <a:prstGeom prst="roundRect">
            <a:avLst>
              <a:gd name="adj" fmla="val 3621"/>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Top Corners Rounded 6">
            <a:extLst>
              <a:ext uri="{FF2B5EF4-FFF2-40B4-BE49-F238E27FC236}">
                <a16:creationId xmlns:a16="http://schemas.microsoft.com/office/drawing/2014/main" id="{23E2BC5F-7878-CC92-7C52-DC4D62831EE2}"/>
              </a:ext>
            </a:extLst>
          </p:cNvPr>
          <p:cNvSpPr/>
          <p:nvPr/>
        </p:nvSpPr>
        <p:spPr>
          <a:xfrm>
            <a:off x="273269" y="283779"/>
            <a:ext cx="11624442" cy="515007"/>
          </a:xfrm>
          <a:prstGeom prst="round2SameRect">
            <a:avLst>
              <a:gd name="adj1" fmla="val 41837"/>
              <a:gd name="adj2" fmla="val 0"/>
            </a:avLst>
          </a:prstGeom>
          <a:solidFill>
            <a:schemeClr val="accent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069A970-98AF-8B88-7CB7-10E391D4E9AC}"/>
              </a:ext>
            </a:extLst>
          </p:cNvPr>
          <p:cNvGrpSpPr/>
          <p:nvPr/>
        </p:nvGrpSpPr>
        <p:grpSpPr>
          <a:xfrm>
            <a:off x="273269" y="283793"/>
            <a:ext cx="6313798" cy="6285171"/>
            <a:chOff x="273269" y="289035"/>
            <a:chExt cx="5958198" cy="6275339"/>
          </a:xfrm>
          <a:blipFill dpi="0" rotWithShape="1">
            <a:blip r:embed="rId2">
              <a:duotone>
                <a:prstClr val="black"/>
                <a:schemeClr val="accent2">
                  <a:tint val="45000"/>
                  <a:satMod val="400000"/>
                </a:schemeClr>
              </a:duotone>
            </a:blip>
            <a:srcRect/>
            <a:stretch>
              <a:fillRect/>
            </a:stretch>
          </a:blipFill>
        </p:grpSpPr>
        <p:sp>
          <p:nvSpPr>
            <p:cNvPr id="3" name="Rectangle: Rounded Corners 2">
              <a:extLst>
                <a:ext uri="{FF2B5EF4-FFF2-40B4-BE49-F238E27FC236}">
                  <a16:creationId xmlns:a16="http://schemas.microsoft.com/office/drawing/2014/main" id="{B3222017-F13E-9CC1-11FF-E7F5DBCF79E6}"/>
                </a:ext>
              </a:extLst>
            </p:cNvPr>
            <p:cNvSpPr/>
            <p:nvPr/>
          </p:nvSpPr>
          <p:spPr>
            <a:xfrm>
              <a:off x="273269" y="296096"/>
              <a:ext cx="5958198" cy="6268265"/>
            </a:xfrm>
            <a:prstGeom prst="roundRect">
              <a:avLst>
                <a:gd name="adj" fmla="val 362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C26F40A2-B016-2BE9-1E2A-1AE141772425}"/>
                </a:ext>
              </a:extLst>
            </p:cNvPr>
            <p:cNvSpPr/>
            <p:nvPr/>
          </p:nvSpPr>
          <p:spPr>
            <a:xfrm>
              <a:off x="5909733" y="289035"/>
              <a:ext cx="321734" cy="6275339"/>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9099E309-5885-3729-D594-2DA0DDE110EE}"/>
              </a:ext>
            </a:extLst>
          </p:cNvPr>
          <p:cNvSpPr/>
          <p:nvPr/>
        </p:nvSpPr>
        <p:spPr>
          <a:xfrm>
            <a:off x="914399" y="283779"/>
            <a:ext cx="4913897" cy="6285171"/>
          </a:xfrm>
          <a:prstGeom prst="rect">
            <a:avLst/>
          </a:prstGeom>
          <a:solidFill>
            <a:schemeClr val="accent1">
              <a:lumMod val="50000"/>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B194BACF-1269-99E7-BEF7-0B3D75406818}"/>
              </a:ext>
            </a:extLst>
          </p:cNvPr>
          <p:cNvSpPr txBox="1"/>
          <p:nvPr/>
        </p:nvSpPr>
        <p:spPr>
          <a:xfrm>
            <a:off x="993320" y="1720840"/>
            <a:ext cx="4756056" cy="3416320"/>
          </a:xfrm>
          <a:prstGeom prst="rect">
            <a:avLst/>
          </a:prstGeom>
          <a:noFill/>
        </p:spPr>
        <p:txBody>
          <a:bodyPr wrap="square" rtlCol="0">
            <a:spAutoFit/>
          </a:bodyPr>
          <a:lstStyle/>
          <a:p>
            <a:r>
              <a:rPr lang="en-US" sz="2400" b="1" dirty="0">
                <a:solidFill>
                  <a:schemeClr val="bg1"/>
                </a:solidFill>
              </a:rPr>
              <a:t>Welcome to the Healthcare Analysis Dashboard!</a:t>
            </a:r>
          </a:p>
          <a:p>
            <a:endParaRPr lang="en-US" sz="2400" b="1" dirty="0">
              <a:solidFill>
                <a:schemeClr val="bg1"/>
              </a:solidFill>
            </a:endParaRPr>
          </a:p>
          <a:p>
            <a:pPr algn="just"/>
            <a:r>
              <a:rPr lang="en-US" sz="1600" dirty="0">
                <a:solidFill>
                  <a:schemeClr val="bg1"/>
                </a:solidFill>
              </a:rPr>
              <a:t>This dashboard provides a comprehensive overview of patient data across various healthcare metrics. From detailed demographic breakdowns to in-depth trends in patient admissions, treatments, and costs, this dashboard offers valuable insights to help inform healthcare strategies. Navigate through the key sections to the right to explore trends, treatment patterns, and cost analysis across multiple medical conditions.</a:t>
            </a:r>
            <a:endParaRPr lang="en-IN" sz="1600" b="1" dirty="0">
              <a:solidFill>
                <a:schemeClr val="bg1"/>
              </a:solidFill>
            </a:endParaRPr>
          </a:p>
        </p:txBody>
      </p:sp>
      <p:sp>
        <p:nvSpPr>
          <p:cNvPr id="38" name="Rectangle 37">
            <a:extLst>
              <a:ext uri="{FF2B5EF4-FFF2-40B4-BE49-F238E27FC236}">
                <a16:creationId xmlns:a16="http://schemas.microsoft.com/office/drawing/2014/main" id="{374297AB-CD2E-2EDE-DBE7-1D4B52251E97}"/>
              </a:ext>
            </a:extLst>
          </p:cNvPr>
          <p:cNvSpPr/>
          <p:nvPr/>
        </p:nvSpPr>
        <p:spPr>
          <a:xfrm>
            <a:off x="6587067" y="283779"/>
            <a:ext cx="45719" cy="62780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42051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B9B059A-0978-83E6-5C80-71127D7AB6B0}"/>
              </a:ext>
            </a:extLst>
          </p:cNvPr>
          <p:cNvSpPr/>
          <p:nvPr/>
        </p:nvSpPr>
        <p:spPr>
          <a:xfrm>
            <a:off x="65772" y="67377"/>
            <a:ext cx="12060455" cy="6708808"/>
          </a:xfrm>
          <a:prstGeom prst="roundRect">
            <a:avLst>
              <a:gd name="adj" fmla="val 45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EC66EB3-70BF-0B49-470D-A70541129C19}"/>
              </a:ext>
            </a:extLst>
          </p:cNvPr>
          <p:cNvSpPr/>
          <p:nvPr/>
        </p:nvSpPr>
        <p:spPr>
          <a:xfrm flipH="1" flipV="1">
            <a:off x="168166" y="178669"/>
            <a:ext cx="11834648" cy="6505909"/>
          </a:xfrm>
          <a:prstGeom prst="roundRect">
            <a:avLst>
              <a:gd name="adj" fmla="val 43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F604F3A-585F-76C6-E687-85A5C296BF1E}"/>
              </a:ext>
            </a:extLst>
          </p:cNvPr>
          <p:cNvSpPr/>
          <p:nvPr/>
        </p:nvSpPr>
        <p:spPr>
          <a:xfrm>
            <a:off x="273269" y="283779"/>
            <a:ext cx="11624442" cy="6285186"/>
          </a:xfrm>
          <a:prstGeom prst="roundRect">
            <a:avLst>
              <a:gd name="adj" fmla="val 3621"/>
            </a:avLst>
          </a:prstGeom>
          <a:solidFill>
            <a:srgbClr val="F4F5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Top Corners Rounded 6">
            <a:extLst>
              <a:ext uri="{FF2B5EF4-FFF2-40B4-BE49-F238E27FC236}">
                <a16:creationId xmlns:a16="http://schemas.microsoft.com/office/drawing/2014/main" id="{24AEA8F7-4139-C461-7C1A-294C72D72273}"/>
              </a:ext>
            </a:extLst>
          </p:cNvPr>
          <p:cNvSpPr/>
          <p:nvPr/>
        </p:nvSpPr>
        <p:spPr>
          <a:xfrm>
            <a:off x="273269" y="283779"/>
            <a:ext cx="11624442" cy="515007"/>
          </a:xfrm>
          <a:prstGeom prst="round2SameRect">
            <a:avLst>
              <a:gd name="adj1" fmla="val 41837"/>
              <a:gd name="adj2" fmla="val 0"/>
            </a:avLst>
          </a:prstGeom>
          <a:solidFill>
            <a:schemeClr val="bg1"/>
          </a:solidFill>
          <a:ln w="9525">
            <a:solidFill>
              <a:schemeClr val="bg1">
                <a:lumMod val="8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5AB81EB-4F6A-2C99-F567-D59A412CEB9C}"/>
              </a:ext>
            </a:extLst>
          </p:cNvPr>
          <p:cNvSpPr/>
          <p:nvPr/>
        </p:nvSpPr>
        <p:spPr>
          <a:xfrm>
            <a:off x="394569" y="144913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54A0ACC-F251-6B04-1BCE-4FCEB1C44DB4}"/>
              </a:ext>
            </a:extLst>
          </p:cNvPr>
          <p:cNvSpPr/>
          <p:nvPr/>
        </p:nvSpPr>
        <p:spPr>
          <a:xfrm>
            <a:off x="2298688" y="1452029"/>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7F671868-3A66-B319-E597-918F1FECB845}"/>
              </a:ext>
            </a:extLst>
          </p:cNvPr>
          <p:cNvSpPr/>
          <p:nvPr/>
        </p:nvSpPr>
        <p:spPr>
          <a:xfrm>
            <a:off x="4202807" y="144913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8BC0E96-BD8A-934F-9B34-56EE82B6DDA7}"/>
              </a:ext>
            </a:extLst>
          </p:cNvPr>
          <p:cNvSpPr/>
          <p:nvPr/>
        </p:nvSpPr>
        <p:spPr>
          <a:xfrm>
            <a:off x="387109"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F2DD73D-BC1D-245E-8C18-036B9E754136}"/>
              </a:ext>
            </a:extLst>
          </p:cNvPr>
          <p:cNvSpPr/>
          <p:nvPr/>
        </p:nvSpPr>
        <p:spPr>
          <a:xfrm>
            <a:off x="2292189"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3BAD4FE-6425-CEF1-E46C-546A773D9499}"/>
              </a:ext>
            </a:extLst>
          </p:cNvPr>
          <p:cNvSpPr/>
          <p:nvPr/>
        </p:nvSpPr>
        <p:spPr>
          <a:xfrm>
            <a:off x="4202807"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7EBCF67E-C632-9C47-A524-C6365F65B6EB}"/>
              </a:ext>
            </a:extLst>
          </p:cNvPr>
          <p:cNvSpPr/>
          <p:nvPr/>
        </p:nvSpPr>
        <p:spPr>
          <a:xfrm>
            <a:off x="6187885" y="3392886"/>
            <a:ext cx="5573190" cy="3060465"/>
          </a:xfrm>
          <a:prstGeom prst="roundRect">
            <a:avLst>
              <a:gd name="adj" fmla="val 4994"/>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4B940018-95BA-1999-AC16-ECD1EC0697A1}"/>
              </a:ext>
            </a:extLst>
          </p:cNvPr>
          <p:cNvSpPr/>
          <p:nvPr/>
        </p:nvSpPr>
        <p:spPr>
          <a:xfrm>
            <a:off x="387109" y="3392885"/>
            <a:ext cx="5612062" cy="3060465"/>
          </a:xfrm>
          <a:prstGeom prst="roundRect">
            <a:avLst>
              <a:gd name="adj" fmla="val 2639"/>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0E9FA3B-D79A-8E6E-963C-11C9ADDFF09E}"/>
              </a:ext>
            </a:extLst>
          </p:cNvPr>
          <p:cNvSpPr/>
          <p:nvPr/>
        </p:nvSpPr>
        <p:spPr>
          <a:xfrm>
            <a:off x="6187885" y="944536"/>
            <a:ext cx="5573190" cy="2320148"/>
          </a:xfrm>
          <a:prstGeom prst="roundRect">
            <a:avLst>
              <a:gd name="adj" fmla="val 4994"/>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A3FB752B-9067-36D0-37D4-BCF1E7BF73E3}"/>
              </a:ext>
            </a:extLst>
          </p:cNvPr>
          <p:cNvSpPr/>
          <p:nvPr/>
        </p:nvSpPr>
        <p:spPr>
          <a:xfrm>
            <a:off x="3750583" y="357347"/>
            <a:ext cx="4594581" cy="366629"/>
          </a:xfrm>
          <a:prstGeom prst="roundRect">
            <a:avLst>
              <a:gd name="adj" fmla="val 50000"/>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9BDB88C5-358E-EDBB-E41C-215ED5EFF478}"/>
              </a:ext>
            </a:extLst>
          </p:cNvPr>
          <p:cNvGrpSpPr/>
          <p:nvPr/>
        </p:nvGrpSpPr>
        <p:grpSpPr>
          <a:xfrm>
            <a:off x="506248" y="1540992"/>
            <a:ext cx="274320" cy="274320"/>
            <a:chOff x="506248" y="1540992"/>
            <a:chExt cx="274320" cy="274320"/>
          </a:xfrm>
        </p:grpSpPr>
        <p:sp>
          <p:nvSpPr>
            <p:cNvPr id="18" name="Oval 17">
              <a:extLst>
                <a:ext uri="{FF2B5EF4-FFF2-40B4-BE49-F238E27FC236}">
                  <a16:creationId xmlns:a16="http://schemas.microsoft.com/office/drawing/2014/main" id="{F7220D33-27FC-BEAC-1E24-AE42647ABA15}"/>
                </a:ext>
              </a:extLst>
            </p:cNvPr>
            <p:cNvSpPr/>
            <p:nvPr/>
          </p:nvSpPr>
          <p:spPr>
            <a:xfrm>
              <a:off x="506248"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C03E972D-B254-CFC8-3804-4E8DE1F71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006" y="1580380"/>
              <a:ext cx="182880" cy="182880"/>
            </a:xfrm>
            <a:prstGeom prst="rect">
              <a:avLst/>
            </a:prstGeom>
          </p:spPr>
        </p:pic>
      </p:grpSp>
      <p:grpSp>
        <p:nvGrpSpPr>
          <p:cNvPr id="34" name="Group 33">
            <a:extLst>
              <a:ext uri="{FF2B5EF4-FFF2-40B4-BE49-F238E27FC236}">
                <a16:creationId xmlns:a16="http://schemas.microsoft.com/office/drawing/2014/main" id="{41A848BA-EFDE-0346-8A57-8E57381AC8C0}"/>
              </a:ext>
            </a:extLst>
          </p:cNvPr>
          <p:cNvGrpSpPr/>
          <p:nvPr/>
        </p:nvGrpSpPr>
        <p:grpSpPr>
          <a:xfrm>
            <a:off x="506248" y="2510552"/>
            <a:ext cx="274320" cy="274320"/>
            <a:chOff x="506248" y="2510552"/>
            <a:chExt cx="274320" cy="274320"/>
          </a:xfrm>
        </p:grpSpPr>
        <p:sp>
          <p:nvSpPr>
            <p:cNvPr id="21" name="Oval 20">
              <a:extLst>
                <a:ext uri="{FF2B5EF4-FFF2-40B4-BE49-F238E27FC236}">
                  <a16:creationId xmlns:a16="http://schemas.microsoft.com/office/drawing/2014/main" id="{457A7B00-C116-E586-62EB-FD4A60CA0F80}"/>
                </a:ext>
              </a:extLst>
            </p:cNvPr>
            <p:cNvSpPr/>
            <p:nvPr/>
          </p:nvSpPr>
          <p:spPr>
            <a:xfrm>
              <a:off x="506248"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82484082-977B-C4DF-8CF0-C3A54BCE69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968" y="2556272"/>
              <a:ext cx="182880" cy="182880"/>
            </a:xfrm>
            <a:prstGeom prst="rect">
              <a:avLst/>
            </a:prstGeom>
          </p:spPr>
        </p:pic>
      </p:grpSp>
      <p:grpSp>
        <p:nvGrpSpPr>
          <p:cNvPr id="3" name="Group 2">
            <a:extLst>
              <a:ext uri="{FF2B5EF4-FFF2-40B4-BE49-F238E27FC236}">
                <a16:creationId xmlns:a16="http://schemas.microsoft.com/office/drawing/2014/main" id="{58920568-E2B7-EF41-FF3F-B971E4C32FD3}"/>
              </a:ext>
            </a:extLst>
          </p:cNvPr>
          <p:cNvGrpSpPr/>
          <p:nvPr/>
        </p:nvGrpSpPr>
        <p:grpSpPr>
          <a:xfrm>
            <a:off x="2425248" y="1540992"/>
            <a:ext cx="274320" cy="274320"/>
            <a:chOff x="2425248" y="1540992"/>
            <a:chExt cx="274320" cy="274320"/>
          </a:xfrm>
        </p:grpSpPr>
        <p:sp>
          <p:nvSpPr>
            <p:cNvPr id="19" name="Oval 18">
              <a:extLst>
                <a:ext uri="{FF2B5EF4-FFF2-40B4-BE49-F238E27FC236}">
                  <a16:creationId xmlns:a16="http://schemas.microsoft.com/office/drawing/2014/main" id="{5A600266-2668-3CB7-D64D-305DBDE0FC91}"/>
                </a:ext>
              </a:extLst>
            </p:cNvPr>
            <p:cNvSpPr/>
            <p:nvPr/>
          </p:nvSpPr>
          <p:spPr>
            <a:xfrm>
              <a:off x="2425248"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a:extLst>
                <a:ext uri="{FF2B5EF4-FFF2-40B4-BE49-F238E27FC236}">
                  <a16:creationId xmlns:a16="http://schemas.microsoft.com/office/drawing/2014/main" id="{E2DC25D6-E18F-A382-81C2-E67E3A97D5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0968" y="1588892"/>
              <a:ext cx="182880" cy="182880"/>
            </a:xfrm>
            <a:prstGeom prst="rect">
              <a:avLst/>
            </a:prstGeom>
          </p:spPr>
        </p:pic>
      </p:grpSp>
      <p:grpSp>
        <p:nvGrpSpPr>
          <p:cNvPr id="37" name="Group 36">
            <a:extLst>
              <a:ext uri="{FF2B5EF4-FFF2-40B4-BE49-F238E27FC236}">
                <a16:creationId xmlns:a16="http://schemas.microsoft.com/office/drawing/2014/main" id="{116A0241-4144-F77B-CFEF-9AB938D6D47F}"/>
              </a:ext>
            </a:extLst>
          </p:cNvPr>
          <p:cNvGrpSpPr/>
          <p:nvPr/>
        </p:nvGrpSpPr>
        <p:grpSpPr>
          <a:xfrm>
            <a:off x="4309137" y="1540992"/>
            <a:ext cx="274320" cy="274320"/>
            <a:chOff x="4309137" y="1540992"/>
            <a:chExt cx="274320" cy="274320"/>
          </a:xfrm>
        </p:grpSpPr>
        <p:sp>
          <p:nvSpPr>
            <p:cNvPr id="20" name="Oval 19">
              <a:extLst>
                <a:ext uri="{FF2B5EF4-FFF2-40B4-BE49-F238E27FC236}">
                  <a16:creationId xmlns:a16="http://schemas.microsoft.com/office/drawing/2014/main" id="{C1451C61-2567-9CF8-F7A8-18820174738A}"/>
                </a:ext>
              </a:extLst>
            </p:cNvPr>
            <p:cNvSpPr/>
            <p:nvPr/>
          </p:nvSpPr>
          <p:spPr>
            <a:xfrm>
              <a:off x="4309137"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a:extLst>
                <a:ext uri="{FF2B5EF4-FFF2-40B4-BE49-F238E27FC236}">
                  <a16:creationId xmlns:a16="http://schemas.microsoft.com/office/drawing/2014/main" id="{BFB02881-B6AF-0DAA-687B-6590B04608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4857" y="1580380"/>
              <a:ext cx="182880" cy="182880"/>
            </a:xfrm>
            <a:prstGeom prst="rect">
              <a:avLst/>
            </a:prstGeom>
          </p:spPr>
        </p:pic>
      </p:grpSp>
      <p:grpSp>
        <p:nvGrpSpPr>
          <p:cNvPr id="35" name="Group 34">
            <a:extLst>
              <a:ext uri="{FF2B5EF4-FFF2-40B4-BE49-F238E27FC236}">
                <a16:creationId xmlns:a16="http://schemas.microsoft.com/office/drawing/2014/main" id="{7FEDB490-DACF-3139-AE01-FD6DD9875240}"/>
              </a:ext>
            </a:extLst>
          </p:cNvPr>
          <p:cNvGrpSpPr/>
          <p:nvPr/>
        </p:nvGrpSpPr>
        <p:grpSpPr>
          <a:xfrm>
            <a:off x="2425248" y="2510552"/>
            <a:ext cx="274320" cy="274320"/>
            <a:chOff x="2425248" y="2510552"/>
            <a:chExt cx="274320" cy="274320"/>
          </a:xfrm>
        </p:grpSpPr>
        <p:sp>
          <p:nvSpPr>
            <p:cNvPr id="22" name="Oval 21">
              <a:extLst>
                <a:ext uri="{FF2B5EF4-FFF2-40B4-BE49-F238E27FC236}">
                  <a16:creationId xmlns:a16="http://schemas.microsoft.com/office/drawing/2014/main" id="{4C4229BA-148F-BDBD-F9FC-357BDE3CB2AD}"/>
                </a:ext>
              </a:extLst>
            </p:cNvPr>
            <p:cNvSpPr/>
            <p:nvPr/>
          </p:nvSpPr>
          <p:spPr>
            <a:xfrm>
              <a:off x="2425248"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a:extLst>
                <a:ext uri="{FF2B5EF4-FFF2-40B4-BE49-F238E27FC236}">
                  <a16:creationId xmlns:a16="http://schemas.microsoft.com/office/drawing/2014/main" id="{B9D4FFC1-538C-234E-2053-955D2005DF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0968" y="2556272"/>
              <a:ext cx="182880" cy="182880"/>
            </a:xfrm>
            <a:prstGeom prst="rect">
              <a:avLst/>
            </a:prstGeom>
          </p:spPr>
        </p:pic>
      </p:grpSp>
      <p:grpSp>
        <p:nvGrpSpPr>
          <p:cNvPr id="36" name="Group 35">
            <a:extLst>
              <a:ext uri="{FF2B5EF4-FFF2-40B4-BE49-F238E27FC236}">
                <a16:creationId xmlns:a16="http://schemas.microsoft.com/office/drawing/2014/main" id="{28436EB1-B5E0-5E26-6393-74C90D71AE24}"/>
              </a:ext>
            </a:extLst>
          </p:cNvPr>
          <p:cNvGrpSpPr/>
          <p:nvPr/>
        </p:nvGrpSpPr>
        <p:grpSpPr>
          <a:xfrm>
            <a:off x="4309137" y="2510552"/>
            <a:ext cx="274320" cy="274320"/>
            <a:chOff x="4309137" y="2510552"/>
            <a:chExt cx="274320" cy="274320"/>
          </a:xfrm>
        </p:grpSpPr>
        <p:sp>
          <p:nvSpPr>
            <p:cNvPr id="23" name="Oval 22">
              <a:extLst>
                <a:ext uri="{FF2B5EF4-FFF2-40B4-BE49-F238E27FC236}">
                  <a16:creationId xmlns:a16="http://schemas.microsoft.com/office/drawing/2014/main" id="{C367A7DC-72B3-DEF6-E557-27488D25736E}"/>
                </a:ext>
              </a:extLst>
            </p:cNvPr>
            <p:cNvSpPr/>
            <p:nvPr/>
          </p:nvSpPr>
          <p:spPr>
            <a:xfrm>
              <a:off x="4309137"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249FBC10-551E-C5B8-3EA8-C29BD18E60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361689" y="2560631"/>
              <a:ext cx="182880" cy="182880"/>
            </a:xfrm>
            <a:prstGeom prst="rect">
              <a:avLst/>
            </a:prstGeom>
          </p:spPr>
        </p:pic>
      </p:grpSp>
      <p:sp>
        <p:nvSpPr>
          <p:cNvPr id="30" name="TextBox 29">
            <a:extLst>
              <a:ext uri="{FF2B5EF4-FFF2-40B4-BE49-F238E27FC236}">
                <a16:creationId xmlns:a16="http://schemas.microsoft.com/office/drawing/2014/main" id="{EBA13E2A-AFFA-8934-76A0-093054E4D93E}"/>
              </a:ext>
            </a:extLst>
          </p:cNvPr>
          <p:cNvSpPr txBox="1"/>
          <p:nvPr/>
        </p:nvSpPr>
        <p:spPr>
          <a:xfrm>
            <a:off x="10471835" y="2594113"/>
            <a:ext cx="192438" cy="246221"/>
          </a:xfrm>
          <a:prstGeom prst="rect">
            <a:avLst/>
          </a:prstGeom>
          <a:no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A</a:t>
            </a:r>
          </a:p>
        </p:txBody>
      </p:sp>
      <p:grpSp>
        <p:nvGrpSpPr>
          <p:cNvPr id="33" name="Group 32">
            <a:extLst>
              <a:ext uri="{FF2B5EF4-FFF2-40B4-BE49-F238E27FC236}">
                <a16:creationId xmlns:a16="http://schemas.microsoft.com/office/drawing/2014/main" id="{EC5B34AD-02BD-C1EE-D8D1-93052C75B63A}"/>
              </a:ext>
            </a:extLst>
          </p:cNvPr>
          <p:cNvGrpSpPr/>
          <p:nvPr/>
        </p:nvGrpSpPr>
        <p:grpSpPr>
          <a:xfrm>
            <a:off x="1100172" y="351665"/>
            <a:ext cx="366629" cy="366629"/>
            <a:chOff x="1100172" y="351665"/>
            <a:chExt cx="366629" cy="366629"/>
          </a:xfrm>
          <a:solidFill>
            <a:schemeClr val="accent2"/>
          </a:solidFill>
        </p:grpSpPr>
        <p:sp>
          <p:nvSpPr>
            <p:cNvPr id="31" name="Rectangle 30">
              <a:extLst>
                <a:ext uri="{FF2B5EF4-FFF2-40B4-BE49-F238E27FC236}">
                  <a16:creationId xmlns:a16="http://schemas.microsoft.com/office/drawing/2014/main" id="{825F527E-A4EF-EAC9-A538-0E6E98F3D42A}"/>
                </a:ext>
              </a:extLst>
            </p:cNvPr>
            <p:cNvSpPr/>
            <p:nvPr/>
          </p:nvSpPr>
          <p:spPr>
            <a:xfrm>
              <a:off x="1225798" y="351665"/>
              <a:ext cx="104956" cy="3666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4F8103B-764F-9C03-7F5F-B52C2A5A4127}"/>
                </a:ext>
              </a:extLst>
            </p:cNvPr>
            <p:cNvSpPr/>
            <p:nvPr/>
          </p:nvSpPr>
          <p:spPr>
            <a:xfrm rot="5400000">
              <a:off x="1231009" y="351665"/>
              <a:ext cx="104956" cy="3666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24429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B246-8343-6D11-089C-4C355B44F32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B12460C-7827-94FB-A669-F00CC8535D32}"/>
              </a:ext>
            </a:extLst>
          </p:cNvPr>
          <p:cNvSpPr/>
          <p:nvPr/>
        </p:nvSpPr>
        <p:spPr>
          <a:xfrm>
            <a:off x="65772" y="67377"/>
            <a:ext cx="12060455" cy="6708808"/>
          </a:xfrm>
          <a:prstGeom prst="roundRect">
            <a:avLst>
              <a:gd name="adj" fmla="val 45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C216BC-8F7E-1261-F9AE-8BA2BA655A85}"/>
              </a:ext>
            </a:extLst>
          </p:cNvPr>
          <p:cNvSpPr/>
          <p:nvPr/>
        </p:nvSpPr>
        <p:spPr>
          <a:xfrm flipH="1" flipV="1">
            <a:off x="168166" y="178669"/>
            <a:ext cx="11834648" cy="6505909"/>
          </a:xfrm>
          <a:prstGeom prst="roundRect">
            <a:avLst>
              <a:gd name="adj" fmla="val 43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4C6F6C1-CF5F-16BA-27A6-EE9E7F9EBE9D}"/>
              </a:ext>
            </a:extLst>
          </p:cNvPr>
          <p:cNvSpPr/>
          <p:nvPr/>
        </p:nvSpPr>
        <p:spPr>
          <a:xfrm>
            <a:off x="273269" y="283779"/>
            <a:ext cx="11624442" cy="6285186"/>
          </a:xfrm>
          <a:prstGeom prst="roundRect">
            <a:avLst>
              <a:gd name="adj" fmla="val 3621"/>
            </a:avLst>
          </a:prstGeom>
          <a:solidFill>
            <a:srgbClr val="F4F5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Top Corners Rounded 6">
            <a:extLst>
              <a:ext uri="{FF2B5EF4-FFF2-40B4-BE49-F238E27FC236}">
                <a16:creationId xmlns:a16="http://schemas.microsoft.com/office/drawing/2014/main" id="{B8129F11-DA37-DAC7-293C-D0CD55EF3302}"/>
              </a:ext>
            </a:extLst>
          </p:cNvPr>
          <p:cNvSpPr/>
          <p:nvPr/>
        </p:nvSpPr>
        <p:spPr>
          <a:xfrm>
            <a:off x="273269" y="283779"/>
            <a:ext cx="11624442" cy="515007"/>
          </a:xfrm>
          <a:prstGeom prst="round2SameRect">
            <a:avLst>
              <a:gd name="adj1" fmla="val 41837"/>
              <a:gd name="adj2" fmla="val 0"/>
            </a:avLst>
          </a:prstGeom>
          <a:solidFill>
            <a:schemeClr val="bg1"/>
          </a:solidFill>
          <a:ln w="9525">
            <a:solidFill>
              <a:schemeClr val="bg1">
                <a:lumMod val="8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B1C291D-7E3C-A235-9394-A6F419E411E9}"/>
              </a:ext>
            </a:extLst>
          </p:cNvPr>
          <p:cNvSpPr/>
          <p:nvPr/>
        </p:nvSpPr>
        <p:spPr>
          <a:xfrm>
            <a:off x="394569" y="144913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25FC837-1E5B-F445-2567-32EFC8E632E2}"/>
              </a:ext>
            </a:extLst>
          </p:cNvPr>
          <p:cNvSpPr/>
          <p:nvPr/>
        </p:nvSpPr>
        <p:spPr>
          <a:xfrm>
            <a:off x="2298688" y="1452029"/>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D63B2514-3DB4-5241-7D72-279320AE3626}"/>
              </a:ext>
            </a:extLst>
          </p:cNvPr>
          <p:cNvSpPr/>
          <p:nvPr/>
        </p:nvSpPr>
        <p:spPr>
          <a:xfrm>
            <a:off x="4202807" y="144913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9E1E799-58D5-AD55-774B-DE80BA8DC944}"/>
              </a:ext>
            </a:extLst>
          </p:cNvPr>
          <p:cNvSpPr/>
          <p:nvPr/>
        </p:nvSpPr>
        <p:spPr>
          <a:xfrm>
            <a:off x="387109"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E2F5E3C-C058-0DEB-F03F-976C15E93877}"/>
              </a:ext>
            </a:extLst>
          </p:cNvPr>
          <p:cNvSpPr/>
          <p:nvPr/>
        </p:nvSpPr>
        <p:spPr>
          <a:xfrm>
            <a:off x="2292189"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2999782-82FE-8864-725F-4ED94DD06F4C}"/>
              </a:ext>
            </a:extLst>
          </p:cNvPr>
          <p:cNvSpPr/>
          <p:nvPr/>
        </p:nvSpPr>
        <p:spPr>
          <a:xfrm>
            <a:off x="4202807"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0E495DF-8648-F213-8237-A84E153A4959}"/>
              </a:ext>
            </a:extLst>
          </p:cNvPr>
          <p:cNvSpPr/>
          <p:nvPr/>
        </p:nvSpPr>
        <p:spPr>
          <a:xfrm>
            <a:off x="6187885" y="3392886"/>
            <a:ext cx="5573190" cy="3060465"/>
          </a:xfrm>
          <a:prstGeom prst="roundRect">
            <a:avLst>
              <a:gd name="adj" fmla="val 4994"/>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AED8CB3F-6590-F799-E000-E8BAA6844714}"/>
              </a:ext>
            </a:extLst>
          </p:cNvPr>
          <p:cNvSpPr/>
          <p:nvPr/>
        </p:nvSpPr>
        <p:spPr>
          <a:xfrm>
            <a:off x="387109" y="3392885"/>
            <a:ext cx="5612062" cy="3060465"/>
          </a:xfrm>
          <a:prstGeom prst="roundRect">
            <a:avLst>
              <a:gd name="adj" fmla="val 2639"/>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F7D5912-B2DA-067F-0F1E-E40B522EFEAD}"/>
              </a:ext>
            </a:extLst>
          </p:cNvPr>
          <p:cNvSpPr/>
          <p:nvPr/>
        </p:nvSpPr>
        <p:spPr>
          <a:xfrm>
            <a:off x="6187885" y="944536"/>
            <a:ext cx="5573190" cy="2320148"/>
          </a:xfrm>
          <a:prstGeom prst="roundRect">
            <a:avLst>
              <a:gd name="adj" fmla="val 4994"/>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6DAD03DE-B5A7-F1C8-0B19-0E828867ADB0}"/>
              </a:ext>
            </a:extLst>
          </p:cNvPr>
          <p:cNvSpPr/>
          <p:nvPr/>
        </p:nvSpPr>
        <p:spPr>
          <a:xfrm>
            <a:off x="3750583" y="357347"/>
            <a:ext cx="4594581" cy="366629"/>
          </a:xfrm>
          <a:prstGeom prst="roundRect">
            <a:avLst>
              <a:gd name="adj" fmla="val 50000"/>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20DA57D-124B-1F8B-A18E-EFA148FC1DAB}"/>
              </a:ext>
            </a:extLst>
          </p:cNvPr>
          <p:cNvSpPr/>
          <p:nvPr/>
        </p:nvSpPr>
        <p:spPr>
          <a:xfrm>
            <a:off x="506248"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359B006C-2483-762F-AB9F-87419A26D859}"/>
              </a:ext>
            </a:extLst>
          </p:cNvPr>
          <p:cNvSpPr/>
          <p:nvPr/>
        </p:nvSpPr>
        <p:spPr>
          <a:xfrm>
            <a:off x="2425248"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2C9E5D8C-56D1-BBD6-5CCD-51DB2FF443D1}"/>
              </a:ext>
            </a:extLst>
          </p:cNvPr>
          <p:cNvSpPr/>
          <p:nvPr/>
        </p:nvSpPr>
        <p:spPr>
          <a:xfrm>
            <a:off x="4309137"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483C978F-3423-A603-2AD0-5FDF18D29B24}"/>
              </a:ext>
            </a:extLst>
          </p:cNvPr>
          <p:cNvSpPr/>
          <p:nvPr/>
        </p:nvSpPr>
        <p:spPr>
          <a:xfrm>
            <a:off x="506248"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158CCCA7-E8BD-D46B-6686-0059FD594071}"/>
              </a:ext>
            </a:extLst>
          </p:cNvPr>
          <p:cNvSpPr/>
          <p:nvPr/>
        </p:nvSpPr>
        <p:spPr>
          <a:xfrm>
            <a:off x="2425248"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AD9BBD23-B63C-5394-6494-F4FC7EA1799C}"/>
              </a:ext>
            </a:extLst>
          </p:cNvPr>
          <p:cNvSpPr/>
          <p:nvPr/>
        </p:nvSpPr>
        <p:spPr>
          <a:xfrm>
            <a:off x="4309137"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1ADEC855-83B7-0F98-E6FC-D618A8F9D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006" y="1580380"/>
            <a:ext cx="182880" cy="182880"/>
          </a:xfrm>
          <a:prstGeom prst="rect">
            <a:avLst/>
          </a:prstGeom>
        </p:spPr>
      </p:pic>
      <p:pic>
        <p:nvPicPr>
          <p:cNvPr id="25" name="Picture 24">
            <a:extLst>
              <a:ext uri="{FF2B5EF4-FFF2-40B4-BE49-F238E27FC236}">
                <a16:creationId xmlns:a16="http://schemas.microsoft.com/office/drawing/2014/main" id="{87A114FF-E1D0-6515-3BBB-FBFB850569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968" y="2556272"/>
            <a:ext cx="182880" cy="182880"/>
          </a:xfrm>
          <a:prstGeom prst="rect">
            <a:avLst/>
          </a:prstGeom>
        </p:spPr>
      </p:pic>
      <p:pic>
        <p:nvPicPr>
          <p:cNvPr id="26" name="Picture 25">
            <a:extLst>
              <a:ext uri="{FF2B5EF4-FFF2-40B4-BE49-F238E27FC236}">
                <a16:creationId xmlns:a16="http://schemas.microsoft.com/office/drawing/2014/main" id="{11C67A6A-962B-C94D-01C2-8924BAE3C0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0968" y="1588892"/>
            <a:ext cx="182880" cy="182880"/>
          </a:xfrm>
          <a:prstGeom prst="rect">
            <a:avLst/>
          </a:prstGeom>
        </p:spPr>
      </p:pic>
      <p:pic>
        <p:nvPicPr>
          <p:cNvPr id="27" name="Picture 26">
            <a:extLst>
              <a:ext uri="{FF2B5EF4-FFF2-40B4-BE49-F238E27FC236}">
                <a16:creationId xmlns:a16="http://schemas.microsoft.com/office/drawing/2014/main" id="{5DA81671-A17A-E0A7-6874-4432B9E8F8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4857" y="1580380"/>
            <a:ext cx="182880" cy="182880"/>
          </a:xfrm>
          <a:prstGeom prst="rect">
            <a:avLst/>
          </a:prstGeom>
        </p:spPr>
      </p:pic>
      <p:pic>
        <p:nvPicPr>
          <p:cNvPr id="28" name="Picture 27">
            <a:extLst>
              <a:ext uri="{FF2B5EF4-FFF2-40B4-BE49-F238E27FC236}">
                <a16:creationId xmlns:a16="http://schemas.microsoft.com/office/drawing/2014/main" id="{10032E6C-CA91-005D-6F89-A67BF60A6E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0968" y="2556272"/>
            <a:ext cx="182880" cy="182880"/>
          </a:xfrm>
          <a:prstGeom prst="rect">
            <a:avLst/>
          </a:prstGeom>
        </p:spPr>
      </p:pic>
      <p:pic>
        <p:nvPicPr>
          <p:cNvPr id="29" name="Picture 28">
            <a:extLst>
              <a:ext uri="{FF2B5EF4-FFF2-40B4-BE49-F238E27FC236}">
                <a16:creationId xmlns:a16="http://schemas.microsoft.com/office/drawing/2014/main" id="{BEC9DA3C-2E67-1F96-9C8F-89D2911EF1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361689" y="2560631"/>
            <a:ext cx="182880" cy="182880"/>
          </a:xfrm>
          <a:prstGeom prst="rect">
            <a:avLst/>
          </a:prstGeom>
        </p:spPr>
      </p:pic>
      <p:sp>
        <p:nvSpPr>
          <p:cNvPr id="30" name="TextBox 29">
            <a:extLst>
              <a:ext uri="{FF2B5EF4-FFF2-40B4-BE49-F238E27FC236}">
                <a16:creationId xmlns:a16="http://schemas.microsoft.com/office/drawing/2014/main" id="{B859171F-BF94-BB20-EECF-C5E878393818}"/>
              </a:ext>
            </a:extLst>
          </p:cNvPr>
          <p:cNvSpPr txBox="1"/>
          <p:nvPr/>
        </p:nvSpPr>
        <p:spPr>
          <a:xfrm>
            <a:off x="10471835" y="2594113"/>
            <a:ext cx="192438" cy="246221"/>
          </a:xfrm>
          <a:prstGeom prst="rect">
            <a:avLst/>
          </a:prstGeom>
          <a:no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A</a:t>
            </a:r>
          </a:p>
        </p:txBody>
      </p:sp>
      <p:grpSp>
        <p:nvGrpSpPr>
          <p:cNvPr id="33" name="Group 32">
            <a:extLst>
              <a:ext uri="{FF2B5EF4-FFF2-40B4-BE49-F238E27FC236}">
                <a16:creationId xmlns:a16="http://schemas.microsoft.com/office/drawing/2014/main" id="{68CB61E9-AE8C-2915-44FA-2508C1C006E2}"/>
              </a:ext>
            </a:extLst>
          </p:cNvPr>
          <p:cNvGrpSpPr/>
          <p:nvPr/>
        </p:nvGrpSpPr>
        <p:grpSpPr>
          <a:xfrm>
            <a:off x="1100172" y="351665"/>
            <a:ext cx="366629" cy="366629"/>
            <a:chOff x="1100172" y="351665"/>
            <a:chExt cx="366629" cy="366629"/>
          </a:xfrm>
          <a:solidFill>
            <a:schemeClr val="accent2"/>
          </a:solidFill>
        </p:grpSpPr>
        <p:sp>
          <p:nvSpPr>
            <p:cNvPr id="31" name="Rectangle 30">
              <a:extLst>
                <a:ext uri="{FF2B5EF4-FFF2-40B4-BE49-F238E27FC236}">
                  <a16:creationId xmlns:a16="http://schemas.microsoft.com/office/drawing/2014/main" id="{A1EE26D0-7200-BF1C-5C07-5CA4E404E86A}"/>
                </a:ext>
              </a:extLst>
            </p:cNvPr>
            <p:cNvSpPr/>
            <p:nvPr/>
          </p:nvSpPr>
          <p:spPr>
            <a:xfrm>
              <a:off x="1225798" y="351665"/>
              <a:ext cx="104956" cy="3666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169D75F-FBAE-284F-F8F1-05E7C05C5BD2}"/>
                </a:ext>
              </a:extLst>
            </p:cNvPr>
            <p:cNvSpPr/>
            <p:nvPr/>
          </p:nvSpPr>
          <p:spPr>
            <a:xfrm rot="5400000">
              <a:off x="1231009" y="351665"/>
              <a:ext cx="104956" cy="3666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Oval 33">
            <a:extLst>
              <a:ext uri="{FF2B5EF4-FFF2-40B4-BE49-F238E27FC236}">
                <a16:creationId xmlns:a16="http://schemas.microsoft.com/office/drawing/2014/main" id="{F10C507F-8490-E7B7-8344-9B78A589E03A}"/>
              </a:ext>
            </a:extLst>
          </p:cNvPr>
          <p:cNvSpPr/>
          <p:nvPr/>
        </p:nvSpPr>
        <p:spPr>
          <a:xfrm>
            <a:off x="7532080" y="1022506"/>
            <a:ext cx="2164207" cy="2164207"/>
          </a:xfrm>
          <a:prstGeom prst="ellipse">
            <a:avLst/>
          </a:prstGeom>
          <a:solidFill>
            <a:srgbClr val="F9F9F9"/>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DCBF1943-68E3-2A4C-A50C-09C1BF1509CA}"/>
              </a:ext>
            </a:extLst>
          </p:cNvPr>
          <p:cNvSpPr/>
          <p:nvPr/>
        </p:nvSpPr>
        <p:spPr>
          <a:xfrm>
            <a:off x="7634142" y="1117384"/>
            <a:ext cx="1958162" cy="1958162"/>
          </a:xfrm>
          <a:prstGeom prst="ellipse">
            <a:avLst/>
          </a:prstGeom>
          <a:solidFill>
            <a:srgbClr val="F1F1F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FD67FD1D-5DEC-0F66-479B-743D74A6040A}"/>
              </a:ext>
            </a:extLst>
          </p:cNvPr>
          <p:cNvSpPr/>
          <p:nvPr/>
        </p:nvSpPr>
        <p:spPr>
          <a:xfrm>
            <a:off x="7717174" y="1201035"/>
            <a:ext cx="1794019" cy="1794019"/>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630D5B8C-0EC7-3CEC-DDA1-1003899B80EC}"/>
              </a:ext>
            </a:extLst>
          </p:cNvPr>
          <p:cNvSpPr/>
          <p:nvPr/>
        </p:nvSpPr>
        <p:spPr>
          <a:xfrm>
            <a:off x="10314085" y="1117384"/>
            <a:ext cx="1199735" cy="645876"/>
          </a:xfrm>
          <a:prstGeom prst="roundRect">
            <a:avLst>
              <a:gd name="adj" fmla="val 8609"/>
            </a:avLst>
          </a:prstGeom>
          <a:solidFill>
            <a:srgbClr val="F1F1F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90E66153-64DA-D969-9302-1E5032E6C889}"/>
              </a:ext>
            </a:extLst>
          </p:cNvPr>
          <p:cNvSpPr/>
          <p:nvPr/>
        </p:nvSpPr>
        <p:spPr>
          <a:xfrm>
            <a:off x="10314085" y="1817390"/>
            <a:ext cx="1199735" cy="645876"/>
          </a:xfrm>
          <a:prstGeom prst="roundRect">
            <a:avLst>
              <a:gd name="adj" fmla="val 8609"/>
            </a:avLst>
          </a:prstGeom>
          <a:solidFill>
            <a:srgbClr val="F1F1F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A526215E-7F8E-3194-7458-F6C9D8A97678}"/>
              </a:ext>
            </a:extLst>
          </p:cNvPr>
          <p:cNvSpPr/>
          <p:nvPr/>
        </p:nvSpPr>
        <p:spPr>
          <a:xfrm>
            <a:off x="10314085" y="2517396"/>
            <a:ext cx="1199735" cy="645876"/>
          </a:xfrm>
          <a:prstGeom prst="roundRect">
            <a:avLst>
              <a:gd name="adj" fmla="val 8609"/>
            </a:avLst>
          </a:prstGeom>
          <a:solidFill>
            <a:srgbClr val="F1F1F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713B6D1E-499D-F885-7B19-F68471B8F002}"/>
              </a:ext>
            </a:extLst>
          </p:cNvPr>
          <p:cNvSpPr/>
          <p:nvPr/>
        </p:nvSpPr>
        <p:spPr>
          <a:xfrm>
            <a:off x="10377897" y="1201035"/>
            <a:ext cx="171091" cy="171091"/>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t>N</a:t>
            </a:r>
            <a:endParaRPr lang="en-IN" sz="800" b="1" dirty="0"/>
          </a:p>
        </p:txBody>
      </p:sp>
      <p:sp>
        <p:nvSpPr>
          <p:cNvPr id="46" name="Oval 45">
            <a:extLst>
              <a:ext uri="{FF2B5EF4-FFF2-40B4-BE49-F238E27FC236}">
                <a16:creationId xmlns:a16="http://schemas.microsoft.com/office/drawing/2014/main" id="{E76CD000-D068-936E-6F06-DA2E16AC6519}"/>
              </a:ext>
            </a:extLst>
          </p:cNvPr>
          <p:cNvSpPr/>
          <p:nvPr/>
        </p:nvSpPr>
        <p:spPr>
          <a:xfrm>
            <a:off x="10377897" y="1900834"/>
            <a:ext cx="171091" cy="171091"/>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t>I</a:t>
            </a:r>
            <a:endParaRPr lang="en-IN" sz="800" b="1" dirty="0"/>
          </a:p>
        </p:txBody>
      </p:sp>
      <p:sp>
        <p:nvSpPr>
          <p:cNvPr id="47" name="Oval 46">
            <a:extLst>
              <a:ext uri="{FF2B5EF4-FFF2-40B4-BE49-F238E27FC236}">
                <a16:creationId xmlns:a16="http://schemas.microsoft.com/office/drawing/2014/main" id="{69F485B7-3F04-A133-2AB1-5FBDECD502BE}"/>
              </a:ext>
            </a:extLst>
          </p:cNvPr>
          <p:cNvSpPr/>
          <p:nvPr/>
        </p:nvSpPr>
        <p:spPr>
          <a:xfrm>
            <a:off x="10377897" y="2591468"/>
            <a:ext cx="171091" cy="17109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t>A</a:t>
            </a:r>
            <a:endParaRPr lang="en-IN" sz="800" b="1" dirty="0"/>
          </a:p>
        </p:txBody>
      </p:sp>
    </p:spTree>
    <p:extLst>
      <p:ext uri="{BB962C8B-B14F-4D97-AF65-F5344CB8AC3E}">
        <p14:creationId xmlns:p14="http://schemas.microsoft.com/office/powerpoint/2010/main" val="3209192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6E489-7360-305F-737A-465620A5121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48CCE8E-72A2-5AF6-FCDA-433C1E9AF2B6}"/>
              </a:ext>
            </a:extLst>
          </p:cNvPr>
          <p:cNvSpPr/>
          <p:nvPr/>
        </p:nvSpPr>
        <p:spPr>
          <a:xfrm>
            <a:off x="65772" y="67377"/>
            <a:ext cx="12060455" cy="6708808"/>
          </a:xfrm>
          <a:prstGeom prst="roundRect">
            <a:avLst>
              <a:gd name="adj" fmla="val 45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0605F4A-7596-3A66-5516-4304821A6D05}"/>
              </a:ext>
            </a:extLst>
          </p:cNvPr>
          <p:cNvSpPr/>
          <p:nvPr/>
        </p:nvSpPr>
        <p:spPr>
          <a:xfrm flipH="1" flipV="1">
            <a:off x="168166" y="178669"/>
            <a:ext cx="11834648" cy="6505909"/>
          </a:xfrm>
          <a:prstGeom prst="roundRect">
            <a:avLst>
              <a:gd name="adj" fmla="val 43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2607F3E4-8BC5-D285-84D3-C0BE2CD81516}"/>
              </a:ext>
            </a:extLst>
          </p:cNvPr>
          <p:cNvSpPr/>
          <p:nvPr/>
        </p:nvSpPr>
        <p:spPr>
          <a:xfrm>
            <a:off x="273269" y="283779"/>
            <a:ext cx="11624442" cy="6285186"/>
          </a:xfrm>
          <a:prstGeom prst="roundRect">
            <a:avLst>
              <a:gd name="adj" fmla="val 3621"/>
            </a:avLst>
          </a:prstGeom>
          <a:solidFill>
            <a:srgbClr val="F4F5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Top Corners Rounded 6">
            <a:extLst>
              <a:ext uri="{FF2B5EF4-FFF2-40B4-BE49-F238E27FC236}">
                <a16:creationId xmlns:a16="http://schemas.microsoft.com/office/drawing/2014/main" id="{FB4E3B89-44AF-E438-E559-C014E38F7C36}"/>
              </a:ext>
            </a:extLst>
          </p:cNvPr>
          <p:cNvSpPr/>
          <p:nvPr/>
        </p:nvSpPr>
        <p:spPr>
          <a:xfrm>
            <a:off x="273269" y="283779"/>
            <a:ext cx="11624442" cy="515007"/>
          </a:xfrm>
          <a:prstGeom prst="round2SameRect">
            <a:avLst>
              <a:gd name="adj1" fmla="val 41837"/>
              <a:gd name="adj2" fmla="val 0"/>
            </a:avLst>
          </a:prstGeom>
          <a:solidFill>
            <a:schemeClr val="bg1"/>
          </a:solidFill>
          <a:ln w="9525">
            <a:solidFill>
              <a:schemeClr val="bg1">
                <a:lumMod val="8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6E1CA47-EB89-E8B0-0E96-4D3124FF9DEF}"/>
              </a:ext>
            </a:extLst>
          </p:cNvPr>
          <p:cNvSpPr/>
          <p:nvPr/>
        </p:nvSpPr>
        <p:spPr>
          <a:xfrm>
            <a:off x="394569" y="144913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2AD1DEB2-E329-A1E2-41D6-076D02C856BE}"/>
              </a:ext>
            </a:extLst>
          </p:cNvPr>
          <p:cNvSpPr/>
          <p:nvPr/>
        </p:nvSpPr>
        <p:spPr>
          <a:xfrm>
            <a:off x="2298688" y="1452029"/>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247B8180-E9CD-DF87-352D-ED2A9AAB6DEE}"/>
              </a:ext>
            </a:extLst>
          </p:cNvPr>
          <p:cNvSpPr/>
          <p:nvPr/>
        </p:nvSpPr>
        <p:spPr>
          <a:xfrm>
            <a:off x="4202807" y="144913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0DC7362E-4146-38F2-DBBF-1EED1C1624FE}"/>
              </a:ext>
            </a:extLst>
          </p:cNvPr>
          <p:cNvSpPr/>
          <p:nvPr/>
        </p:nvSpPr>
        <p:spPr>
          <a:xfrm>
            <a:off x="387109"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5C23E47-F7CA-FFEA-BDAA-10D3B6B058FE}"/>
              </a:ext>
            </a:extLst>
          </p:cNvPr>
          <p:cNvSpPr/>
          <p:nvPr/>
        </p:nvSpPr>
        <p:spPr>
          <a:xfrm>
            <a:off x="2292189"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40EDC9B-49C1-C700-C33D-EC73C4E156EE}"/>
              </a:ext>
            </a:extLst>
          </p:cNvPr>
          <p:cNvSpPr/>
          <p:nvPr/>
        </p:nvSpPr>
        <p:spPr>
          <a:xfrm>
            <a:off x="4202807" y="2415984"/>
            <a:ext cx="1791240" cy="848700"/>
          </a:xfrm>
          <a:prstGeom prst="roundRect">
            <a:avLst>
              <a:gd name="adj" fmla="val 8772"/>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7690875-0818-8156-1634-BDE22B373F09}"/>
              </a:ext>
            </a:extLst>
          </p:cNvPr>
          <p:cNvSpPr/>
          <p:nvPr/>
        </p:nvSpPr>
        <p:spPr>
          <a:xfrm>
            <a:off x="6187885" y="3392886"/>
            <a:ext cx="5573190" cy="3060465"/>
          </a:xfrm>
          <a:prstGeom prst="roundRect">
            <a:avLst>
              <a:gd name="adj" fmla="val 4994"/>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EFC6442B-F130-F0AA-A3BC-FEF319402532}"/>
              </a:ext>
            </a:extLst>
          </p:cNvPr>
          <p:cNvSpPr/>
          <p:nvPr/>
        </p:nvSpPr>
        <p:spPr>
          <a:xfrm>
            <a:off x="387109" y="3392885"/>
            <a:ext cx="5612062" cy="3060465"/>
          </a:xfrm>
          <a:prstGeom prst="roundRect">
            <a:avLst>
              <a:gd name="adj" fmla="val 2639"/>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5AFA8346-21AC-DB72-052D-29329B85C2AF}"/>
              </a:ext>
            </a:extLst>
          </p:cNvPr>
          <p:cNvSpPr/>
          <p:nvPr/>
        </p:nvSpPr>
        <p:spPr>
          <a:xfrm>
            <a:off x="6187885" y="944536"/>
            <a:ext cx="2744447" cy="2320148"/>
          </a:xfrm>
          <a:prstGeom prst="roundRect">
            <a:avLst>
              <a:gd name="adj" fmla="val 4994"/>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D7D8B01B-FC16-446A-523C-248CEBE1C371}"/>
              </a:ext>
            </a:extLst>
          </p:cNvPr>
          <p:cNvSpPr/>
          <p:nvPr/>
        </p:nvSpPr>
        <p:spPr>
          <a:xfrm>
            <a:off x="3750583" y="357347"/>
            <a:ext cx="4594581" cy="366629"/>
          </a:xfrm>
          <a:prstGeom prst="roundRect">
            <a:avLst>
              <a:gd name="adj" fmla="val 50000"/>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310E76F-CCBF-4A15-7095-2111D39D72B6}"/>
              </a:ext>
            </a:extLst>
          </p:cNvPr>
          <p:cNvSpPr/>
          <p:nvPr/>
        </p:nvSpPr>
        <p:spPr>
          <a:xfrm>
            <a:off x="506248"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2EC46966-83E4-93FE-1E16-2DEFA08CD13B}"/>
              </a:ext>
            </a:extLst>
          </p:cNvPr>
          <p:cNvSpPr/>
          <p:nvPr/>
        </p:nvSpPr>
        <p:spPr>
          <a:xfrm>
            <a:off x="2425248"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A9DB6F0-ABD7-0F58-8ADF-8E195D05B43B}"/>
              </a:ext>
            </a:extLst>
          </p:cNvPr>
          <p:cNvSpPr/>
          <p:nvPr/>
        </p:nvSpPr>
        <p:spPr>
          <a:xfrm>
            <a:off x="4309137" y="154099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9ACB2B21-D80F-2174-AFAD-BF4B333A3089}"/>
              </a:ext>
            </a:extLst>
          </p:cNvPr>
          <p:cNvSpPr/>
          <p:nvPr/>
        </p:nvSpPr>
        <p:spPr>
          <a:xfrm>
            <a:off x="506248"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4F5ACFD8-39A2-EA0C-BB39-1DE70F33E6E1}"/>
              </a:ext>
            </a:extLst>
          </p:cNvPr>
          <p:cNvSpPr/>
          <p:nvPr/>
        </p:nvSpPr>
        <p:spPr>
          <a:xfrm>
            <a:off x="2425248"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0D682DB-16FC-F4C5-D3C8-2446645A80BB}"/>
              </a:ext>
            </a:extLst>
          </p:cNvPr>
          <p:cNvSpPr/>
          <p:nvPr/>
        </p:nvSpPr>
        <p:spPr>
          <a:xfrm>
            <a:off x="4309137" y="25105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53495EA5-774F-D76F-1396-8C3667CEE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006" y="1580380"/>
            <a:ext cx="182880" cy="182880"/>
          </a:xfrm>
          <a:prstGeom prst="rect">
            <a:avLst/>
          </a:prstGeom>
        </p:spPr>
      </p:pic>
      <p:pic>
        <p:nvPicPr>
          <p:cNvPr id="25" name="Picture 24">
            <a:extLst>
              <a:ext uri="{FF2B5EF4-FFF2-40B4-BE49-F238E27FC236}">
                <a16:creationId xmlns:a16="http://schemas.microsoft.com/office/drawing/2014/main" id="{71997747-AEB1-05EC-0250-B5A4F08B0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968" y="2556272"/>
            <a:ext cx="182880" cy="182880"/>
          </a:xfrm>
          <a:prstGeom prst="rect">
            <a:avLst/>
          </a:prstGeom>
        </p:spPr>
      </p:pic>
      <p:pic>
        <p:nvPicPr>
          <p:cNvPr id="26" name="Picture 25">
            <a:extLst>
              <a:ext uri="{FF2B5EF4-FFF2-40B4-BE49-F238E27FC236}">
                <a16:creationId xmlns:a16="http://schemas.microsoft.com/office/drawing/2014/main" id="{5287DBFE-6EDC-6C3C-66DC-201DACB59D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0968" y="1588892"/>
            <a:ext cx="182880" cy="182880"/>
          </a:xfrm>
          <a:prstGeom prst="rect">
            <a:avLst/>
          </a:prstGeom>
        </p:spPr>
      </p:pic>
      <p:pic>
        <p:nvPicPr>
          <p:cNvPr id="27" name="Picture 26">
            <a:extLst>
              <a:ext uri="{FF2B5EF4-FFF2-40B4-BE49-F238E27FC236}">
                <a16:creationId xmlns:a16="http://schemas.microsoft.com/office/drawing/2014/main" id="{15E32DD8-3AF6-08D8-33BE-CC9B17EA21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4857" y="1580380"/>
            <a:ext cx="182880" cy="182880"/>
          </a:xfrm>
          <a:prstGeom prst="rect">
            <a:avLst/>
          </a:prstGeom>
        </p:spPr>
      </p:pic>
      <p:pic>
        <p:nvPicPr>
          <p:cNvPr id="28" name="Picture 27">
            <a:extLst>
              <a:ext uri="{FF2B5EF4-FFF2-40B4-BE49-F238E27FC236}">
                <a16:creationId xmlns:a16="http://schemas.microsoft.com/office/drawing/2014/main" id="{17FDC140-FD09-D167-55FA-0677E5C94D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0968" y="2556272"/>
            <a:ext cx="182880" cy="182880"/>
          </a:xfrm>
          <a:prstGeom prst="rect">
            <a:avLst/>
          </a:prstGeom>
        </p:spPr>
      </p:pic>
      <p:pic>
        <p:nvPicPr>
          <p:cNvPr id="29" name="Picture 28">
            <a:extLst>
              <a:ext uri="{FF2B5EF4-FFF2-40B4-BE49-F238E27FC236}">
                <a16:creationId xmlns:a16="http://schemas.microsoft.com/office/drawing/2014/main" id="{0C80E32A-AC6B-2033-3F92-21E3DCC6C7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361689" y="2560631"/>
            <a:ext cx="182880" cy="182880"/>
          </a:xfrm>
          <a:prstGeom prst="rect">
            <a:avLst/>
          </a:prstGeom>
        </p:spPr>
      </p:pic>
      <p:sp>
        <p:nvSpPr>
          <p:cNvPr id="30" name="TextBox 29">
            <a:extLst>
              <a:ext uri="{FF2B5EF4-FFF2-40B4-BE49-F238E27FC236}">
                <a16:creationId xmlns:a16="http://schemas.microsoft.com/office/drawing/2014/main" id="{655ECE22-D38C-0A40-5890-49D48CB9A251}"/>
              </a:ext>
            </a:extLst>
          </p:cNvPr>
          <p:cNvSpPr txBox="1"/>
          <p:nvPr/>
        </p:nvSpPr>
        <p:spPr>
          <a:xfrm>
            <a:off x="10471835" y="2594113"/>
            <a:ext cx="192438" cy="246221"/>
          </a:xfrm>
          <a:prstGeom prst="rect">
            <a:avLst/>
          </a:prstGeom>
          <a:no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A</a:t>
            </a:r>
          </a:p>
        </p:txBody>
      </p:sp>
      <p:grpSp>
        <p:nvGrpSpPr>
          <p:cNvPr id="33" name="Group 32">
            <a:extLst>
              <a:ext uri="{FF2B5EF4-FFF2-40B4-BE49-F238E27FC236}">
                <a16:creationId xmlns:a16="http://schemas.microsoft.com/office/drawing/2014/main" id="{6391AF20-A722-28A1-F3AA-DE1A580F425D}"/>
              </a:ext>
            </a:extLst>
          </p:cNvPr>
          <p:cNvGrpSpPr/>
          <p:nvPr/>
        </p:nvGrpSpPr>
        <p:grpSpPr>
          <a:xfrm>
            <a:off x="1100172" y="351665"/>
            <a:ext cx="366629" cy="366629"/>
            <a:chOff x="1100172" y="351665"/>
            <a:chExt cx="366629" cy="366629"/>
          </a:xfrm>
          <a:solidFill>
            <a:schemeClr val="accent2"/>
          </a:solidFill>
        </p:grpSpPr>
        <p:sp>
          <p:nvSpPr>
            <p:cNvPr id="31" name="Rectangle 30">
              <a:extLst>
                <a:ext uri="{FF2B5EF4-FFF2-40B4-BE49-F238E27FC236}">
                  <a16:creationId xmlns:a16="http://schemas.microsoft.com/office/drawing/2014/main" id="{92F7CFCD-11B8-0740-D353-958F789CA537}"/>
                </a:ext>
              </a:extLst>
            </p:cNvPr>
            <p:cNvSpPr/>
            <p:nvPr/>
          </p:nvSpPr>
          <p:spPr>
            <a:xfrm>
              <a:off x="1225798" y="351665"/>
              <a:ext cx="104956" cy="3666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F9553A8-C7B0-FDD3-6B25-84CEF8951A4F}"/>
                </a:ext>
              </a:extLst>
            </p:cNvPr>
            <p:cNvSpPr/>
            <p:nvPr/>
          </p:nvSpPr>
          <p:spPr>
            <a:xfrm rot="5400000">
              <a:off x="1231009" y="351665"/>
              <a:ext cx="104956" cy="3666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Rounded Corners 34">
            <a:extLst>
              <a:ext uri="{FF2B5EF4-FFF2-40B4-BE49-F238E27FC236}">
                <a16:creationId xmlns:a16="http://schemas.microsoft.com/office/drawing/2014/main" id="{41701552-CD6C-E77C-DEA5-0A3012046B33}"/>
              </a:ext>
            </a:extLst>
          </p:cNvPr>
          <p:cNvSpPr/>
          <p:nvPr/>
        </p:nvSpPr>
        <p:spPr>
          <a:xfrm>
            <a:off x="9042798" y="949606"/>
            <a:ext cx="2744447" cy="2320148"/>
          </a:xfrm>
          <a:prstGeom prst="roundRect">
            <a:avLst>
              <a:gd name="adj" fmla="val 4994"/>
            </a:avLst>
          </a:prstGeom>
          <a:solidFill>
            <a:schemeClr val="bg1"/>
          </a:solidFill>
          <a:ln w="9525">
            <a:solidFill>
              <a:schemeClr val="bg1">
                <a:lumMod val="8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12534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DE68AAE-3C30-E304-ECEA-66610DD57577}"/>
            </a:ext>
          </a:extLst>
        </p:cNvPr>
        <p:cNvGrpSpPr/>
        <p:nvPr/>
      </p:nvGrpSpPr>
      <p:grpSpPr>
        <a:xfrm>
          <a:off x="0" y="0"/>
          <a:ext cx="0" cy="0"/>
          <a:chOff x="0" y="0"/>
          <a:chExt cx="0" cy="0"/>
        </a:xfrm>
      </p:grpSpPr>
      <p:pic>
        <p:nvPicPr>
          <p:cNvPr id="3" name="Graphic 2" descr="Employee badge with solid fill">
            <a:extLst>
              <a:ext uri="{FF2B5EF4-FFF2-40B4-BE49-F238E27FC236}">
                <a16:creationId xmlns:a16="http://schemas.microsoft.com/office/drawing/2014/main" id="{8322284D-70E4-4090-C4CB-8EEA46BBEA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4240" y="1264920"/>
            <a:ext cx="914400" cy="914400"/>
          </a:xfrm>
          <a:prstGeom prst="rect">
            <a:avLst/>
          </a:prstGeom>
        </p:spPr>
      </p:pic>
      <p:pic>
        <p:nvPicPr>
          <p:cNvPr id="34" name="Graphic 33" descr="Employee badge with solid fill">
            <a:extLst>
              <a:ext uri="{FF2B5EF4-FFF2-40B4-BE49-F238E27FC236}">
                <a16:creationId xmlns:a16="http://schemas.microsoft.com/office/drawing/2014/main" id="{D82BF2CD-48F3-C0ED-0AC2-5ECC22972B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4240" y="2179320"/>
            <a:ext cx="914400" cy="914400"/>
          </a:xfrm>
          <a:prstGeom prst="rect">
            <a:avLst/>
          </a:prstGeom>
        </p:spPr>
      </p:pic>
      <p:pic>
        <p:nvPicPr>
          <p:cNvPr id="37" name="Graphic 36" descr="Presentation with bar chart with solid fill">
            <a:extLst>
              <a:ext uri="{FF2B5EF4-FFF2-40B4-BE49-F238E27FC236}">
                <a16:creationId xmlns:a16="http://schemas.microsoft.com/office/drawing/2014/main" id="{84A28F60-2272-15DA-F590-91A6EBC939A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82800" y="2179320"/>
            <a:ext cx="914400" cy="914400"/>
          </a:xfrm>
          <a:prstGeom prst="rect">
            <a:avLst/>
          </a:prstGeom>
        </p:spPr>
      </p:pic>
      <p:pic>
        <p:nvPicPr>
          <p:cNvPr id="39" name="Graphic 38" descr="Money with solid fill">
            <a:extLst>
              <a:ext uri="{FF2B5EF4-FFF2-40B4-BE49-F238E27FC236}">
                <a16:creationId xmlns:a16="http://schemas.microsoft.com/office/drawing/2014/main" id="{AEA94E35-91CC-189A-F242-443C8C0757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61360" y="2179320"/>
            <a:ext cx="914400" cy="914400"/>
          </a:xfrm>
          <a:prstGeom prst="rect">
            <a:avLst/>
          </a:prstGeom>
        </p:spPr>
      </p:pic>
      <p:pic>
        <p:nvPicPr>
          <p:cNvPr id="40" name="Graphic 39" descr="Presentation with bar chart with solid fill">
            <a:extLst>
              <a:ext uri="{FF2B5EF4-FFF2-40B4-BE49-F238E27FC236}">
                <a16:creationId xmlns:a16="http://schemas.microsoft.com/office/drawing/2014/main" id="{E3954905-7853-5154-406A-C77389304D9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082800" y="1264920"/>
            <a:ext cx="914400" cy="914400"/>
          </a:xfrm>
          <a:prstGeom prst="rect">
            <a:avLst/>
          </a:prstGeom>
        </p:spPr>
      </p:pic>
      <p:pic>
        <p:nvPicPr>
          <p:cNvPr id="41" name="Graphic 40" descr="Money with solid fill">
            <a:extLst>
              <a:ext uri="{FF2B5EF4-FFF2-40B4-BE49-F238E27FC236}">
                <a16:creationId xmlns:a16="http://schemas.microsoft.com/office/drawing/2014/main" id="{122A5B46-D958-CC7F-2288-10E3E115239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61360" y="1264920"/>
            <a:ext cx="914400" cy="914400"/>
          </a:xfrm>
          <a:prstGeom prst="rect">
            <a:avLst/>
          </a:prstGeom>
        </p:spPr>
      </p:pic>
    </p:spTree>
    <p:extLst>
      <p:ext uri="{BB962C8B-B14F-4D97-AF65-F5344CB8AC3E}">
        <p14:creationId xmlns:p14="http://schemas.microsoft.com/office/powerpoint/2010/main" val="4148230251"/>
      </p:ext>
    </p:extLst>
  </p:cSld>
  <p:clrMapOvr>
    <a:masterClrMapping/>
  </p:clrMapOvr>
</p:sld>
</file>

<file path=ppt/theme/theme1.xml><?xml version="1.0" encoding="utf-8"?>
<a:theme xmlns:a="http://schemas.openxmlformats.org/drawingml/2006/main" name="Office Theme">
  <a:themeElements>
    <a:clrScheme name="Custom 6">
      <a:dk1>
        <a:sysClr val="windowText" lastClr="000000"/>
      </a:dk1>
      <a:lt1>
        <a:sysClr val="window" lastClr="FFFFFF"/>
      </a:lt1>
      <a:dk2>
        <a:srgbClr val="44546A"/>
      </a:dk2>
      <a:lt2>
        <a:srgbClr val="E7E6E6"/>
      </a:lt2>
      <a:accent1>
        <a:srgbClr val="910808"/>
      </a:accent1>
      <a:accent2>
        <a:srgbClr val="C10B0B"/>
      </a:accent2>
      <a:accent3>
        <a:srgbClr val="F10E0E"/>
      </a:accent3>
      <a:accent4>
        <a:srgbClr val="F43E3E"/>
      </a:accent4>
      <a:accent5>
        <a:srgbClr val="F43E3E"/>
      </a:accent5>
      <a:accent6>
        <a:srgbClr val="F76E6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77</Words>
  <Application>Microsoft Office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Jerin Abraham George</dc:creator>
  <cp:lastModifiedBy>Jerin Abraham George</cp:lastModifiedBy>
  <cp:revision>10</cp:revision>
  <dcterms:created xsi:type="dcterms:W3CDTF">2025-11-15T14:40:44Z</dcterms:created>
  <dcterms:modified xsi:type="dcterms:W3CDTF">2025-11-15T19:31:59Z</dcterms:modified>
</cp:coreProperties>
</file>