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B0F0"/>
    <a:srgbClr val="001436"/>
    <a:srgbClr val="3481FE"/>
    <a:srgbClr val="7C3AED"/>
    <a:srgbClr val="DF8B2A"/>
    <a:srgbClr val="1B5CEA"/>
    <a:srgbClr val="E73232"/>
    <a:srgbClr val="013A94"/>
    <a:srgbClr val="02E4FB"/>
    <a:srgbClr val="26172A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7189" autoAdjust="0"/>
    <p:restoredTop sz="95706" autoAdjust="0"/>
  </p:normalViewPr>
  <p:slideViewPr>
    <p:cSldViewPr snapToGrid="0">
      <p:cViewPr varScale="1">
        <p:scale>
          <a:sx n="95" d="100"/>
          <a:sy n="95" d="100"/>
        </p:scale>
        <p:origin x="566" y="5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23743E3-C381-61D6-16D6-0A6AB5AD2D0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08F3002-DA28-EAD4-3B6E-D3A3A9264E3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4DCEB16-0F9C-EC16-EB17-7B79A79BD89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51D949-B031-4D3D-85AE-B17162A355E1}" type="datetimeFigureOut">
              <a:rPr lang="en-IN" smtClean="0"/>
              <a:t>10-05-2026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73FDE56-9475-46EF-B43A-4364063B66F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4EF3CDD-4A86-9E3F-304D-6849ECB347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58F3EE-2531-4CEC-A581-182D9900F1A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2986968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AF8ECF1-4E24-A20C-1B1B-E021C57DE4C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7EBEB7A-8FF1-4DE2-09DF-98F08B4F9CA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26D745A-6B27-42B9-393D-63C68326BA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51D949-B031-4D3D-85AE-B17162A355E1}" type="datetimeFigureOut">
              <a:rPr lang="en-IN" smtClean="0"/>
              <a:t>10-05-2026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6EBA682-2E1B-CAF2-F377-47151ECA004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F5A7691-7F00-BC6E-8EC2-F8C5179B97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58F3EE-2531-4CEC-A581-182D9900F1A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646001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939CE52-4872-AEC0-2989-62E1C5F8C55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279C225-65C4-649D-F12F-016EFB36D04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AAD4531-D9F0-8BE2-3649-814EA9DAF6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51D949-B031-4D3D-85AE-B17162A355E1}" type="datetimeFigureOut">
              <a:rPr lang="en-IN" smtClean="0"/>
              <a:t>10-05-2026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1A530FE-48F7-C35C-2176-3C0C9891FBC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AAFA429-1CF5-F5FD-3A3B-944A3F99FE8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58F3EE-2531-4CEC-A581-182D9900F1A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4214009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94A0F4D-120F-44E6-A1B1-CEF7A68D398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C435870-93EA-88E1-90B4-4141D4CCADC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8A5152B-06CF-0042-3780-620DE640822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5C09636-2FB4-7FA0-D30B-8FF300244F3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51D949-B031-4D3D-85AE-B17162A355E1}" type="datetimeFigureOut">
              <a:rPr lang="en-IN" smtClean="0"/>
              <a:t>10-05-2026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762CD42-0DFE-E464-FBE8-9189085DFF7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DC31F92-3834-5C04-3BA5-0153CE14BF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58F3EE-2531-4CEC-A581-182D9900F1A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0911174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01BB93B-A0E6-CB86-5605-169DC65A87E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B4B4CD4-E2A7-064D-C0A2-CF7732A86DA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AE8C3D4-28F8-4D39-6FB3-AF1B5984629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A517FD09-E028-051A-7347-08859917DBA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2B4009E8-99FD-74F1-A0CE-4F13652A7B5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A59D6D1F-5DA5-CAAE-4151-01441C4C1F5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51D949-B031-4D3D-85AE-B17162A355E1}" type="datetimeFigureOut">
              <a:rPr lang="en-IN" smtClean="0"/>
              <a:t>10-05-2026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B59F53B0-87C5-D138-1294-424920F193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BE52A4B6-15A4-62F8-9E0E-A615BFD06C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58F3EE-2531-4CEC-A581-182D9900F1A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3561327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DC79D2D-EB55-CF47-965C-6FCF6BE484F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9053F373-1F60-6B7B-7613-B0E9B91603C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51D949-B031-4D3D-85AE-B17162A355E1}" type="datetimeFigureOut">
              <a:rPr lang="en-IN" smtClean="0"/>
              <a:t>10-05-2026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46AF922-0B80-089B-0016-BECAB4F3CBB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6A6B36C-C812-08D0-62B2-838025CB9F7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58F3EE-2531-4CEC-A581-182D9900F1A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5983420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9829BE6-6887-8659-17A4-962E9462045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51D949-B031-4D3D-85AE-B17162A355E1}" type="datetimeFigureOut">
              <a:rPr lang="en-IN" smtClean="0"/>
              <a:t>10-05-2026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DED34B4E-F495-2485-3398-B95DB9B0D37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2D3FE64-8CF4-B068-49BF-107D30B35F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58F3EE-2531-4CEC-A581-182D9900F1A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655866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A80FB2B-D53E-9E55-4547-54F374C10DF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6B46916-2430-F731-2BEA-47F0962871F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7F1DA8D-D25B-2FC4-E6DC-66C8ED132AF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8CDB23C-6130-2205-4C0A-9FBEEA5B87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51D949-B031-4D3D-85AE-B17162A355E1}" type="datetimeFigureOut">
              <a:rPr lang="en-IN" smtClean="0"/>
              <a:t>10-05-2026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E0F267E-D28C-37C9-96F7-F868FE5B2E1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A3F62D1-37DD-2354-E54F-E8FA89F0E0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58F3EE-2531-4CEC-A581-182D9900F1A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4722788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46AEF7F-8153-E3CE-C341-C7D846AD60C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9F3B9C8F-B462-A1D5-E4AE-229BC46E10E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37EFA01-F99D-819D-76A4-8691E872C33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F6161B2-170B-7B18-85E6-CAA45C6DFDE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51D949-B031-4D3D-85AE-B17162A355E1}" type="datetimeFigureOut">
              <a:rPr lang="en-IN" smtClean="0"/>
              <a:t>10-05-2026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899F4B8-FD19-A0EF-B7AB-90AD1B0588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4E63EFF-190B-62CB-F07B-3C70DABDBD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58F3EE-2531-4CEC-A581-182D9900F1A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1769526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CC5DFA-366C-10D8-0A69-70C599EAFA8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85562F2-B9FF-84A5-CBFF-784B28B497E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B50AAD0-A1FA-5492-6EF5-EBC3D952966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51D949-B031-4D3D-85AE-B17162A355E1}" type="datetimeFigureOut">
              <a:rPr lang="en-IN" smtClean="0"/>
              <a:t>10-05-2026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3C71B7D-E9ED-974C-C6DC-2089DFA609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B7968C1-E908-2495-DBB5-D0308093B9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58F3EE-2531-4CEC-A581-182D9900F1A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3766547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F69C0648-042D-3BC2-0F08-263A22BBBB5E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C23BCA4-869A-31D6-1A5B-1EFF79D7745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4EA5350-C2B1-92D3-7E46-AC4378C39F6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51D949-B031-4D3D-85AE-B17162A355E1}" type="datetimeFigureOut">
              <a:rPr lang="en-IN" smtClean="0"/>
              <a:t>10-05-2026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FE76299-7275-2693-0CAB-78B2CC94CAD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BB6BD0B-C80A-29B0-EDB1-C39C3B7FDC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58F3EE-2531-4CEC-A581-182D9900F1A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9686045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92C22D2E-9B47-2265-9F7A-E348AED2DF7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4ABB81C-B8C6-5E96-F796-BDB1046D0CE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5C2914A-F71B-3CF4-BD84-9E88C3C3A7F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451D949-B031-4D3D-85AE-B17162A355E1}" type="datetimeFigureOut">
              <a:rPr lang="en-IN" smtClean="0"/>
              <a:t>10-05-2026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746F00B-5682-4AC4-0962-F6075BD6593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EE6FB8E-911D-2479-5DB3-BB9AFDE240B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158F3EE-2531-4CEC-A581-182D9900F1A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236179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A0A742FC-DF93-51E9-C11D-8A0D27AAD4E0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effectLst>
            <a:outerShdw dist="50800" dir="5400000" algn="ctr" rotWithShape="0">
              <a:srgbClr val="000000"/>
            </a:outerShdw>
          </a:effectLst>
        </p:spPr>
      </p:pic>
      <p:sp>
        <p:nvSpPr>
          <p:cNvPr id="7" name="Rectangle 6">
            <a:extLst>
              <a:ext uri="{FF2B5EF4-FFF2-40B4-BE49-F238E27FC236}">
                <a16:creationId xmlns:a16="http://schemas.microsoft.com/office/drawing/2014/main" id="{DFD6ACAF-EFAB-C6A1-F8AA-61DFAE18A3E6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>
              <a:alpha val="8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8811A5DA-503F-31F1-6216-23066DFB53C0}"/>
              </a:ext>
            </a:extLst>
          </p:cNvPr>
          <p:cNvSpPr/>
          <p:nvPr/>
        </p:nvSpPr>
        <p:spPr>
          <a:xfrm>
            <a:off x="0" y="0"/>
            <a:ext cx="12192000" cy="568960"/>
          </a:xfrm>
          <a:prstGeom prst="rect">
            <a:avLst/>
          </a:prstGeom>
          <a:solidFill>
            <a:srgbClr val="000719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F3AA635D-4B34-7005-E17D-B7D7A8939253}"/>
              </a:ext>
            </a:extLst>
          </p:cNvPr>
          <p:cNvSpPr/>
          <p:nvPr/>
        </p:nvSpPr>
        <p:spPr>
          <a:xfrm>
            <a:off x="0" y="523241"/>
            <a:ext cx="12192000" cy="45719"/>
          </a:xfrm>
          <a:prstGeom prst="rect">
            <a:avLst/>
          </a:prstGeom>
          <a:gradFill flip="none" rotWithShape="1">
            <a:gsLst>
              <a:gs pos="0">
                <a:srgbClr val="013A94"/>
              </a:gs>
              <a:gs pos="50000">
                <a:srgbClr val="02E4FB"/>
              </a:gs>
              <a:gs pos="100000">
                <a:srgbClr val="013A94"/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E1B04FF3-DDD7-180E-B162-D323D575DCCA}"/>
              </a:ext>
            </a:extLst>
          </p:cNvPr>
          <p:cNvSpPr/>
          <p:nvPr/>
        </p:nvSpPr>
        <p:spPr>
          <a:xfrm>
            <a:off x="216747" y="751841"/>
            <a:ext cx="2722880" cy="1163322"/>
          </a:xfrm>
          <a:prstGeom prst="roundRect">
            <a:avLst>
              <a:gd name="adj" fmla="val 11316"/>
            </a:avLst>
          </a:prstGeom>
          <a:solidFill>
            <a:srgbClr val="001436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6" name="Rectangle: Rounded Corners 15">
            <a:extLst>
              <a:ext uri="{FF2B5EF4-FFF2-40B4-BE49-F238E27FC236}">
                <a16:creationId xmlns:a16="http://schemas.microsoft.com/office/drawing/2014/main" id="{0B9DED4F-55E0-BA55-B915-ED4D6890B18D}"/>
              </a:ext>
            </a:extLst>
          </p:cNvPr>
          <p:cNvSpPr/>
          <p:nvPr/>
        </p:nvSpPr>
        <p:spPr>
          <a:xfrm>
            <a:off x="3212818" y="751841"/>
            <a:ext cx="2722880" cy="1163322"/>
          </a:xfrm>
          <a:prstGeom prst="roundRect">
            <a:avLst>
              <a:gd name="adj" fmla="val 11316"/>
            </a:avLst>
          </a:prstGeom>
          <a:solidFill>
            <a:srgbClr val="001436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7" name="Rectangle: Rounded Corners 16">
            <a:extLst>
              <a:ext uri="{FF2B5EF4-FFF2-40B4-BE49-F238E27FC236}">
                <a16:creationId xmlns:a16="http://schemas.microsoft.com/office/drawing/2014/main" id="{29FF2C79-A5FB-08B5-1A8A-7953D652A9BF}"/>
              </a:ext>
            </a:extLst>
          </p:cNvPr>
          <p:cNvSpPr/>
          <p:nvPr/>
        </p:nvSpPr>
        <p:spPr>
          <a:xfrm>
            <a:off x="6208889" y="751841"/>
            <a:ext cx="2722880" cy="1163322"/>
          </a:xfrm>
          <a:prstGeom prst="roundRect">
            <a:avLst>
              <a:gd name="adj" fmla="val 11316"/>
            </a:avLst>
          </a:prstGeom>
          <a:solidFill>
            <a:srgbClr val="001436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8" name="Rectangle: Rounded Corners 17">
            <a:extLst>
              <a:ext uri="{FF2B5EF4-FFF2-40B4-BE49-F238E27FC236}">
                <a16:creationId xmlns:a16="http://schemas.microsoft.com/office/drawing/2014/main" id="{5DA60A2C-482C-27CB-20C3-621807AB6AB2}"/>
              </a:ext>
            </a:extLst>
          </p:cNvPr>
          <p:cNvSpPr/>
          <p:nvPr/>
        </p:nvSpPr>
        <p:spPr>
          <a:xfrm>
            <a:off x="9204960" y="751841"/>
            <a:ext cx="2722880" cy="1163322"/>
          </a:xfrm>
          <a:prstGeom prst="roundRect">
            <a:avLst>
              <a:gd name="adj" fmla="val 11316"/>
            </a:avLst>
          </a:prstGeom>
          <a:solidFill>
            <a:srgbClr val="001436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1" name="Freeform: Shape 20">
            <a:extLst>
              <a:ext uri="{FF2B5EF4-FFF2-40B4-BE49-F238E27FC236}">
                <a16:creationId xmlns:a16="http://schemas.microsoft.com/office/drawing/2014/main" id="{5EB65E9D-1C96-F096-D01E-9C3BBC172C5F}"/>
              </a:ext>
            </a:extLst>
          </p:cNvPr>
          <p:cNvSpPr/>
          <p:nvPr/>
        </p:nvSpPr>
        <p:spPr>
          <a:xfrm>
            <a:off x="216747" y="773760"/>
            <a:ext cx="63234" cy="1119483"/>
          </a:xfrm>
          <a:custGeom>
            <a:avLst/>
            <a:gdLst>
              <a:gd name="csX0" fmla="*/ 63234 w 63234"/>
              <a:gd name="csY0" fmla="*/ 0 h 1119483"/>
              <a:gd name="csX1" fmla="*/ 47340 w 63234"/>
              <a:gd name="csY1" fmla="*/ 23574 h 1119483"/>
              <a:gd name="csX2" fmla="*/ 41486 w 63234"/>
              <a:gd name="csY2" fmla="*/ 52568 h 1119483"/>
              <a:gd name="csX3" fmla="*/ 41486 w 63234"/>
              <a:gd name="csY3" fmla="*/ 1066914 h 1119483"/>
              <a:gd name="csX4" fmla="*/ 47340 w 63234"/>
              <a:gd name="csY4" fmla="*/ 1095908 h 1119483"/>
              <a:gd name="csX5" fmla="*/ 63234 w 63234"/>
              <a:gd name="csY5" fmla="*/ 1119483 h 1119483"/>
              <a:gd name="csX6" fmla="*/ 38557 w 63234"/>
              <a:gd name="csY6" fmla="*/ 1102845 h 1119483"/>
              <a:gd name="csX7" fmla="*/ 0 w 63234"/>
              <a:gd name="csY7" fmla="*/ 1009760 h 1119483"/>
              <a:gd name="csX8" fmla="*/ 0 w 63234"/>
              <a:gd name="csY8" fmla="*/ 109722 h 1119483"/>
              <a:gd name="csX9" fmla="*/ 38557 w 63234"/>
              <a:gd name="csY9" fmla="*/ 16637 h 1119483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</a:cxnLst>
            <a:rect l="l" t="t" r="r" b="b"/>
            <a:pathLst>
              <a:path w="63234" h="1119483">
                <a:moveTo>
                  <a:pt x="63234" y="0"/>
                </a:moveTo>
                <a:lnTo>
                  <a:pt x="47340" y="23574"/>
                </a:lnTo>
                <a:cubicBezTo>
                  <a:pt x="43570" y="32486"/>
                  <a:pt x="41486" y="42283"/>
                  <a:pt x="41486" y="52568"/>
                </a:cubicBezTo>
                <a:lnTo>
                  <a:pt x="41486" y="1066914"/>
                </a:lnTo>
                <a:cubicBezTo>
                  <a:pt x="41486" y="1077199"/>
                  <a:pt x="43570" y="1086997"/>
                  <a:pt x="47340" y="1095908"/>
                </a:cubicBezTo>
                <a:lnTo>
                  <a:pt x="63234" y="1119483"/>
                </a:lnTo>
                <a:lnTo>
                  <a:pt x="38557" y="1102845"/>
                </a:lnTo>
                <a:cubicBezTo>
                  <a:pt x="14735" y="1079023"/>
                  <a:pt x="0" y="1046112"/>
                  <a:pt x="0" y="1009760"/>
                </a:cubicBezTo>
                <a:lnTo>
                  <a:pt x="0" y="109722"/>
                </a:lnTo>
                <a:cubicBezTo>
                  <a:pt x="0" y="73370"/>
                  <a:pt x="14735" y="40460"/>
                  <a:pt x="38557" y="16637"/>
                </a:cubicBezTo>
                <a:close/>
              </a:path>
            </a:pathLst>
          </a:custGeom>
          <a:solidFill>
            <a:srgbClr val="E7323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IN"/>
          </a:p>
        </p:txBody>
      </p:sp>
      <p:sp>
        <p:nvSpPr>
          <p:cNvPr id="22" name="Freeform: Shape 21">
            <a:extLst>
              <a:ext uri="{FF2B5EF4-FFF2-40B4-BE49-F238E27FC236}">
                <a16:creationId xmlns:a16="http://schemas.microsoft.com/office/drawing/2014/main" id="{66ACDB05-1C2A-274B-D2DF-CDC4B7B225E8}"/>
              </a:ext>
            </a:extLst>
          </p:cNvPr>
          <p:cNvSpPr/>
          <p:nvPr/>
        </p:nvSpPr>
        <p:spPr>
          <a:xfrm>
            <a:off x="3212818" y="773760"/>
            <a:ext cx="63234" cy="1119483"/>
          </a:xfrm>
          <a:custGeom>
            <a:avLst/>
            <a:gdLst>
              <a:gd name="csX0" fmla="*/ 63234 w 63234"/>
              <a:gd name="csY0" fmla="*/ 0 h 1119483"/>
              <a:gd name="csX1" fmla="*/ 47340 w 63234"/>
              <a:gd name="csY1" fmla="*/ 23574 h 1119483"/>
              <a:gd name="csX2" fmla="*/ 41486 w 63234"/>
              <a:gd name="csY2" fmla="*/ 52568 h 1119483"/>
              <a:gd name="csX3" fmla="*/ 41486 w 63234"/>
              <a:gd name="csY3" fmla="*/ 1066914 h 1119483"/>
              <a:gd name="csX4" fmla="*/ 47340 w 63234"/>
              <a:gd name="csY4" fmla="*/ 1095908 h 1119483"/>
              <a:gd name="csX5" fmla="*/ 63234 w 63234"/>
              <a:gd name="csY5" fmla="*/ 1119483 h 1119483"/>
              <a:gd name="csX6" fmla="*/ 38557 w 63234"/>
              <a:gd name="csY6" fmla="*/ 1102845 h 1119483"/>
              <a:gd name="csX7" fmla="*/ 0 w 63234"/>
              <a:gd name="csY7" fmla="*/ 1009760 h 1119483"/>
              <a:gd name="csX8" fmla="*/ 0 w 63234"/>
              <a:gd name="csY8" fmla="*/ 109722 h 1119483"/>
              <a:gd name="csX9" fmla="*/ 38557 w 63234"/>
              <a:gd name="csY9" fmla="*/ 16637 h 1119483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</a:cxnLst>
            <a:rect l="l" t="t" r="r" b="b"/>
            <a:pathLst>
              <a:path w="63234" h="1119483">
                <a:moveTo>
                  <a:pt x="63234" y="0"/>
                </a:moveTo>
                <a:lnTo>
                  <a:pt x="47340" y="23574"/>
                </a:lnTo>
                <a:cubicBezTo>
                  <a:pt x="43570" y="32486"/>
                  <a:pt x="41486" y="42283"/>
                  <a:pt x="41486" y="52568"/>
                </a:cubicBezTo>
                <a:lnTo>
                  <a:pt x="41486" y="1066914"/>
                </a:lnTo>
                <a:cubicBezTo>
                  <a:pt x="41486" y="1077199"/>
                  <a:pt x="43570" y="1086997"/>
                  <a:pt x="47340" y="1095908"/>
                </a:cubicBezTo>
                <a:lnTo>
                  <a:pt x="63234" y="1119483"/>
                </a:lnTo>
                <a:lnTo>
                  <a:pt x="38557" y="1102845"/>
                </a:lnTo>
                <a:cubicBezTo>
                  <a:pt x="14735" y="1079023"/>
                  <a:pt x="0" y="1046112"/>
                  <a:pt x="0" y="1009760"/>
                </a:cubicBezTo>
                <a:lnTo>
                  <a:pt x="0" y="109722"/>
                </a:lnTo>
                <a:cubicBezTo>
                  <a:pt x="0" y="73370"/>
                  <a:pt x="14735" y="40460"/>
                  <a:pt x="38557" y="16637"/>
                </a:cubicBezTo>
                <a:close/>
              </a:path>
            </a:pathLst>
          </a:custGeom>
          <a:solidFill>
            <a:srgbClr val="1B5CEA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IN"/>
          </a:p>
        </p:txBody>
      </p:sp>
      <p:sp>
        <p:nvSpPr>
          <p:cNvPr id="23" name="Freeform: Shape 22">
            <a:extLst>
              <a:ext uri="{FF2B5EF4-FFF2-40B4-BE49-F238E27FC236}">
                <a16:creationId xmlns:a16="http://schemas.microsoft.com/office/drawing/2014/main" id="{06C9AFC3-6917-4353-6C16-E719A7E0EA1C}"/>
              </a:ext>
            </a:extLst>
          </p:cNvPr>
          <p:cNvSpPr/>
          <p:nvPr/>
        </p:nvSpPr>
        <p:spPr>
          <a:xfrm>
            <a:off x="6208889" y="773760"/>
            <a:ext cx="63234" cy="1119483"/>
          </a:xfrm>
          <a:custGeom>
            <a:avLst/>
            <a:gdLst>
              <a:gd name="csX0" fmla="*/ 63234 w 63234"/>
              <a:gd name="csY0" fmla="*/ 0 h 1119483"/>
              <a:gd name="csX1" fmla="*/ 47340 w 63234"/>
              <a:gd name="csY1" fmla="*/ 23574 h 1119483"/>
              <a:gd name="csX2" fmla="*/ 41486 w 63234"/>
              <a:gd name="csY2" fmla="*/ 52568 h 1119483"/>
              <a:gd name="csX3" fmla="*/ 41486 w 63234"/>
              <a:gd name="csY3" fmla="*/ 1066914 h 1119483"/>
              <a:gd name="csX4" fmla="*/ 47340 w 63234"/>
              <a:gd name="csY4" fmla="*/ 1095908 h 1119483"/>
              <a:gd name="csX5" fmla="*/ 63234 w 63234"/>
              <a:gd name="csY5" fmla="*/ 1119483 h 1119483"/>
              <a:gd name="csX6" fmla="*/ 38557 w 63234"/>
              <a:gd name="csY6" fmla="*/ 1102845 h 1119483"/>
              <a:gd name="csX7" fmla="*/ 0 w 63234"/>
              <a:gd name="csY7" fmla="*/ 1009760 h 1119483"/>
              <a:gd name="csX8" fmla="*/ 0 w 63234"/>
              <a:gd name="csY8" fmla="*/ 109722 h 1119483"/>
              <a:gd name="csX9" fmla="*/ 38557 w 63234"/>
              <a:gd name="csY9" fmla="*/ 16637 h 1119483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</a:cxnLst>
            <a:rect l="l" t="t" r="r" b="b"/>
            <a:pathLst>
              <a:path w="63234" h="1119483">
                <a:moveTo>
                  <a:pt x="63234" y="0"/>
                </a:moveTo>
                <a:lnTo>
                  <a:pt x="47340" y="23574"/>
                </a:lnTo>
                <a:cubicBezTo>
                  <a:pt x="43570" y="32486"/>
                  <a:pt x="41486" y="42283"/>
                  <a:pt x="41486" y="52568"/>
                </a:cubicBezTo>
                <a:lnTo>
                  <a:pt x="41486" y="1066914"/>
                </a:lnTo>
                <a:cubicBezTo>
                  <a:pt x="41486" y="1077199"/>
                  <a:pt x="43570" y="1086997"/>
                  <a:pt x="47340" y="1095908"/>
                </a:cubicBezTo>
                <a:lnTo>
                  <a:pt x="63234" y="1119483"/>
                </a:lnTo>
                <a:lnTo>
                  <a:pt x="38557" y="1102845"/>
                </a:lnTo>
                <a:cubicBezTo>
                  <a:pt x="14735" y="1079023"/>
                  <a:pt x="0" y="1046112"/>
                  <a:pt x="0" y="1009760"/>
                </a:cubicBezTo>
                <a:lnTo>
                  <a:pt x="0" y="109722"/>
                </a:lnTo>
                <a:cubicBezTo>
                  <a:pt x="0" y="73370"/>
                  <a:pt x="14735" y="40460"/>
                  <a:pt x="38557" y="16637"/>
                </a:cubicBezTo>
                <a:close/>
              </a:path>
            </a:pathLst>
          </a:custGeom>
          <a:solidFill>
            <a:srgbClr val="DF8B2A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IN"/>
          </a:p>
        </p:txBody>
      </p:sp>
      <p:sp>
        <p:nvSpPr>
          <p:cNvPr id="24" name="Freeform: Shape 23">
            <a:extLst>
              <a:ext uri="{FF2B5EF4-FFF2-40B4-BE49-F238E27FC236}">
                <a16:creationId xmlns:a16="http://schemas.microsoft.com/office/drawing/2014/main" id="{1FFFD415-BE00-4534-AB85-94C7FD8FCA4E}"/>
              </a:ext>
            </a:extLst>
          </p:cNvPr>
          <p:cNvSpPr/>
          <p:nvPr/>
        </p:nvSpPr>
        <p:spPr>
          <a:xfrm>
            <a:off x="9204960" y="773760"/>
            <a:ext cx="63234" cy="1119483"/>
          </a:xfrm>
          <a:custGeom>
            <a:avLst/>
            <a:gdLst>
              <a:gd name="csX0" fmla="*/ 63234 w 63234"/>
              <a:gd name="csY0" fmla="*/ 0 h 1119483"/>
              <a:gd name="csX1" fmla="*/ 47340 w 63234"/>
              <a:gd name="csY1" fmla="*/ 23574 h 1119483"/>
              <a:gd name="csX2" fmla="*/ 41486 w 63234"/>
              <a:gd name="csY2" fmla="*/ 52568 h 1119483"/>
              <a:gd name="csX3" fmla="*/ 41486 w 63234"/>
              <a:gd name="csY3" fmla="*/ 1066914 h 1119483"/>
              <a:gd name="csX4" fmla="*/ 47340 w 63234"/>
              <a:gd name="csY4" fmla="*/ 1095908 h 1119483"/>
              <a:gd name="csX5" fmla="*/ 63234 w 63234"/>
              <a:gd name="csY5" fmla="*/ 1119483 h 1119483"/>
              <a:gd name="csX6" fmla="*/ 38557 w 63234"/>
              <a:gd name="csY6" fmla="*/ 1102845 h 1119483"/>
              <a:gd name="csX7" fmla="*/ 0 w 63234"/>
              <a:gd name="csY7" fmla="*/ 1009760 h 1119483"/>
              <a:gd name="csX8" fmla="*/ 0 w 63234"/>
              <a:gd name="csY8" fmla="*/ 109722 h 1119483"/>
              <a:gd name="csX9" fmla="*/ 38557 w 63234"/>
              <a:gd name="csY9" fmla="*/ 16637 h 1119483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</a:cxnLst>
            <a:rect l="l" t="t" r="r" b="b"/>
            <a:pathLst>
              <a:path w="63234" h="1119483">
                <a:moveTo>
                  <a:pt x="63234" y="0"/>
                </a:moveTo>
                <a:lnTo>
                  <a:pt x="47340" y="23574"/>
                </a:lnTo>
                <a:cubicBezTo>
                  <a:pt x="43570" y="32486"/>
                  <a:pt x="41486" y="42283"/>
                  <a:pt x="41486" y="52568"/>
                </a:cubicBezTo>
                <a:lnTo>
                  <a:pt x="41486" y="1066914"/>
                </a:lnTo>
                <a:cubicBezTo>
                  <a:pt x="41486" y="1077199"/>
                  <a:pt x="43570" y="1086997"/>
                  <a:pt x="47340" y="1095908"/>
                </a:cubicBezTo>
                <a:lnTo>
                  <a:pt x="63234" y="1119483"/>
                </a:lnTo>
                <a:lnTo>
                  <a:pt x="38557" y="1102845"/>
                </a:lnTo>
                <a:cubicBezTo>
                  <a:pt x="14735" y="1079023"/>
                  <a:pt x="0" y="1046112"/>
                  <a:pt x="0" y="1009760"/>
                </a:cubicBezTo>
                <a:lnTo>
                  <a:pt x="0" y="109722"/>
                </a:lnTo>
                <a:cubicBezTo>
                  <a:pt x="0" y="73370"/>
                  <a:pt x="14735" y="40460"/>
                  <a:pt x="38557" y="16637"/>
                </a:cubicBezTo>
                <a:close/>
              </a:path>
            </a:pathLst>
          </a:custGeom>
          <a:solidFill>
            <a:srgbClr val="7C3AED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IN"/>
          </a:p>
        </p:txBody>
      </p:sp>
      <p:sp>
        <p:nvSpPr>
          <p:cNvPr id="25" name="Rectangle: Rounded Corners 24">
            <a:extLst>
              <a:ext uri="{FF2B5EF4-FFF2-40B4-BE49-F238E27FC236}">
                <a16:creationId xmlns:a16="http://schemas.microsoft.com/office/drawing/2014/main" id="{A83334CE-BD17-CF8A-E930-54E17D66B308}"/>
              </a:ext>
            </a:extLst>
          </p:cNvPr>
          <p:cNvSpPr/>
          <p:nvPr/>
        </p:nvSpPr>
        <p:spPr>
          <a:xfrm>
            <a:off x="216747" y="2033804"/>
            <a:ext cx="4500362" cy="2539641"/>
          </a:xfrm>
          <a:prstGeom prst="roundRect">
            <a:avLst>
              <a:gd name="adj" fmla="val 5581"/>
            </a:avLst>
          </a:prstGeom>
          <a:solidFill>
            <a:srgbClr val="001436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6" name="Rectangle: Rounded Corners 25">
            <a:extLst>
              <a:ext uri="{FF2B5EF4-FFF2-40B4-BE49-F238E27FC236}">
                <a16:creationId xmlns:a16="http://schemas.microsoft.com/office/drawing/2014/main" id="{BE8EE7C5-C45E-0553-1902-7619F5833ACE}"/>
              </a:ext>
            </a:extLst>
          </p:cNvPr>
          <p:cNvSpPr/>
          <p:nvPr/>
        </p:nvSpPr>
        <p:spPr>
          <a:xfrm>
            <a:off x="216747" y="4686876"/>
            <a:ext cx="4500362" cy="2052482"/>
          </a:xfrm>
          <a:prstGeom prst="roundRect">
            <a:avLst>
              <a:gd name="adj" fmla="val 7467"/>
            </a:avLst>
          </a:prstGeom>
          <a:solidFill>
            <a:srgbClr val="001436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7" name="Rectangle: Rounded Corners 26">
            <a:extLst>
              <a:ext uri="{FF2B5EF4-FFF2-40B4-BE49-F238E27FC236}">
                <a16:creationId xmlns:a16="http://schemas.microsoft.com/office/drawing/2014/main" id="{8E416843-AB01-E228-B038-62991B89CC6E}"/>
              </a:ext>
            </a:extLst>
          </p:cNvPr>
          <p:cNvSpPr/>
          <p:nvPr/>
        </p:nvSpPr>
        <p:spPr>
          <a:xfrm>
            <a:off x="4834467" y="2031200"/>
            <a:ext cx="3600873" cy="2114092"/>
          </a:xfrm>
          <a:prstGeom prst="roundRect">
            <a:avLst>
              <a:gd name="adj" fmla="val 7023"/>
            </a:avLst>
          </a:prstGeom>
          <a:solidFill>
            <a:srgbClr val="001436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8" name="Rectangle: Rounded Corners 27">
            <a:extLst>
              <a:ext uri="{FF2B5EF4-FFF2-40B4-BE49-F238E27FC236}">
                <a16:creationId xmlns:a16="http://schemas.microsoft.com/office/drawing/2014/main" id="{9CFEB9B6-C87F-5AEC-051A-1CB8939AB7A9}"/>
              </a:ext>
            </a:extLst>
          </p:cNvPr>
          <p:cNvSpPr/>
          <p:nvPr/>
        </p:nvSpPr>
        <p:spPr>
          <a:xfrm>
            <a:off x="8552698" y="2031200"/>
            <a:ext cx="3375142" cy="4708158"/>
          </a:xfrm>
          <a:prstGeom prst="roundRect">
            <a:avLst>
              <a:gd name="adj" fmla="val 3775"/>
            </a:avLst>
          </a:prstGeom>
          <a:solidFill>
            <a:srgbClr val="001436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E2642CFD-ABB1-B3C4-B0FF-4291D558A27D}"/>
              </a:ext>
            </a:extLst>
          </p:cNvPr>
          <p:cNvSpPr/>
          <p:nvPr/>
        </p:nvSpPr>
        <p:spPr>
          <a:xfrm>
            <a:off x="4833057" y="4220666"/>
            <a:ext cx="1834443" cy="2518691"/>
          </a:xfrm>
          <a:prstGeom prst="rect">
            <a:avLst/>
          </a:prstGeom>
          <a:solidFill>
            <a:srgbClr val="001436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FC1406CD-8074-8C96-6197-2F034FBE7C57}"/>
              </a:ext>
            </a:extLst>
          </p:cNvPr>
          <p:cNvSpPr/>
          <p:nvPr/>
        </p:nvSpPr>
        <p:spPr>
          <a:xfrm>
            <a:off x="6602307" y="4220665"/>
            <a:ext cx="1834443" cy="2518691"/>
          </a:xfrm>
          <a:prstGeom prst="rect">
            <a:avLst/>
          </a:prstGeom>
          <a:solidFill>
            <a:srgbClr val="00B0F0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F64428BB-4709-C2C8-4F71-34C4D2CF3F68}"/>
              </a:ext>
            </a:extLst>
          </p:cNvPr>
          <p:cNvSpPr txBox="1"/>
          <p:nvPr/>
        </p:nvSpPr>
        <p:spPr>
          <a:xfrm>
            <a:off x="211721" y="62469"/>
            <a:ext cx="431215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i="1" dirty="0">
                <a:gradFill>
                  <a:gsLst>
                    <a:gs pos="0">
                      <a:srgbClr val="3481FE"/>
                    </a:gs>
                    <a:gs pos="50000">
                      <a:srgbClr val="02E4FB"/>
                    </a:gs>
                    <a:gs pos="100000">
                      <a:srgbClr val="013A94"/>
                    </a:gs>
                  </a:gsLst>
                  <a:lin ang="0" scaled="1"/>
                </a:gradFill>
              </a:rPr>
              <a:t>Cyber</a:t>
            </a:r>
            <a:r>
              <a:rPr lang="en-US" sz="2400" b="1" i="1" dirty="0">
                <a:gradFill>
                  <a:gsLst>
                    <a:gs pos="0">
                      <a:srgbClr val="013A94"/>
                    </a:gs>
                    <a:gs pos="50000">
                      <a:srgbClr val="02E4FB"/>
                    </a:gs>
                    <a:gs pos="100000">
                      <a:srgbClr val="013A94"/>
                    </a:gs>
                  </a:gsLst>
                  <a:lin ang="0" scaled="1"/>
                </a:gradFill>
              </a:rPr>
              <a:t> Security </a:t>
            </a:r>
            <a:r>
              <a:rPr lang="en-US" sz="2400" b="1" i="1" dirty="0">
                <a:solidFill>
                  <a:schemeClr val="bg1"/>
                </a:solidFill>
              </a:rPr>
              <a:t>Dashboard</a:t>
            </a:r>
            <a:endParaRPr lang="en-IN" sz="2400" b="1" i="1" dirty="0">
              <a:solidFill>
                <a:schemeClr val="bg1"/>
              </a:solidFill>
            </a:endParaRPr>
          </a:p>
        </p:txBody>
      </p:sp>
      <p:pic>
        <p:nvPicPr>
          <p:cNvPr id="37" name="Picture 36">
            <a:extLst>
              <a:ext uri="{FF2B5EF4-FFF2-40B4-BE49-F238E27FC236}">
                <a16:creationId xmlns:a16="http://schemas.microsoft.com/office/drawing/2014/main" id="{19B22945-3257-8DE6-F6C6-6F51DEC9B93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675644" y="118642"/>
            <a:ext cx="272578" cy="329010"/>
          </a:xfrm>
          <a:prstGeom prst="rect">
            <a:avLst/>
          </a:prstGeom>
        </p:spPr>
      </p:pic>
      <p:pic>
        <p:nvPicPr>
          <p:cNvPr id="39" name="Picture 38">
            <a:extLst>
              <a:ext uri="{FF2B5EF4-FFF2-40B4-BE49-F238E27FC236}">
                <a16:creationId xmlns:a16="http://schemas.microsoft.com/office/drawing/2014/main" id="{F8DD4784-B0B7-7C7A-291B-C12D5C7CD472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11721" y="984906"/>
            <a:ext cx="547268" cy="547268"/>
          </a:xfrm>
          <a:prstGeom prst="rect">
            <a:avLst/>
          </a:prstGeom>
        </p:spPr>
      </p:pic>
      <p:pic>
        <p:nvPicPr>
          <p:cNvPr id="41" name="Picture 40">
            <a:extLst>
              <a:ext uri="{FF2B5EF4-FFF2-40B4-BE49-F238E27FC236}">
                <a16:creationId xmlns:a16="http://schemas.microsoft.com/office/drawing/2014/main" id="{6BCD3BE6-F0E2-BB4D-4BEC-BECDB7DF8472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203078" y="984974"/>
            <a:ext cx="547200" cy="547200"/>
          </a:xfrm>
          <a:prstGeom prst="rect">
            <a:avLst/>
          </a:prstGeom>
        </p:spPr>
      </p:pic>
      <p:pic>
        <p:nvPicPr>
          <p:cNvPr id="43" name="Picture 42">
            <a:extLst>
              <a:ext uri="{FF2B5EF4-FFF2-40B4-BE49-F238E27FC236}">
                <a16:creationId xmlns:a16="http://schemas.microsoft.com/office/drawing/2014/main" id="{A9A7A86D-08E4-8786-E0D8-72C2BD51AB1D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239120" y="984906"/>
            <a:ext cx="547200" cy="547200"/>
          </a:xfrm>
          <a:prstGeom prst="rect">
            <a:avLst/>
          </a:prstGeom>
        </p:spPr>
      </p:pic>
      <p:pic>
        <p:nvPicPr>
          <p:cNvPr id="45" name="Picture 44">
            <a:extLst>
              <a:ext uri="{FF2B5EF4-FFF2-40B4-BE49-F238E27FC236}">
                <a16:creationId xmlns:a16="http://schemas.microsoft.com/office/drawing/2014/main" id="{F33E4F36-9D39-992C-FED2-6A7608F568A4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57536" y="984906"/>
            <a:ext cx="547200" cy="547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0170955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032EFEC-8F23-6206-2D79-456ADE01C6B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AC01FF43-F744-BD0A-59B8-6658342DED1D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effectLst>
            <a:outerShdw dist="50800" dir="5400000" algn="ctr" rotWithShape="0">
              <a:srgbClr val="000000"/>
            </a:outerShdw>
          </a:effectLst>
        </p:spPr>
      </p:pic>
      <p:sp>
        <p:nvSpPr>
          <p:cNvPr id="7" name="Rectangle 6">
            <a:extLst>
              <a:ext uri="{FF2B5EF4-FFF2-40B4-BE49-F238E27FC236}">
                <a16:creationId xmlns:a16="http://schemas.microsoft.com/office/drawing/2014/main" id="{41E77C13-A652-40F3-95C5-6D333CE27563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>
              <a:alpha val="8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3C5191E0-D243-09D5-DE18-990F86195558}"/>
              </a:ext>
            </a:extLst>
          </p:cNvPr>
          <p:cNvSpPr/>
          <p:nvPr/>
        </p:nvSpPr>
        <p:spPr>
          <a:xfrm>
            <a:off x="0" y="0"/>
            <a:ext cx="12192000" cy="568960"/>
          </a:xfrm>
          <a:prstGeom prst="rect">
            <a:avLst/>
          </a:prstGeom>
          <a:solidFill>
            <a:srgbClr val="000719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72433A14-00AF-1D12-AD81-7A79EFDE541C}"/>
              </a:ext>
            </a:extLst>
          </p:cNvPr>
          <p:cNvSpPr/>
          <p:nvPr/>
        </p:nvSpPr>
        <p:spPr>
          <a:xfrm>
            <a:off x="0" y="523241"/>
            <a:ext cx="12192000" cy="45719"/>
          </a:xfrm>
          <a:prstGeom prst="rect">
            <a:avLst/>
          </a:prstGeom>
          <a:gradFill flip="none" rotWithShape="1">
            <a:gsLst>
              <a:gs pos="0">
                <a:srgbClr val="013A94"/>
              </a:gs>
              <a:gs pos="50000">
                <a:srgbClr val="02E4FB"/>
              </a:gs>
              <a:gs pos="100000">
                <a:srgbClr val="013A94"/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5" name="Rectangle: Rounded Corners 24">
            <a:extLst>
              <a:ext uri="{FF2B5EF4-FFF2-40B4-BE49-F238E27FC236}">
                <a16:creationId xmlns:a16="http://schemas.microsoft.com/office/drawing/2014/main" id="{26B09913-D951-E2E3-2DDE-968910F7EC75}"/>
              </a:ext>
            </a:extLst>
          </p:cNvPr>
          <p:cNvSpPr/>
          <p:nvPr/>
        </p:nvSpPr>
        <p:spPr>
          <a:xfrm>
            <a:off x="211720" y="889359"/>
            <a:ext cx="7855833" cy="5781407"/>
          </a:xfrm>
          <a:prstGeom prst="roundRect">
            <a:avLst>
              <a:gd name="adj" fmla="val 4479"/>
            </a:avLst>
          </a:prstGeom>
          <a:solidFill>
            <a:srgbClr val="001436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8" name="Rectangle: Rounded Corners 27">
            <a:extLst>
              <a:ext uri="{FF2B5EF4-FFF2-40B4-BE49-F238E27FC236}">
                <a16:creationId xmlns:a16="http://schemas.microsoft.com/office/drawing/2014/main" id="{3BBF837A-7381-833A-8515-323D4FF1DA03}"/>
              </a:ext>
            </a:extLst>
          </p:cNvPr>
          <p:cNvSpPr/>
          <p:nvPr/>
        </p:nvSpPr>
        <p:spPr>
          <a:xfrm>
            <a:off x="8279272" y="889358"/>
            <a:ext cx="3607927" cy="5735687"/>
          </a:xfrm>
          <a:prstGeom prst="roundRect">
            <a:avLst>
              <a:gd name="adj" fmla="val 3775"/>
            </a:avLst>
          </a:prstGeom>
          <a:solidFill>
            <a:srgbClr val="00B0F0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751B5438-C206-7AB2-74E2-6C2AEBD34B94}"/>
              </a:ext>
            </a:extLst>
          </p:cNvPr>
          <p:cNvSpPr txBox="1"/>
          <p:nvPr/>
        </p:nvSpPr>
        <p:spPr>
          <a:xfrm>
            <a:off x="211721" y="62469"/>
            <a:ext cx="431215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i="1" dirty="0">
                <a:gradFill>
                  <a:gsLst>
                    <a:gs pos="0">
                      <a:srgbClr val="3481FE"/>
                    </a:gs>
                    <a:gs pos="50000">
                      <a:srgbClr val="02E4FB"/>
                    </a:gs>
                    <a:gs pos="100000">
                      <a:srgbClr val="013A94"/>
                    </a:gs>
                  </a:gsLst>
                  <a:lin ang="0" scaled="1"/>
                </a:gradFill>
              </a:rPr>
              <a:t>Cyber</a:t>
            </a:r>
            <a:r>
              <a:rPr lang="en-US" sz="2400" b="1" i="1" dirty="0">
                <a:gradFill>
                  <a:gsLst>
                    <a:gs pos="0">
                      <a:srgbClr val="013A94"/>
                    </a:gs>
                    <a:gs pos="50000">
                      <a:srgbClr val="02E4FB"/>
                    </a:gs>
                    <a:gs pos="100000">
                      <a:srgbClr val="013A94"/>
                    </a:gs>
                  </a:gsLst>
                  <a:lin ang="0" scaled="1"/>
                </a:gradFill>
              </a:rPr>
              <a:t> Security </a:t>
            </a:r>
            <a:r>
              <a:rPr lang="en-US" sz="2400" b="1" i="1" dirty="0">
                <a:solidFill>
                  <a:schemeClr val="bg1"/>
                </a:solidFill>
              </a:rPr>
              <a:t>Dashboard</a:t>
            </a:r>
            <a:endParaRPr lang="en-IN" sz="2400" b="1" i="1" dirty="0">
              <a:solidFill>
                <a:schemeClr val="bg1"/>
              </a:solidFill>
            </a:endParaRPr>
          </a:p>
        </p:txBody>
      </p:sp>
      <p:pic>
        <p:nvPicPr>
          <p:cNvPr id="37" name="Picture 36">
            <a:extLst>
              <a:ext uri="{FF2B5EF4-FFF2-40B4-BE49-F238E27FC236}">
                <a16:creationId xmlns:a16="http://schemas.microsoft.com/office/drawing/2014/main" id="{0EFE4297-D206-5DE2-F5DB-2B9832E74CA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675644" y="118642"/>
            <a:ext cx="272578" cy="329010"/>
          </a:xfrm>
          <a:prstGeom prst="rect">
            <a:avLst/>
          </a:prstGeom>
        </p:spPr>
      </p:pic>
      <p:sp>
        <p:nvSpPr>
          <p:cNvPr id="10" name="Arc 9">
            <a:extLst>
              <a:ext uri="{FF2B5EF4-FFF2-40B4-BE49-F238E27FC236}">
                <a16:creationId xmlns:a16="http://schemas.microsoft.com/office/drawing/2014/main" id="{13E0533C-79B7-400E-AB66-6B6E262B7B24}"/>
              </a:ext>
            </a:extLst>
          </p:cNvPr>
          <p:cNvSpPr/>
          <p:nvPr/>
        </p:nvSpPr>
        <p:spPr>
          <a:xfrm>
            <a:off x="6473620" y="3077709"/>
            <a:ext cx="5506659" cy="1992582"/>
          </a:xfrm>
          <a:prstGeom prst="arc">
            <a:avLst>
              <a:gd name="adj1" fmla="val 13447735"/>
              <a:gd name="adj2" fmla="val 21288679"/>
            </a:avLst>
          </a:prstGeom>
          <a:ln w="12700">
            <a:solidFill>
              <a:srgbClr val="00143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6" name="Freeform: Shape 5">
            <a:extLst>
              <a:ext uri="{FF2B5EF4-FFF2-40B4-BE49-F238E27FC236}">
                <a16:creationId xmlns:a16="http://schemas.microsoft.com/office/drawing/2014/main" id="{2581589A-68F0-6B02-BB59-E585A7FA1E80}"/>
              </a:ext>
            </a:extLst>
          </p:cNvPr>
          <p:cNvSpPr/>
          <p:nvPr/>
        </p:nvSpPr>
        <p:spPr>
          <a:xfrm>
            <a:off x="211720" y="935078"/>
            <a:ext cx="239384" cy="5689967"/>
          </a:xfrm>
          <a:custGeom>
            <a:avLst/>
            <a:gdLst>
              <a:gd name="csX0" fmla="*/ 258949 w 364808"/>
              <a:gd name="csY0" fmla="*/ 0 h 5781407"/>
              <a:gd name="csX1" fmla="*/ 364808 w 364808"/>
              <a:gd name="csY1" fmla="*/ 0 h 5781407"/>
              <a:gd name="csX2" fmla="*/ 105859 w 364808"/>
              <a:gd name="csY2" fmla="*/ 258949 h 5781407"/>
              <a:gd name="csX3" fmla="*/ 105859 w 364808"/>
              <a:gd name="csY3" fmla="*/ 5522458 h 5781407"/>
              <a:gd name="csX4" fmla="*/ 364808 w 364808"/>
              <a:gd name="csY4" fmla="*/ 5781407 h 5781407"/>
              <a:gd name="csX5" fmla="*/ 258949 w 364808"/>
              <a:gd name="csY5" fmla="*/ 5781407 h 5781407"/>
              <a:gd name="csX6" fmla="*/ 0 w 364808"/>
              <a:gd name="csY6" fmla="*/ 5522458 h 5781407"/>
              <a:gd name="csX7" fmla="*/ 0 w 364808"/>
              <a:gd name="csY7" fmla="*/ 258949 h 5781407"/>
              <a:gd name="csX8" fmla="*/ 258949 w 364808"/>
              <a:gd name="csY8" fmla="*/ 0 h 5781407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</a:cxnLst>
            <a:rect l="l" t="t" r="r" b="b"/>
            <a:pathLst>
              <a:path w="364808" h="5781407">
                <a:moveTo>
                  <a:pt x="258949" y="0"/>
                </a:moveTo>
                <a:lnTo>
                  <a:pt x="364808" y="0"/>
                </a:lnTo>
                <a:cubicBezTo>
                  <a:pt x="221794" y="0"/>
                  <a:pt x="105859" y="115935"/>
                  <a:pt x="105859" y="258949"/>
                </a:cubicBezTo>
                <a:lnTo>
                  <a:pt x="105859" y="5522458"/>
                </a:lnTo>
                <a:cubicBezTo>
                  <a:pt x="105859" y="5665472"/>
                  <a:pt x="221794" y="5781407"/>
                  <a:pt x="364808" y="5781407"/>
                </a:cubicBezTo>
                <a:lnTo>
                  <a:pt x="258949" y="5781407"/>
                </a:lnTo>
                <a:cubicBezTo>
                  <a:pt x="115935" y="5781407"/>
                  <a:pt x="0" y="5665472"/>
                  <a:pt x="0" y="5522458"/>
                </a:cubicBezTo>
                <a:lnTo>
                  <a:pt x="0" y="258949"/>
                </a:lnTo>
                <a:cubicBezTo>
                  <a:pt x="0" y="115935"/>
                  <a:pt x="115935" y="0"/>
                  <a:pt x="258949" y="0"/>
                </a:cubicBezTo>
                <a:close/>
              </a:path>
            </a:pathLst>
          </a:custGeom>
          <a:solidFill>
            <a:srgbClr val="00B0F0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9418319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80</TotalTime>
  <Words>6</Words>
  <Application>Microsoft Office PowerPoint</Application>
  <PresentationFormat>Widescreen</PresentationFormat>
  <Paragraphs>2</Paragraphs>
  <Slides>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6" baseType="lpstr">
      <vt:lpstr>Arial</vt:lpstr>
      <vt:lpstr>Calibri</vt:lpstr>
      <vt:lpstr>Calibri Light</vt:lpstr>
      <vt:lpstr>Office Theme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Jerin Abraham George</dc:creator>
  <cp:lastModifiedBy>Jerin Abraham George</cp:lastModifiedBy>
  <cp:revision>7</cp:revision>
  <dcterms:created xsi:type="dcterms:W3CDTF">2026-05-10T00:13:19Z</dcterms:created>
  <dcterms:modified xsi:type="dcterms:W3CDTF">2026-05-10T11:57:06Z</dcterms:modified>
</cp:coreProperties>
</file>