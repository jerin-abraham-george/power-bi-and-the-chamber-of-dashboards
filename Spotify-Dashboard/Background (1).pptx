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1" r:id="rId3"/>
    <p:sldId id="260" r:id="rId4"/>
  </p:sldIdLst>
  <p:sldSz cx="12192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A7"/>
    <a:srgbClr val="0C1614"/>
    <a:srgbClr val="11211E"/>
    <a:srgbClr val="1C3833"/>
    <a:srgbClr val="1DB954"/>
    <a:srgbClr val="1CE783"/>
    <a:srgbClr val="189C47"/>
    <a:srgbClr val="FFFF6D"/>
    <a:srgbClr val="17DB79"/>
    <a:srgbClr val="51ED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89" autoAdjust="0"/>
    <p:restoredTop sz="95706" autoAdjust="0"/>
  </p:normalViewPr>
  <p:slideViewPr>
    <p:cSldViewPr snapToGrid="0">
      <p:cViewPr varScale="1">
        <p:scale>
          <a:sx n="24" d="100"/>
          <a:sy n="24" d="100"/>
        </p:scale>
        <p:origin x="3288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489452"/>
            <a:ext cx="10363200" cy="95504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408152"/>
            <a:ext cx="9144000" cy="662304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820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395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6838958"/>
            <a:ext cx="10515600" cy="1141094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8357858"/>
            <a:ext cx="10515600" cy="6000748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418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302500"/>
            <a:ext cx="51816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7302500"/>
            <a:ext cx="51816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74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60506"/>
            <a:ext cx="105156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6724652"/>
            <a:ext cx="5157787" cy="329564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10020300"/>
            <a:ext cx="5157787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6724652"/>
            <a:ext cx="5183188" cy="329564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0020300"/>
            <a:ext cx="5183188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38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320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34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828800"/>
            <a:ext cx="3932237" cy="6400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949706"/>
            <a:ext cx="6172200" cy="1949450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229600"/>
            <a:ext cx="3932237" cy="1524635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829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828800"/>
            <a:ext cx="3932237" cy="6400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949706"/>
            <a:ext cx="6172200" cy="1949450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229600"/>
            <a:ext cx="3932237" cy="1524635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30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904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460500"/>
            <a:ext cx="2628900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460500"/>
            <a:ext cx="7734300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2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460506"/>
            <a:ext cx="105156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302500"/>
            <a:ext cx="105156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5425406"/>
            <a:ext cx="2743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3F1B4-16AA-4350-B9D9-743694343A47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5425406"/>
            <a:ext cx="41148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5425406"/>
            <a:ext cx="2743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18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1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17" Type="http://schemas.openxmlformats.org/officeDocument/2006/relationships/image" Target="../media/image3.png"/><Relationship Id="rId2" Type="http://schemas.openxmlformats.org/officeDocument/2006/relationships/image" Target="../media/image10.png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7540">
              <a:srgbClr val="0C1614"/>
            </a:gs>
            <a:gs pos="69000">
              <a:srgbClr val="000000"/>
            </a:gs>
            <a:gs pos="100000">
              <a:srgbClr val="189C47"/>
            </a:gs>
            <a:gs pos="32000">
              <a:schemeClr val="tx1"/>
            </a:gs>
            <a:gs pos="0">
              <a:schemeClr val="tx1">
                <a:lumMod val="85000"/>
                <a:lumOff val="1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C6BCB-648A-9877-D225-D86C9CB3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A7F8CEA-A3F5-2A61-ED8A-A2201357C20B}"/>
              </a:ext>
            </a:extLst>
          </p:cNvPr>
          <p:cNvSpPr/>
          <p:nvPr/>
        </p:nvSpPr>
        <p:spPr>
          <a:xfrm flipV="1">
            <a:off x="254835" y="219568"/>
            <a:ext cx="11528193" cy="26890133"/>
          </a:xfrm>
          <a:prstGeom prst="rect">
            <a:avLst/>
          </a:prstGeom>
          <a:noFill/>
          <a:ln w="38100">
            <a:gradFill>
              <a:gsLst>
                <a:gs pos="49649">
                  <a:srgbClr val="1DB954"/>
                </a:gs>
                <a:gs pos="0">
                  <a:schemeClr val="bg1">
                    <a:lumMod val="85000"/>
                  </a:schemeClr>
                </a:gs>
                <a:gs pos="32000">
                  <a:schemeClr val="tx1">
                    <a:lumMod val="75000"/>
                    <a:lumOff val="25000"/>
                  </a:schemeClr>
                </a:gs>
                <a:gs pos="69000">
                  <a:schemeClr val="bg1">
                    <a:lumMod val="75000"/>
                  </a:schemeClr>
                </a:gs>
                <a:gs pos="100000">
                  <a:schemeClr val="bg1">
                    <a:lumMod val="100000"/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12DC90-6462-B58A-37F7-4A6391E1F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72" y="578869"/>
            <a:ext cx="4316400" cy="118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F343D1-D22D-02F7-0843-F11B87F329B7}"/>
              </a:ext>
            </a:extLst>
          </p:cNvPr>
          <p:cNvSpPr txBox="1"/>
          <p:nvPr/>
        </p:nvSpPr>
        <p:spPr>
          <a:xfrm>
            <a:off x="4725372" y="492736"/>
            <a:ext cx="733213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00" b="1" dirty="0">
                <a:ln w="50800">
                  <a:gradFill>
                    <a:gsLst>
                      <a:gs pos="100000">
                        <a:schemeClr val="bg1"/>
                      </a:gs>
                      <a:gs pos="31000">
                        <a:schemeClr val="accent1">
                          <a:lumMod val="5000"/>
                          <a:lumOff val="95000"/>
                        </a:schemeClr>
                      </a:gs>
                      <a:gs pos="50000">
                        <a:srgbClr val="1DB954"/>
                      </a:gs>
                    </a:gsLst>
                    <a:lin ang="5400000" scaled="1"/>
                  </a:gradFill>
                </a:ln>
                <a:noFill/>
                <a:latin typeface="Bahnschrift Condensed" panose="020B0502040204020203" pitchFamily="34" charset="0"/>
              </a:rPr>
              <a:t>Analysis Dashboard</a:t>
            </a:r>
            <a:endParaRPr lang="en-IN" sz="8200" b="1" dirty="0">
              <a:ln w="50800">
                <a:gradFill>
                  <a:gsLst>
                    <a:gs pos="100000">
                      <a:schemeClr val="bg1"/>
                    </a:gs>
                    <a:gs pos="31000">
                      <a:schemeClr val="accent1">
                        <a:lumMod val="5000"/>
                        <a:lumOff val="95000"/>
                      </a:schemeClr>
                    </a:gs>
                    <a:gs pos="50000">
                      <a:srgbClr val="1DB954"/>
                    </a:gs>
                  </a:gsLst>
                  <a:lin ang="5400000" scaled="1"/>
                </a:gradFill>
              </a:ln>
              <a:noFill/>
              <a:latin typeface="Bahnschrift Condensed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75BE75-473C-99B3-CA3B-BED8DAE92BCF}"/>
              </a:ext>
            </a:extLst>
          </p:cNvPr>
          <p:cNvSpPr txBox="1"/>
          <p:nvPr/>
        </p:nvSpPr>
        <p:spPr>
          <a:xfrm>
            <a:off x="408972" y="1918192"/>
            <a:ext cx="11510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spc="120" dirty="0">
                <a:solidFill>
                  <a:schemeClr val="bg1"/>
                </a:solidFill>
                <a:latin typeface="Bahnschrift Condensed" panose="020B0502040204020203" pitchFamily="34" charset="0"/>
              </a:rPr>
              <a:t>Tuning Into Listening Trends and Playback Insights!</a:t>
            </a:r>
            <a:endParaRPr lang="en-IN" sz="1600" b="1" i="1" spc="12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1730A6-EBDD-676E-4CC5-86CD5F764B17}"/>
              </a:ext>
            </a:extLst>
          </p:cNvPr>
          <p:cNvSpPr txBox="1"/>
          <p:nvPr/>
        </p:nvSpPr>
        <p:spPr>
          <a:xfrm>
            <a:off x="391180" y="-7968698"/>
            <a:ext cx="112521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bg1"/>
                </a:solidFill>
                <a:latin typeface="Bahnschrift Condensed" panose="020B0502040204020203" pitchFamily="34" charset="0"/>
              </a:defRPr>
            </a:lvl1pPr>
          </a:lstStyle>
          <a:p>
            <a:pPr algn="just"/>
            <a:r>
              <a:rPr lang="en-US" dirty="0">
                <a:latin typeface="Arial Narrow" panose="020B0606020202030204" pitchFamily="34" charset="0"/>
              </a:rPr>
              <a:t>Welcome to the </a:t>
            </a:r>
            <a:r>
              <a:rPr lang="en-US" dirty="0">
                <a:solidFill>
                  <a:srgbClr val="1CE783"/>
                </a:solidFill>
                <a:latin typeface="Arial Narrow" panose="020B0606020202030204" pitchFamily="34" charset="0"/>
              </a:rPr>
              <a:t>Spotify Listening Dashboard!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This report offers a comprehensive overview of Spotify streaming activity, highlighting listening patterns across tracks, artists and albums. Explore listening patterns, platform engagement, and playback behaviors over time. Key metrics like top 5 artists, songs and albums along with year-over-year comparisons, reveal how musical journey has evolved. Dive into the interactive visuals to uncover detailed insights into how, when and what people listen to most.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016226-724D-B11C-B503-EEF134A12235}"/>
              </a:ext>
            </a:extLst>
          </p:cNvPr>
          <p:cNvSpPr txBox="1"/>
          <p:nvPr/>
        </p:nvSpPr>
        <p:spPr>
          <a:xfrm>
            <a:off x="340799" y="4265598"/>
            <a:ext cx="11510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1CE783"/>
                </a:solidFill>
                <a:latin typeface="Aptos Narrow" panose="020B0004020202020204" pitchFamily="34" charset="0"/>
              </a:rPr>
              <a:t>---</a:t>
            </a:r>
            <a:r>
              <a:rPr lang="en-US" sz="2400" b="1" i="1" dirty="0">
                <a:solidFill>
                  <a:schemeClr val="bg1"/>
                </a:solidFill>
                <a:latin typeface="Aptos Narrow" panose="020B0004020202020204" pitchFamily="34" charset="0"/>
              </a:rPr>
              <a:t> ALBUMS </a:t>
            </a:r>
            <a:r>
              <a:rPr lang="en-US" sz="2400" b="1" i="1" dirty="0">
                <a:solidFill>
                  <a:srgbClr val="1CE783"/>
                </a:solidFill>
                <a:latin typeface="Aptos Narrow" panose="020B0004020202020204" pitchFamily="34" charset="0"/>
              </a:rPr>
              <a:t>---</a:t>
            </a:r>
            <a:endParaRPr lang="en-IN" sz="2400" b="1" i="1" dirty="0">
              <a:solidFill>
                <a:srgbClr val="1CE783"/>
              </a:solidFill>
              <a:latin typeface="Aptos Narrow" panose="020B00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06C773A-A1E2-21EF-8E66-90E900482EEF}"/>
              </a:ext>
            </a:extLst>
          </p:cNvPr>
          <p:cNvGrpSpPr/>
          <p:nvPr/>
        </p:nvGrpSpPr>
        <p:grpSpPr>
          <a:xfrm>
            <a:off x="6081575" y="4792654"/>
            <a:ext cx="5624553" cy="3215089"/>
            <a:chOff x="6081575" y="5636151"/>
            <a:chExt cx="5624553" cy="321508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CE01850-0AEE-8415-D13F-9BC1362C1496}"/>
                </a:ext>
              </a:extLst>
            </p:cNvPr>
            <p:cNvGrpSpPr/>
            <p:nvPr/>
          </p:nvGrpSpPr>
          <p:grpSpPr>
            <a:xfrm>
              <a:off x="6081575" y="5636151"/>
              <a:ext cx="5523685" cy="3215089"/>
              <a:chOff x="5644695" y="5636151"/>
              <a:chExt cx="5523685" cy="3215089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753A7C6-8DED-DB47-492C-BF047009C204}"/>
                  </a:ext>
                </a:extLst>
              </p:cNvPr>
              <p:cNvSpPr/>
              <p:nvPr/>
            </p:nvSpPr>
            <p:spPr>
              <a:xfrm>
                <a:off x="5781040" y="6509360"/>
                <a:ext cx="3783546" cy="2341880"/>
              </a:xfrm>
              <a:prstGeom prst="roundRect">
                <a:avLst>
                  <a:gd name="adj" fmla="val 5954"/>
                </a:avLst>
              </a:prstGeom>
              <a:gradFill flip="none" rotWithShape="1">
                <a:gsLst>
                  <a:gs pos="69000">
                    <a:srgbClr val="000000"/>
                  </a:gs>
                  <a:gs pos="100000">
                    <a:srgbClr val="189C47"/>
                  </a:gs>
                  <a:gs pos="32000">
                    <a:schemeClr val="tx1"/>
                  </a:gs>
                  <a:gs pos="0">
                    <a:schemeClr val="tx1">
                      <a:lumMod val="50000"/>
                      <a:lumOff val="50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600" b="1" dirty="0">
                    <a:solidFill>
                      <a:srgbClr val="1CE783"/>
                    </a:solidFill>
                    <a:latin typeface="Arial Narrow" panose="020B0606020202030204" pitchFamily="34" charset="0"/>
                    <a:cs typeface="Segoe UI" panose="020B0502040204020203" pitchFamily="34" charset="0"/>
                  </a:rPr>
                  <a:t>Did You Know?</a:t>
                </a:r>
              </a:p>
              <a:p>
                <a:pPr algn="ctr"/>
                <a:endParaRPr lang="en-US" sz="900" b="1" dirty="0">
                  <a:solidFill>
                    <a:srgbClr val="FF0000"/>
                  </a:solidFill>
                  <a:latin typeface="Arial Narrow" panose="020B0606020202030204" pitchFamily="34" charset="0"/>
                  <a:cs typeface="Segoe UI" panose="020B0502040204020203" pitchFamily="34" charset="0"/>
                </a:endParaRPr>
              </a:p>
              <a:p>
                <a:r>
                  <a:rPr lang="en-US" sz="1600" b="1" i="1" dirty="0">
                    <a:latin typeface="Arial Narrow" panose="020B0606020202030204" pitchFamily="34" charset="0"/>
                    <a:cs typeface="Segoe UI" panose="020B0502040204020203" pitchFamily="34" charset="0"/>
                  </a:rPr>
                  <a:t>Ed Sheeran’s Albums Are Among </a:t>
                </a:r>
              </a:p>
              <a:p>
                <a:r>
                  <a:rPr lang="en-US" sz="1600" b="1" i="1" dirty="0">
                    <a:latin typeface="Arial Narrow" panose="020B0606020202030204" pitchFamily="34" charset="0"/>
                    <a:cs typeface="Segoe UI" panose="020B0502040204020203" pitchFamily="34" charset="0"/>
                  </a:rPr>
                  <a:t>Spotify’s Most Streamed</a:t>
                </a:r>
              </a:p>
              <a:p>
                <a:br>
                  <a:rPr lang="en-US" sz="900" dirty="0">
                    <a:latin typeface="Arial Narrow" panose="020B0606020202030204" pitchFamily="34" charset="0"/>
                    <a:cs typeface="Segoe UI" panose="020B0502040204020203" pitchFamily="34" charset="0"/>
                  </a:rPr>
                </a:br>
                <a:r>
                  <a:rPr lang="en-US" sz="1300" dirty="0">
                    <a:latin typeface="Arial Narrow" panose="020B0606020202030204" pitchFamily="34" charset="0"/>
                    <a:cs typeface="Segoe UI" panose="020B0502040204020203" pitchFamily="34" charset="0"/>
                  </a:rPr>
                  <a:t>Ed Sheeran holds multiple Spotify records – </a:t>
                </a:r>
                <a:r>
                  <a:rPr lang="en-US" sz="1300" dirty="0">
                    <a:latin typeface="Arial Narrow" panose="020B0606020202030204" pitchFamily="34" charset="0"/>
                  </a:rPr>
                  <a:t>his album </a:t>
                </a:r>
              </a:p>
              <a:p>
                <a:r>
                  <a:rPr lang="en-US" sz="1300" i="1" dirty="0">
                    <a:latin typeface="Arial Narrow" panose="020B0606020202030204" pitchFamily="34" charset="0"/>
                  </a:rPr>
                  <a:t>“÷ (Divide)”</a:t>
                </a:r>
                <a:r>
                  <a:rPr lang="en-US" sz="1300" dirty="0">
                    <a:latin typeface="Arial Narrow" panose="020B0606020202030204" pitchFamily="34" charset="0"/>
                  </a:rPr>
                  <a:t> became one of the </a:t>
                </a:r>
                <a:r>
                  <a:rPr lang="en-US" sz="1300" b="1" dirty="0">
                    <a:latin typeface="Arial Narrow" panose="020B0606020202030204" pitchFamily="34" charset="0"/>
                  </a:rPr>
                  <a:t>most-streamed albums of all time</a:t>
                </a:r>
                <a:r>
                  <a:rPr lang="en-US" sz="1300" dirty="0">
                    <a:latin typeface="Arial Narrow" panose="020B0606020202030204" pitchFamily="34" charset="0"/>
                  </a:rPr>
                  <a:t>, with over </a:t>
                </a:r>
                <a:r>
                  <a:rPr lang="en-US" sz="1300" b="1" dirty="0">
                    <a:latin typeface="Arial Narrow" panose="020B0606020202030204" pitchFamily="34" charset="0"/>
                  </a:rPr>
                  <a:t>10 billion streams</a:t>
                </a:r>
                <a:r>
                  <a:rPr lang="en-US" sz="1300" dirty="0">
                    <a:latin typeface="Arial Narrow" panose="020B0606020202030204" pitchFamily="34" charset="0"/>
                  </a:rPr>
                  <a:t>. His hit “Shape of You” was also the </a:t>
                </a:r>
                <a:r>
                  <a:rPr lang="en-US" sz="1300" b="1" dirty="0">
                    <a:latin typeface="Arial Narrow" panose="020B0606020202030204" pitchFamily="34" charset="0"/>
                  </a:rPr>
                  <a:t>first song to cross 3 billion streams</a:t>
                </a:r>
                <a:r>
                  <a:rPr lang="en-US" sz="1300" dirty="0">
                    <a:latin typeface="Arial Narrow" panose="020B0606020202030204" pitchFamily="34" charset="0"/>
                  </a:rPr>
                  <a:t> on the platform.</a:t>
                </a:r>
                <a:endParaRPr lang="en-US" sz="1300" dirty="0">
                  <a:latin typeface="Arial Narrow" panose="020B06060202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CDC049B-1550-C277-523B-12B869A295BB}"/>
                  </a:ext>
                </a:extLst>
              </p:cNvPr>
              <p:cNvSpPr/>
              <p:nvPr/>
            </p:nvSpPr>
            <p:spPr>
              <a:xfrm>
                <a:off x="5644695" y="6040730"/>
                <a:ext cx="754380" cy="75438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25400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rgbClr val="1DB954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latin typeface="Arial Narrow" panose="020B0606020202030204" pitchFamily="34" charset="0"/>
                  </a:rPr>
                  <a:t>01</a:t>
                </a:r>
                <a:endParaRPr lang="en-IN" sz="2800" b="1" dirty="0">
                  <a:latin typeface="Arial Narrow" panose="020B0606020202030204" pitchFamily="34" charset="0"/>
                </a:endParaRPr>
              </a:p>
            </p:txBody>
          </p: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AA55D002-78E3-D5DE-FB5F-20CE0F8109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8572798" y="5636151"/>
                <a:ext cx="2595582" cy="3202948"/>
              </a:xfrm>
              <a:prstGeom prst="rect">
                <a:avLst/>
              </a:prstGeom>
              <a:effectLst>
                <a:glow rad="50800">
                  <a:srgbClr val="1CE783"/>
                </a:glow>
              </a:effectLst>
            </p:spPr>
          </p:pic>
        </p:grp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72B60BD-2738-E279-E995-0AEF4C79616B}"/>
                </a:ext>
              </a:extLst>
            </p:cNvPr>
            <p:cNvSpPr/>
            <p:nvPr/>
          </p:nvSpPr>
          <p:spPr>
            <a:xfrm>
              <a:off x="11324849" y="7693521"/>
              <a:ext cx="350901" cy="364515"/>
            </a:xfrm>
            <a:prstGeom prst="ellipse">
              <a:avLst/>
            </a:prstGeom>
            <a:solidFill>
              <a:srgbClr val="0109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65C21A3-BB40-7717-C8C0-3A509BEF4EAE}"/>
                </a:ext>
              </a:extLst>
            </p:cNvPr>
            <p:cNvSpPr/>
            <p:nvPr/>
          </p:nvSpPr>
          <p:spPr>
            <a:xfrm>
              <a:off x="11452421" y="8218272"/>
              <a:ext cx="253707" cy="263550"/>
            </a:xfrm>
            <a:prstGeom prst="ellipse">
              <a:avLst/>
            </a:prstGeom>
            <a:solidFill>
              <a:srgbClr val="0109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E2E09F-AE7D-9F1A-3084-64AEFD21E47B}"/>
              </a:ext>
            </a:extLst>
          </p:cNvPr>
          <p:cNvCxnSpPr/>
          <p:nvPr/>
        </p:nvCxnSpPr>
        <p:spPr>
          <a:xfrm>
            <a:off x="528320" y="4727263"/>
            <a:ext cx="11050954" cy="0"/>
          </a:xfrm>
          <a:prstGeom prst="line">
            <a:avLst/>
          </a:prstGeom>
          <a:ln w="6350" cmpd="sng">
            <a:solidFill>
              <a:srgbClr val="1DB954">
                <a:alpha val="55000"/>
              </a:srgbClr>
            </a:solidFill>
            <a:prstDash val="solid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87CF33F-2AA3-699D-50C0-1179AC193312}"/>
              </a:ext>
            </a:extLst>
          </p:cNvPr>
          <p:cNvGrpSpPr/>
          <p:nvPr/>
        </p:nvGrpSpPr>
        <p:grpSpPr>
          <a:xfrm>
            <a:off x="830692" y="11798042"/>
            <a:ext cx="3762600" cy="3893400"/>
            <a:chOff x="830692" y="9554564"/>
            <a:chExt cx="3762600" cy="38934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14C6DB0-03E0-81F2-6716-E4D734627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7692" y="9554564"/>
              <a:ext cx="2595600" cy="3893400"/>
            </a:xfrm>
            <a:prstGeom prst="rect">
              <a:avLst/>
            </a:prstGeom>
            <a:effectLst>
              <a:glow rad="50800">
                <a:srgbClr val="1CE783"/>
              </a:glo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491DC10-F224-1FDC-6630-DC484F81A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692" y="10078627"/>
              <a:ext cx="2599200" cy="3364213"/>
            </a:xfrm>
            <a:prstGeom prst="rect">
              <a:avLst/>
            </a:prstGeom>
            <a:effectLst>
              <a:glow rad="50800">
                <a:srgbClr val="1CE783"/>
              </a:glow>
            </a:effectLst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2C766D-1DF7-9FCA-8CCE-67CA2CCFBDD3}"/>
              </a:ext>
            </a:extLst>
          </p:cNvPr>
          <p:cNvSpPr/>
          <p:nvPr/>
        </p:nvSpPr>
        <p:spPr>
          <a:xfrm>
            <a:off x="3815164" y="12943844"/>
            <a:ext cx="3783546" cy="2742475"/>
          </a:xfrm>
          <a:prstGeom prst="roundRect">
            <a:avLst>
              <a:gd name="adj" fmla="val 5954"/>
            </a:avLst>
          </a:prstGeom>
          <a:gradFill flip="none" rotWithShape="1">
            <a:gsLst>
              <a:gs pos="69000">
                <a:srgbClr val="000000"/>
              </a:gs>
              <a:gs pos="100000">
                <a:srgbClr val="189C47"/>
              </a:gs>
              <a:gs pos="32000">
                <a:schemeClr val="tx1"/>
              </a:gs>
              <a:gs pos="0">
                <a:schemeClr val="tx1">
                  <a:lumMod val="50000"/>
                  <a:lumOff val="5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600" b="1" dirty="0">
              <a:solidFill>
                <a:srgbClr val="1CE78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  <a:p>
            <a:r>
              <a:rPr lang="en-US" sz="1600" b="1" dirty="0">
                <a:solidFill>
                  <a:srgbClr val="1CE78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First Artist to Hit 100M Monthly Listeners</a:t>
            </a:r>
          </a:p>
          <a:p>
            <a:pPr algn="ctr"/>
            <a:endParaRPr lang="en-US" sz="900" b="1" dirty="0">
              <a:solidFill>
                <a:srgbClr val="FF0000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  <a:p>
            <a:endParaRPr lang="en-US" sz="1600" b="1" i="1" dirty="0">
              <a:latin typeface="Arial Narrow" panose="020B0606020202030204" pitchFamily="34" charset="0"/>
              <a:cs typeface="Segoe UI" panose="020B0502040204020203" pitchFamily="34" charset="0"/>
            </a:endParaRPr>
          </a:p>
          <a:p>
            <a:r>
              <a:rPr lang="en-US" sz="1600" b="1" i="1" dirty="0">
                <a:latin typeface="Arial Narrow" panose="020B0606020202030204" pitchFamily="34" charset="0"/>
                <a:cs typeface="Segoe UI" panose="020B0502040204020203" pitchFamily="34" charset="0"/>
              </a:rPr>
              <a:t>The </a:t>
            </a:r>
            <a:r>
              <a:rPr lang="en-US" sz="1600" b="1" i="1" dirty="0" err="1">
                <a:latin typeface="Arial Narrow" panose="020B0606020202030204" pitchFamily="34" charset="0"/>
                <a:cs typeface="Segoe UI" panose="020B0502040204020203" pitchFamily="34" charset="0"/>
              </a:rPr>
              <a:t>Weeknd</a:t>
            </a:r>
            <a:r>
              <a:rPr lang="en-US" sz="1600" b="1" i="1" dirty="0">
                <a:latin typeface="Arial Narrow" panose="020B0606020202030204" pitchFamily="34" charset="0"/>
                <a:cs typeface="Segoe UI" panose="020B0502040204020203" pitchFamily="34" charset="0"/>
              </a:rPr>
              <a:t> was the first artist to reach 100 Million Monthly Listeners on Spotify – a World Record</a:t>
            </a:r>
          </a:p>
          <a:p>
            <a:endParaRPr lang="en-US" sz="900" dirty="0">
              <a:latin typeface="Arial Narrow" panose="020B0606020202030204" pitchFamily="34" charset="0"/>
              <a:cs typeface="Segoe UI" panose="020B0502040204020203" pitchFamily="34" charset="0"/>
            </a:endParaRPr>
          </a:p>
          <a:p>
            <a:br>
              <a:rPr lang="en-US" sz="900" dirty="0">
                <a:latin typeface="Arial Narrow" panose="020B0606020202030204" pitchFamily="34" charset="0"/>
                <a:cs typeface="Segoe UI" panose="020B0502040204020203" pitchFamily="34" charset="0"/>
              </a:rPr>
            </a:br>
            <a:r>
              <a:rPr lang="en-US" sz="1300" dirty="0">
                <a:latin typeface="Arial Narrow" panose="020B0606020202030204" pitchFamily="34" charset="0"/>
                <a:cs typeface="Segoe UI" panose="020B0502040204020203" pitchFamily="34" charset="0"/>
              </a:rPr>
              <a:t>This milestone showed how global streaming has made music more accessible than ever!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0ED85B-863A-08DF-F4DE-119FC78883D1}"/>
              </a:ext>
            </a:extLst>
          </p:cNvPr>
          <p:cNvSpPr/>
          <p:nvPr/>
        </p:nvSpPr>
        <p:spPr>
          <a:xfrm>
            <a:off x="7056590" y="15046492"/>
            <a:ext cx="754380" cy="7543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25400"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rgbClr val="1DB954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 Narrow" panose="020B0606020202030204" pitchFamily="34" charset="0"/>
              </a:rPr>
              <a:t>02</a:t>
            </a:r>
            <a:endParaRPr lang="en-IN" sz="2800" b="1" dirty="0">
              <a:latin typeface="Arial Narrow" panose="020B0606020202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715499-797F-58BC-9BE2-4E5833D2BB29}"/>
              </a:ext>
            </a:extLst>
          </p:cNvPr>
          <p:cNvSpPr txBox="1"/>
          <p:nvPr/>
        </p:nvSpPr>
        <p:spPr>
          <a:xfrm>
            <a:off x="340800" y="11061777"/>
            <a:ext cx="11510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1CE783"/>
                </a:solidFill>
                <a:latin typeface="Aptos Narrow" panose="020B0004020202020204" pitchFamily="34" charset="0"/>
              </a:rPr>
              <a:t>---</a:t>
            </a:r>
            <a:r>
              <a:rPr lang="en-US" sz="2400" b="1" i="1" dirty="0">
                <a:solidFill>
                  <a:schemeClr val="bg1"/>
                </a:solidFill>
                <a:latin typeface="Aptos Narrow" panose="020B0004020202020204" pitchFamily="34" charset="0"/>
              </a:rPr>
              <a:t> ARTISTS </a:t>
            </a:r>
            <a:r>
              <a:rPr lang="en-US" sz="2400" b="1" i="1" dirty="0">
                <a:solidFill>
                  <a:srgbClr val="1CE783"/>
                </a:solidFill>
                <a:latin typeface="Aptos Narrow" panose="020B0004020202020204" pitchFamily="34" charset="0"/>
              </a:rPr>
              <a:t>---</a:t>
            </a:r>
            <a:endParaRPr lang="en-IN" sz="2400" b="1" i="1" dirty="0">
              <a:solidFill>
                <a:srgbClr val="1CE783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EE37C2-1D56-7EDC-07BF-DB8AF3122269}"/>
              </a:ext>
            </a:extLst>
          </p:cNvPr>
          <p:cNvCxnSpPr/>
          <p:nvPr/>
        </p:nvCxnSpPr>
        <p:spPr>
          <a:xfrm>
            <a:off x="528320" y="11523442"/>
            <a:ext cx="11050954" cy="0"/>
          </a:xfrm>
          <a:prstGeom prst="line">
            <a:avLst/>
          </a:prstGeom>
          <a:ln w="6350" cmpd="sng">
            <a:solidFill>
              <a:srgbClr val="1DB954">
                <a:alpha val="55000"/>
              </a:srgbClr>
            </a:solidFill>
            <a:prstDash val="solid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75049A6-5F3C-3833-CC44-810EAD8FA30E}"/>
              </a:ext>
            </a:extLst>
          </p:cNvPr>
          <p:cNvSpPr txBox="1"/>
          <p:nvPr/>
        </p:nvSpPr>
        <p:spPr>
          <a:xfrm>
            <a:off x="340799" y="18495478"/>
            <a:ext cx="11510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1CE783"/>
                </a:solidFill>
                <a:latin typeface="Aptos Narrow" panose="020B0004020202020204" pitchFamily="34" charset="0"/>
              </a:rPr>
              <a:t>---</a:t>
            </a:r>
            <a:r>
              <a:rPr lang="en-US" sz="2400" b="1" i="1" dirty="0">
                <a:solidFill>
                  <a:schemeClr val="bg1"/>
                </a:solidFill>
                <a:latin typeface="Aptos Narrow" panose="020B0004020202020204" pitchFamily="34" charset="0"/>
              </a:rPr>
              <a:t> TRACKS </a:t>
            </a:r>
            <a:r>
              <a:rPr lang="en-US" sz="2400" b="1" i="1" dirty="0">
                <a:solidFill>
                  <a:srgbClr val="1CE783"/>
                </a:solidFill>
                <a:latin typeface="Aptos Narrow" panose="020B0004020202020204" pitchFamily="34" charset="0"/>
              </a:rPr>
              <a:t>---</a:t>
            </a:r>
            <a:endParaRPr lang="en-IN" sz="2400" b="1" i="1" dirty="0">
              <a:solidFill>
                <a:srgbClr val="1CE783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24FB3CE-1E29-5243-F3B9-5827571B2B5F}"/>
              </a:ext>
            </a:extLst>
          </p:cNvPr>
          <p:cNvCxnSpPr>
            <a:cxnSpLocks/>
          </p:cNvCxnSpPr>
          <p:nvPr/>
        </p:nvCxnSpPr>
        <p:spPr>
          <a:xfrm>
            <a:off x="528320" y="18957143"/>
            <a:ext cx="11050954" cy="0"/>
          </a:xfrm>
          <a:prstGeom prst="line">
            <a:avLst/>
          </a:prstGeom>
          <a:ln w="6350" cmpd="sng">
            <a:solidFill>
              <a:srgbClr val="1DB954">
                <a:alpha val="55000"/>
              </a:srgbClr>
            </a:solidFill>
            <a:prstDash val="solid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6" name="Group 1765">
            <a:extLst>
              <a:ext uri="{FF2B5EF4-FFF2-40B4-BE49-F238E27FC236}">
                <a16:creationId xmlns:a16="http://schemas.microsoft.com/office/drawing/2014/main" id="{D94CA724-3EA2-18C3-CD4B-7E8374C3913F}"/>
              </a:ext>
            </a:extLst>
          </p:cNvPr>
          <p:cNvGrpSpPr/>
          <p:nvPr/>
        </p:nvGrpSpPr>
        <p:grpSpPr>
          <a:xfrm>
            <a:off x="6502419" y="19475313"/>
            <a:ext cx="5140941" cy="7404600"/>
            <a:chOff x="6502419" y="19475313"/>
            <a:chExt cx="5140941" cy="2290824"/>
          </a:xfrm>
        </p:grpSpPr>
        <p:sp>
          <p:nvSpPr>
            <p:cNvPr id="1242" name="Rectangle: Rounded Corners 1241">
              <a:extLst>
                <a:ext uri="{FF2B5EF4-FFF2-40B4-BE49-F238E27FC236}">
                  <a16:creationId xmlns:a16="http://schemas.microsoft.com/office/drawing/2014/main" id="{4B083D07-F569-3150-15B5-956E2AA78797}"/>
                </a:ext>
              </a:extLst>
            </p:cNvPr>
            <p:cNvSpPr/>
            <p:nvPr/>
          </p:nvSpPr>
          <p:spPr>
            <a:xfrm flipH="1" flipV="1">
              <a:off x="6502419" y="19475313"/>
              <a:ext cx="5140941" cy="2290824"/>
            </a:xfrm>
            <a:prstGeom prst="roundRect">
              <a:avLst>
                <a:gd name="adj" fmla="val 5954"/>
              </a:avLst>
            </a:prstGeom>
            <a:gradFill flip="none" rotWithShape="1">
              <a:gsLst>
                <a:gs pos="69000">
                  <a:srgbClr val="000000"/>
                </a:gs>
                <a:gs pos="100000">
                  <a:srgbClr val="189C47"/>
                </a:gs>
                <a:gs pos="32000">
                  <a:schemeClr val="tx1"/>
                </a:gs>
                <a:gs pos="0">
                  <a:schemeClr val="tx1">
                    <a:lumMod val="50000"/>
                    <a:lumOff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 Narrow" panose="020B0606020202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4" name="TextBox 1243">
              <a:extLst>
                <a:ext uri="{FF2B5EF4-FFF2-40B4-BE49-F238E27FC236}">
                  <a16:creationId xmlns:a16="http://schemas.microsoft.com/office/drawing/2014/main" id="{6C7310ED-4681-70F1-360C-81425022D512}"/>
                </a:ext>
              </a:extLst>
            </p:cNvPr>
            <p:cNvSpPr txBox="1"/>
            <p:nvPr/>
          </p:nvSpPr>
          <p:spPr>
            <a:xfrm>
              <a:off x="7402422" y="19562477"/>
              <a:ext cx="3593238" cy="104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CE783"/>
                  </a:solidFill>
                  <a:latin typeface="Arial Narrow" panose="020B0606020202030204" pitchFamily="34" charset="0"/>
                </a:rPr>
                <a:t>Spotify’s Global Hotspots</a:t>
              </a:r>
              <a:endParaRPr lang="en-IN" sz="1600" b="1" dirty="0">
                <a:solidFill>
                  <a:srgbClr val="1CE783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45" name="TextBox 1244">
              <a:extLst>
                <a:ext uri="{FF2B5EF4-FFF2-40B4-BE49-F238E27FC236}">
                  <a16:creationId xmlns:a16="http://schemas.microsoft.com/office/drawing/2014/main" id="{5351F7DD-FE90-11D6-69F9-1A97A8F33283}"/>
                </a:ext>
              </a:extLst>
            </p:cNvPr>
            <p:cNvSpPr txBox="1"/>
            <p:nvPr/>
          </p:nvSpPr>
          <p:spPr>
            <a:xfrm>
              <a:off x="7402422" y="19971957"/>
              <a:ext cx="3593238" cy="85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i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Top 5 Countries by Listening Activity</a:t>
              </a:r>
              <a:endParaRPr lang="en-IN" sz="1200" b="1" i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1247" name="Picture 1246">
              <a:extLst>
                <a:ext uri="{FF2B5EF4-FFF2-40B4-BE49-F238E27FC236}">
                  <a16:creationId xmlns:a16="http://schemas.microsoft.com/office/drawing/2014/main" id="{BA943119-11BE-5C53-457B-E01DA5889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14439" y="20509047"/>
              <a:ext cx="720000" cy="720000"/>
            </a:xfrm>
            <a:prstGeom prst="rect">
              <a:avLst/>
            </a:prstGeom>
          </p:spPr>
        </p:pic>
        <p:pic>
          <p:nvPicPr>
            <p:cNvPr id="1249" name="Picture 1248">
              <a:extLst>
                <a:ext uri="{FF2B5EF4-FFF2-40B4-BE49-F238E27FC236}">
                  <a16:creationId xmlns:a16="http://schemas.microsoft.com/office/drawing/2014/main" id="{A2970C7C-4FF5-B6C1-8127-880CA8F26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36734" y="20509047"/>
              <a:ext cx="720000" cy="720000"/>
            </a:xfrm>
            <a:prstGeom prst="rect">
              <a:avLst/>
            </a:prstGeom>
          </p:spPr>
        </p:pic>
        <p:pic>
          <p:nvPicPr>
            <p:cNvPr id="1253" name="Picture 1252">
              <a:extLst>
                <a:ext uri="{FF2B5EF4-FFF2-40B4-BE49-F238E27FC236}">
                  <a16:creationId xmlns:a16="http://schemas.microsoft.com/office/drawing/2014/main" id="{A7E1C6A2-74EF-C62A-2A44-DD942A264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59029" y="20509047"/>
              <a:ext cx="720000" cy="720000"/>
            </a:xfrm>
            <a:prstGeom prst="rect">
              <a:avLst/>
            </a:prstGeom>
          </p:spPr>
        </p:pic>
        <p:pic>
          <p:nvPicPr>
            <p:cNvPr id="1259" name="Picture 1258">
              <a:extLst>
                <a:ext uri="{FF2B5EF4-FFF2-40B4-BE49-F238E27FC236}">
                  <a16:creationId xmlns:a16="http://schemas.microsoft.com/office/drawing/2014/main" id="{3571FDD7-290F-CE6A-EEA7-E643129CE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803618" y="20509047"/>
              <a:ext cx="720000" cy="720000"/>
            </a:xfrm>
            <a:prstGeom prst="rect">
              <a:avLst/>
            </a:prstGeom>
          </p:spPr>
        </p:pic>
        <p:sp>
          <p:nvSpPr>
            <p:cNvPr id="1261" name="TextBox 1260">
              <a:extLst>
                <a:ext uri="{FF2B5EF4-FFF2-40B4-BE49-F238E27FC236}">
                  <a16:creationId xmlns:a16="http://schemas.microsoft.com/office/drawing/2014/main" id="{2C7AD9D1-7B1D-4D4A-41CC-ED244B271834}"/>
                </a:ext>
              </a:extLst>
            </p:cNvPr>
            <p:cNvSpPr txBox="1"/>
            <p:nvPr/>
          </p:nvSpPr>
          <p:spPr>
            <a:xfrm>
              <a:off x="6654415" y="21247602"/>
              <a:ext cx="840047" cy="11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27.34%</a:t>
              </a:r>
              <a:endParaRPr lang="en-IN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62" name="TextBox 1261">
              <a:extLst>
                <a:ext uri="{FF2B5EF4-FFF2-40B4-BE49-F238E27FC236}">
                  <a16:creationId xmlns:a16="http://schemas.microsoft.com/office/drawing/2014/main" id="{3941444A-98C8-DE70-44A0-AC9B89BB1742}"/>
                </a:ext>
              </a:extLst>
            </p:cNvPr>
            <p:cNvSpPr txBox="1"/>
            <p:nvPr/>
          </p:nvSpPr>
          <p:spPr>
            <a:xfrm>
              <a:off x="7676710" y="21247602"/>
              <a:ext cx="840047" cy="11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4.65%</a:t>
              </a:r>
              <a:endParaRPr lang="en-IN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63" name="TextBox 1262">
              <a:extLst>
                <a:ext uri="{FF2B5EF4-FFF2-40B4-BE49-F238E27FC236}">
                  <a16:creationId xmlns:a16="http://schemas.microsoft.com/office/drawing/2014/main" id="{614BA3AB-1B89-71E3-F26C-82F877539EE4}"/>
                </a:ext>
              </a:extLst>
            </p:cNvPr>
            <p:cNvSpPr txBox="1"/>
            <p:nvPr/>
          </p:nvSpPr>
          <p:spPr>
            <a:xfrm>
              <a:off x="8699005" y="21247602"/>
              <a:ext cx="840047" cy="11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4.58%</a:t>
              </a:r>
              <a:endParaRPr lang="en-IN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64" name="TextBox 1263">
              <a:extLst>
                <a:ext uri="{FF2B5EF4-FFF2-40B4-BE49-F238E27FC236}">
                  <a16:creationId xmlns:a16="http://schemas.microsoft.com/office/drawing/2014/main" id="{6EBC8ED6-DCD4-39DC-CBCD-408A0056D3BE}"/>
                </a:ext>
              </a:extLst>
            </p:cNvPr>
            <p:cNvSpPr txBox="1"/>
            <p:nvPr/>
          </p:nvSpPr>
          <p:spPr>
            <a:xfrm>
              <a:off x="9721300" y="21247602"/>
              <a:ext cx="840047" cy="11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4.49%</a:t>
              </a:r>
              <a:endParaRPr lang="en-IN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65" name="TextBox 1264">
              <a:extLst>
                <a:ext uri="{FF2B5EF4-FFF2-40B4-BE49-F238E27FC236}">
                  <a16:creationId xmlns:a16="http://schemas.microsoft.com/office/drawing/2014/main" id="{BB3CCFB2-0AEA-6279-8D61-61F8BFFD298A}"/>
                </a:ext>
              </a:extLst>
            </p:cNvPr>
            <p:cNvSpPr txBox="1"/>
            <p:nvPr/>
          </p:nvSpPr>
          <p:spPr>
            <a:xfrm>
              <a:off x="10765213" y="21247602"/>
              <a:ext cx="840047" cy="11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3.77%</a:t>
              </a:r>
              <a:endParaRPr lang="en-IN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1765" name="Picture 1764">
              <a:extLst>
                <a:ext uri="{FF2B5EF4-FFF2-40B4-BE49-F238E27FC236}">
                  <a16:creationId xmlns:a16="http://schemas.microsoft.com/office/drawing/2014/main" id="{6EFF4BD9-AF51-F8EA-42D9-FE4BFC533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781324" y="20509047"/>
              <a:ext cx="720000" cy="720000"/>
            </a:xfrm>
            <a:prstGeom prst="rect">
              <a:avLst/>
            </a:prstGeom>
          </p:spPr>
        </p:pic>
      </p:grpSp>
      <p:sp>
        <p:nvSpPr>
          <p:cNvPr id="1243" name="Oval 1242">
            <a:extLst>
              <a:ext uri="{FF2B5EF4-FFF2-40B4-BE49-F238E27FC236}">
                <a16:creationId xmlns:a16="http://schemas.microsoft.com/office/drawing/2014/main" id="{5C3626AE-771E-16E4-C0CF-8C0A8B10C44F}"/>
              </a:ext>
            </a:extLst>
          </p:cNvPr>
          <p:cNvSpPr/>
          <p:nvPr/>
        </p:nvSpPr>
        <p:spPr>
          <a:xfrm>
            <a:off x="6434249" y="19142976"/>
            <a:ext cx="754380" cy="7543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25400"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rgbClr val="1DB954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 Narrow" panose="020B0606020202030204" pitchFamily="34" charset="0"/>
              </a:rPr>
              <a:t>03</a:t>
            </a:r>
            <a:endParaRPr lang="en-IN" sz="2800" b="1" dirty="0">
              <a:latin typeface="Arial Narrow" panose="020B0606020202030204" pitchFamily="34" charset="0"/>
            </a:endParaRPr>
          </a:p>
        </p:txBody>
      </p:sp>
      <p:grpSp>
        <p:nvGrpSpPr>
          <p:cNvPr id="2504" name="Group 2503">
            <a:extLst>
              <a:ext uri="{FF2B5EF4-FFF2-40B4-BE49-F238E27FC236}">
                <a16:creationId xmlns:a16="http://schemas.microsoft.com/office/drawing/2014/main" id="{77CDDB56-01B3-261A-0AFF-D870FF9C9DF9}"/>
              </a:ext>
            </a:extLst>
          </p:cNvPr>
          <p:cNvGrpSpPr/>
          <p:nvPr/>
        </p:nvGrpSpPr>
        <p:grpSpPr>
          <a:xfrm>
            <a:off x="534792" y="19231863"/>
            <a:ext cx="5669621" cy="2529313"/>
            <a:chOff x="892260" y="19134328"/>
            <a:chExt cx="5669621" cy="2342368"/>
          </a:xfrm>
        </p:grpSpPr>
        <p:sp>
          <p:nvSpPr>
            <p:cNvPr id="2505" name="Google Shape;32;p7">
              <a:extLst>
                <a:ext uri="{FF2B5EF4-FFF2-40B4-BE49-F238E27FC236}">
                  <a16:creationId xmlns:a16="http://schemas.microsoft.com/office/drawing/2014/main" id="{A775A035-EA57-2086-6079-8DBE983065EC}"/>
                </a:ext>
              </a:extLst>
            </p:cNvPr>
            <p:cNvSpPr/>
            <p:nvPr/>
          </p:nvSpPr>
          <p:spPr>
            <a:xfrm>
              <a:off x="5918213" y="20454691"/>
              <a:ext cx="45139" cy="64678"/>
            </a:xfrm>
            <a:custGeom>
              <a:avLst/>
              <a:gdLst/>
              <a:ahLst/>
              <a:cxnLst/>
              <a:rect l="l" t="t" r="r" b="b"/>
              <a:pathLst>
                <a:path w="2275" h="3943" extrusionOk="0">
                  <a:moveTo>
                    <a:pt x="1213" y="1"/>
                  </a:moveTo>
                  <a:lnTo>
                    <a:pt x="455" y="759"/>
                  </a:lnTo>
                  <a:lnTo>
                    <a:pt x="304" y="1062"/>
                  </a:lnTo>
                  <a:lnTo>
                    <a:pt x="0" y="3184"/>
                  </a:lnTo>
                  <a:lnTo>
                    <a:pt x="304" y="3639"/>
                  </a:lnTo>
                  <a:lnTo>
                    <a:pt x="1516" y="3942"/>
                  </a:lnTo>
                  <a:lnTo>
                    <a:pt x="1971" y="3488"/>
                  </a:lnTo>
                  <a:lnTo>
                    <a:pt x="1820" y="1820"/>
                  </a:lnTo>
                  <a:lnTo>
                    <a:pt x="2274" y="1062"/>
                  </a:lnTo>
                  <a:lnTo>
                    <a:pt x="2274" y="456"/>
                  </a:lnTo>
                  <a:lnTo>
                    <a:pt x="197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06" name="Google Shape;33;p7">
              <a:extLst>
                <a:ext uri="{FF2B5EF4-FFF2-40B4-BE49-F238E27FC236}">
                  <a16:creationId xmlns:a16="http://schemas.microsoft.com/office/drawing/2014/main" id="{4B389009-D8A2-1E6A-3E45-AC35EF28463C}"/>
                </a:ext>
              </a:extLst>
            </p:cNvPr>
            <p:cNvSpPr/>
            <p:nvPr/>
          </p:nvSpPr>
          <p:spPr>
            <a:xfrm>
              <a:off x="5710674" y="20307997"/>
              <a:ext cx="69206" cy="54721"/>
            </a:xfrm>
            <a:custGeom>
              <a:avLst/>
              <a:gdLst/>
              <a:ahLst/>
              <a:cxnLst/>
              <a:rect l="l" t="t" r="r" b="b"/>
              <a:pathLst>
                <a:path w="3488" h="3336" extrusionOk="0">
                  <a:moveTo>
                    <a:pt x="2729" y="0"/>
                  </a:moveTo>
                  <a:lnTo>
                    <a:pt x="1" y="2426"/>
                  </a:lnTo>
                  <a:lnTo>
                    <a:pt x="304" y="3184"/>
                  </a:lnTo>
                  <a:lnTo>
                    <a:pt x="1213" y="3335"/>
                  </a:lnTo>
                  <a:lnTo>
                    <a:pt x="1668" y="3335"/>
                  </a:lnTo>
                  <a:lnTo>
                    <a:pt x="3336" y="1819"/>
                  </a:lnTo>
                  <a:lnTo>
                    <a:pt x="3487" y="1516"/>
                  </a:lnTo>
                  <a:lnTo>
                    <a:pt x="3487" y="303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07" name="Google Shape;34;p7">
              <a:extLst>
                <a:ext uri="{FF2B5EF4-FFF2-40B4-BE49-F238E27FC236}">
                  <a16:creationId xmlns:a16="http://schemas.microsoft.com/office/drawing/2014/main" id="{5C2987E7-C3AE-BE29-2EE3-9A5923BF0A45}"/>
                </a:ext>
              </a:extLst>
            </p:cNvPr>
            <p:cNvSpPr/>
            <p:nvPr/>
          </p:nvSpPr>
          <p:spPr>
            <a:xfrm>
              <a:off x="5749781" y="20474589"/>
              <a:ext cx="144384" cy="139264"/>
            </a:xfrm>
            <a:custGeom>
              <a:avLst/>
              <a:gdLst/>
              <a:ahLst/>
              <a:cxnLst/>
              <a:rect l="l" t="t" r="r" b="b"/>
              <a:pathLst>
                <a:path w="7277" h="8490" extrusionOk="0">
                  <a:moveTo>
                    <a:pt x="2577" y="1"/>
                  </a:moveTo>
                  <a:lnTo>
                    <a:pt x="910" y="1517"/>
                  </a:lnTo>
                  <a:lnTo>
                    <a:pt x="758" y="1820"/>
                  </a:lnTo>
                  <a:lnTo>
                    <a:pt x="910" y="3942"/>
                  </a:lnTo>
                  <a:lnTo>
                    <a:pt x="152" y="5003"/>
                  </a:lnTo>
                  <a:lnTo>
                    <a:pt x="0" y="5306"/>
                  </a:lnTo>
                  <a:lnTo>
                    <a:pt x="607" y="8187"/>
                  </a:lnTo>
                  <a:lnTo>
                    <a:pt x="1213" y="8490"/>
                  </a:lnTo>
                  <a:lnTo>
                    <a:pt x="2274" y="8187"/>
                  </a:lnTo>
                  <a:lnTo>
                    <a:pt x="2577" y="7732"/>
                  </a:lnTo>
                  <a:lnTo>
                    <a:pt x="2274" y="5913"/>
                  </a:lnTo>
                  <a:lnTo>
                    <a:pt x="2577" y="6671"/>
                  </a:lnTo>
                  <a:lnTo>
                    <a:pt x="2881" y="6974"/>
                  </a:lnTo>
                  <a:lnTo>
                    <a:pt x="4245" y="7429"/>
                  </a:lnTo>
                  <a:lnTo>
                    <a:pt x="4851" y="6974"/>
                  </a:lnTo>
                  <a:lnTo>
                    <a:pt x="4851" y="5913"/>
                  </a:lnTo>
                  <a:lnTo>
                    <a:pt x="4851" y="5761"/>
                  </a:lnTo>
                  <a:lnTo>
                    <a:pt x="4245" y="4397"/>
                  </a:lnTo>
                  <a:lnTo>
                    <a:pt x="5306" y="3336"/>
                  </a:lnTo>
                  <a:lnTo>
                    <a:pt x="5003" y="2578"/>
                  </a:lnTo>
                  <a:lnTo>
                    <a:pt x="3032" y="2729"/>
                  </a:lnTo>
                  <a:lnTo>
                    <a:pt x="2881" y="2578"/>
                  </a:lnTo>
                  <a:lnTo>
                    <a:pt x="3335" y="1971"/>
                  </a:lnTo>
                  <a:lnTo>
                    <a:pt x="4700" y="2578"/>
                  </a:lnTo>
                  <a:lnTo>
                    <a:pt x="5003" y="2578"/>
                  </a:lnTo>
                  <a:lnTo>
                    <a:pt x="5761" y="2426"/>
                  </a:lnTo>
                  <a:lnTo>
                    <a:pt x="6064" y="2275"/>
                  </a:lnTo>
                  <a:lnTo>
                    <a:pt x="7277" y="759"/>
                  </a:lnTo>
                  <a:lnTo>
                    <a:pt x="6974" y="152"/>
                  </a:lnTo>
                  <a:lnTo>
                    <a:pt x="5912" y="1"/>
                  </a:lnTo>
                  <a:lnTo>
                    <a:pt x="5609" y="152"/>
                  </a:lnTo>
                  <a:lnTo>
                    <a:pt x="5154" y="455"/>
                  </a:lnTo>
                  <a:lnTo>
                    <a:pt x="288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08" name="Google Shape;35;p7">
              <a:extLst>
                <a:ext uri="{FF2B5EF4-FFF2-40B4-BE49-F238E27FC236}">
                  <a16:creationId xmlns:a16="http://schemas.microsoft.com/office/drawing/2014/main" id="{2D4E26E4-3B4A-1E96-1CF8-A35477ADED26}"/>
                </a:ext>
              </a:extLst>
            </p:cNvPr>
            <p:cNvSpPr/>
            <p:nvPr/>
          </p:nvSpPr>
          <p:spPr>
            <a:xfrm>
              <a:off x="2354020" y="19159179"/>
              <a:ext cx="90258" cy="42288"/>
            </a:xfrm>
            <a:custGeom>
              <a:avLst/>
              <a:gdLst/>
              <a:ahLst/>
              <a:cxnLst/>
              <a:rect l="l" t="t" r="r" b="b"/>
              <a:pathLst>
                <a:path w="4549" h="2578" extrusionOk="0">
                  <a:moveTo>
                    <a:pt x="3032" y="1"/>
                  </a:moveTo>
                  <a:lnTo>
                    <a:pt x="0" y="1214"/>
                  </a:lnTo>
                  <a:lnTo>
                    <a:pt x="0" y="2123"/>
                  </a:lnTo>
                  <a:lnTo>
                    <a:pt x="2729" y="2578"/>
                  </a:lnTo>
                  <a:lnTo>
                    <a:pt x="3032" y="2578"/>
                  </a:lnTo>
                  <a:lnTo>
                    <a:pt x="4548" y="1668"/>
                  </a:lnTo>
                  <a:lnTo>
                    <a:pt x="4548" y="910"/>
                  </a:lnTo>
                  <a:lnTo>
                    <a:pt x="348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09" name="Google Shape;36;p7">
              <a:extLst>
                <a:ext uri="{FF2B5EF4-FFF2-40B4-BE49-F238E27FC236}">
                  <a16:creationId xmlns:a16="http://schemas.microsoft.com/office/drawing/2014/main" id="{54B70EFD-3179-AAF7-334F-1F655E51BA83}"/>
                </a:ext>
              </a:extLst>
            </p:cNvPr>
            <p:cNvSpPr/>
            <p:nvPr/>
          </p:nvSpPr>
          <p:spPr>
            <a:xfrm>
              <a:off x="5924225" y="20549191"/>
              <a:ext cx="66190" cy="29854"/>
            </a:xfrm>
            <a:custGeom>
              <a:avLst/>
              <a:gdLst/>
              <a:ahLst/>
              <a:cxnLst/>
              <a:rect l="l" t="t" r="r" b="b"/>
              <a:pathLst>
                <a:path w="3336" h="1820" extrusionOk="0">
                  <a:moveTo>
                    <a:pt x="607" y="0"/>
                  </a:moveTo>
                  <a:lnTo>
                    <a:pt x="304" y="304"/>
                  </a:lnTo>
                  <a:lnTo>
                    <a:pt x="1" y="1213"/>
                  </a:lnTo>
                  <a:lnTo>
                    <a:pt x="455" y="1820"/>
                  </a:lnTo>
                  <a:lnTo>
                    <a:pt x="3032" y="1516"/>
                  </a:lnTo>
                  <a:lnTo>
                    <a:pt x="3336" y="1062"/>
                  </a:lnTo>
                  <a:lnTo>
                    <a:pt x="3336" y="455"/>
                  </a:lnTo>
                  <a:lnTo>
                    <a:pt x="288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0" name="Google Shape;37;p7">
              <a:extLst>
                <a:ext uri="{FF2B5EF4-FFF2-40B4-BE49-F238E27FC236}">
                  <a16:creationId xmlns:a16="http://schemas.microsoft.com/office/drawing/2014/main" id="{6E467243-6CC1-829E-9BAB-E8DA28F5C8B3}"/>
                </a:ext>
              </a:extLst>
            </p:cNvPr>
            <p:cNvSpPr/>
            <p:nvPr/>
          </p:nvSpPr>
          <p:spPr>
            <a:xfrm>
              <a:off x="5936248" y="19716184"/>
              <a:ext cx="96269" cy="74618"/>
            </a:xfrm>
            <a:custGeom>
              <a:avLst/>
              <a:gdLst/>
              <a:ahLst/>
              <a:cxnLst/>
              <a:rect l="l" t="t" r="r" b="b"/>
              <a:pathLst>
                <a:path w="4852" h="4549" extrusionOk="0">
                  <a:moveTo>
                    <a:pt x="607" y="0"/>
                  </a:moveTo>
                  <a:lnTo>
                    <a:pt x="1" y="304"/>
                  </a:lnTo>
                  <a:lnTo>
                    <a:pt x="153" y="3639"/>
                  </a:lnTo>
                  <a:lnTo>
                    <a:pt x="304" y="4093"/>
                  </a:lnTo>
                  <a:lnTo>
                    <a:pt x="1062" y="4548"/>
                  </a:lnTo>
                  <a:lnTo>
                    <a:pt x="1668" y="4397"/>
                  </a:lnTo>
                  <a:lnTo>
                    <a:pt x="2123" y="3790"/>
                  </a:lnTo>
                  <a:lnTo>
                    <a:pt x="3639" y="3790"/>
                  </a:lnTo>
                  <a:lnTo>
                    <a:pt x="4094" y="3487"/>
                  </a:lnTo>
                  <a:lnTo>
                    <a:pt x="4852" y="2274"/>
                  </a:lnTo>
                  <a:lnTo>
                    <a:pt x="4549" y="1668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1" name="Google Shape;38;p7">
              <a:extLst>
                <a:ext uri="{FF2B5EF4-FFF2-40B4-BE49-F238E27FC236}">
                  <a16:creationId xmlns:a16="http://schemas.microsoft.com/office/drawing/2014/main" id="{A9EE829B-A431-4959-3B49-220A56271B4F}"/>
                </a:ext>
              </a:extLst>
            </p:cNvPr>
            <p:cNvSpPr/>
            <p:nvPr/>
          </p:nvSpPr>
          <p:spPr>
            <a:xfrm>
              <a:off x="5855058" y="19785800"/>
              <a:ext cx="180475" cy="179058"/>
            </a:xfrm>
            <a:custGeom>
              <a:avLst/>
              <a:gdLst/>
              <a:ahLst/>
              <a:cxnLst/>
              <a:rect l="l" t="t" r="r" b="b"/>
              <a:pathLst>
                <a:path w="9096" h="10916" extrusionOk="0">
                  <a:moveTo>
                    <a:pt x="4396" y="7580"/>
                  </a:moveTo>
                  <a:lnTo>
                    <a:pt x="4396" y="7884"/>
                  </a:lnTo>
                  <a:lnTo>
                    <a:pt x="4245" y="7580"/>
                  </a:lnTo>
                  <a:close/>
                  <a:moveTo>
                    <a:pt x="2425" y="7884"/>
                  </a:moveTo>
                  <a:lnTo>
                    <a:pt x="2274" y="8338"/>
                  </a:lnTo>
                  <a:lnTo>
                    <a:pt x="2122" y="8187"/>
                  </a:lnTo>
                  <a:lnTo>
                    <a:pt x="1819" y="8035"/>
                  </a:lnTo>
                  <a:lnTo>
                    <a:pt x="2425" y="7884"/>
                  </a:lnTo>
                  <a:close/>
                  <a:moveTo>
                    <a:pt x="6215" y="1"/>
                  </a:moveTo>
                  <a:lnTo>
                    <a:pt x="5609" y="607"/>
                  </a:lnTo>
                  <a:lnTo>
                    <a:pt x="6215" y="3488"/>
                  </a:lnTo>
                  <a:lnTo>
                    <a:pt x="4093" y="5458"/>
                  </a:lnTo>
                  <a:lnTo>
                    <a:pt x="910" y="6216"/>
                  </a:lnTo>
                  <a:lnTo>
                    <a:pt x="606" y="6519"/>
                  </a:lnTo>
                  <a:lnTo>
                    <a:pt x="303" y="7580"/>
                  </a:lnTo>
                  <a:lnTo>
                    <a:pt x="758" y="8035"/>
                  </a:lnTo>
                  <a:lnTo>
                    <a:pt x="303" y="8187"/>
                  </a:lnTo>
                  <a:lnTo>
                    <a:pt x="0" y="8793"/>
                  </a:lnTo>
                  <a:lnTo>
                    <a:pt x="1364" y="10915"/>
                  </a:lnTo>
                  <a:lnTo>
                    <a:pt x="2122" y="10915"/>
                  </a:lnTo>
                  <a:lnTo>
                    <a:pt x="2729" y="9248"/>
                  </a:lnTo>
                  <a:lnTo>
                    <a:pt x="2577" y="8945"/>
                  </a:lnTo>
                  <a:lnTo>
                    <a:pt x="3183" y="9551"/>
                  </a:lnTo>
                  <a:lnTo>
                    <a:pt x="3941" y="9400"/>
                  </a:lnTo>
                  <a:lnTo>
                    <a:pt x="4548" y="8338"/>
                  </a:lnTo>
                  <a:lnTo>
                    <a:pt x="4548" y="8642"/>
                  </a:lnTo>
                  <a:lnTo>
                    <a:pt x="5154" y="9096"/>
                  </a:lnTo>
                  <a:lnTo>
                    <a:pt x="6064" y="8642"/>
                  </a:lnTo>
                  <a:lnTo>
                    <a:pt x="6367" y="8338"/>
                  </a:lnTo>
                  <a:lnTo>
                    <a:pt x="6367" y="7429"/>
                  </a:lnTo>
                  <a:lnTo>
                    <a:pt x="8792" y="6823"/>
                  </a:lnTo>
                  <a:lnTo>
                    <a:pt x="9096" y="6368"/>
                  </a:lnTo>
                  <a:lnTo>
                    <a:pt x="8944" y="2881"/>
                  </a:lnTo>
                  <a:lnTo>
                    <a:pt x="8944" y="2730"/>
                  </a:lnTo>
                  <a:lnTo>
                    <a:pt x="7731" y="607"/>
                  </a:lnTo>
                  <a:lnTo>
                    <a:pt x="7428" y="456"/>
                  </a:lnTo>
                  <a:lnTo>
                    <a:pt x="621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2" name="Google Shape;39;p7">
              <a:extLst>
                <a:ext uri="{FF2B5EF4-FFF2-40B4-BE49-F238E27FC236}">
                  <a16:creationId xmlns:a16="http://schemas.microsoft.com/office/drawing/2014/main" id="{A8733716-41B8-C449-2F6F-AC08E7E5C19C}"/>
                </a:ext>
              </a:extLst>
            </p:cNvPr>
            <p:cNvSpPr/>
            <p:nvPr/>
          </p:nvSpPr>
          <p:spPr>
            <a:xfrm>
              <a:off x="5833987" y="20648660"/>
              <a:ext cx="96269" cy="44764"/>
            </a:xfrm>
            <a:custGeom>
              <a:avLst/>
              <a:gdLst/>
              <a:ahLst/>
              <a:cxnLst/>
              <a:rect l="l" t="t" r="r" b="b"/>
              <a:pathLst>
                <a:path w="4852" h="2729" extrusionOk="0">
                  <a:moveTo>
                    <a:pt x="1820" y="0"/>
                  </a:moveTo>
                  <a:lnTo>
                    <a:pt x="1668" y="152"/>
                  </a:lnTo>
                  <a:lnTo>
                    <a:pt x="1517" y="152"/>
                  </a:lnTo>
                  <a:lnTo>
                    <a:pt x="1" y="1819"/>
                  </a:lnTo>
                  <a:lnTo>
                    <a:pt x="304" y="2577"/>
                  </a:lnTo>
                  <a:lnTo>
                    <a:pt x="1365" y="2729"/>
                  </a:lnTo>
                  <a:lnTo>
                    <a:pt x="1820" y="2577"/>
                  </a:lnTo>
                  <a:lnTo>
                    <a:pt x="2730" y="1819"/>
                  </a:lnTo>
                  <a:lnTo>
                    <a:pt x="4397" y="1668"/>
                  </a:lnTo>
                  <a:lnTo>
                    <a:pt x="4852" y="1213"/>
                  </a:lnTo>
                  <a:lnTo>
                    <a:pt x="4852" y="455"/>
                  </a:lnTo>
                  <a:lnTo>
                    <a:pt x="439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3" name="Google Shape;40;p7">
              <a:extLst>
                <a:ext uri="{FF2B5EF4-FFF2-40B4-BE49-F238E27FC236}">
                  <a16:creationId xmlns:a16="http://schemas.microsoft.com/office/drawing/2014/main" id="{73D89077-CA69-452B-BAFD-0A127B49B6A5}"/>
                </a:ext>
              </a:extLst>
            </p:cNvPr>
            <p:cNvSpPr/>
            <p:nvPr/>
          </p:nvSpPr>
          <p:spPr>
            <a:xfrm>
              <a:off x="5491111" y="20608866"/>
              <a:ext cx="210555" cy="62185"/>
            </a:xfrm>
            <a:custGeom>
              <a:avLst/>
              <a:gdLst/>
              <a:ahLst/>
              <a:cxnLst/>
              <a:rect l="l" t="t" r="r" b="b"/>
              <a:pathLst>
                <a:path w="10612" h="3791" extrusionOk="0">
                  <a:moveTo>
                    <a:pt x="1971" y="1"/>
                  </a:moveTo>
                  <a:lnTo>
                    <a:pt x="1516" y="152"/>
                  </a:lnTo>
                  <a:lnTo>
                    <a:pt x="0" y="1213"/>
                  </a:lnTo>
                  <a:lnTo>
                    <a:pt x="304" y="2123"/>
                  </a:lnTo>
                  <a:lnTo>
                    <a:pt x="10005" y="3790"/>
                  </a:lnTo>
                  <a:lnTo>
                    <a:pt x="10612" y="3184"/>
                  </a:lnTo>
                  <a:lnTo>
                    <a:pt x="10460" y="2578"/>
                  </a:lnTo>
                  <a:lnTo>
                    <a:pt x="10157" y="2275"/>
                  </a:lnTo>
                  <a:lnTo>
                    <a:pt x="6670" y="455"/>
                  </a:lnTo>
                  <a:lnTo>
                    <a:pt x="6367" y="455"/>
                  </a:lnTo>
                  <a:lnTo>
                    <a:pt x="4245" y="910"/>
                  </a:lnTo>
                  <a:lnTo>
                    <a:pt x="197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4" name="Google Shape;41;p7">
              <a:extLst>
                <a:ext uri="{FF2B5EF4-FFF2-40B4-BE49-F238E27FC236}">
                  <a16:creationId xmlns:a16="http://schemas.microsoft.com/office/drawing/2014/main" id="{73BA70B8-A417-BB37-01F2-6B97DB76C7DD}"/>
                </a:ext>
              </a:extLst>
            </p:cNvPr>
            <p:cNvSpPr/>
            <p:nvPr/>
          </p:nvSpPr>
          <p:spPr>
            <a:xfrm>
              <a:off x="5752777" y="20643673"/>
              <a:ext cx="81230" cy="49751"/>
            </a:xfrm>
            <a:custGeom>
              <a:avLst/>
              <a:gdLst/>
              <a:ahLst/>
              <a:cxnLst/>
              <a:rect l="l" t="t" r="r" b="b"/>
              <a:pathLst>
                <a:path w="4094" h="3033" extrusionOk="0">
                  <a:moveTo>
                    <a:pt x="1517" y="1"/>
                  </a:moveTo>
                  <a:lnTo>
                    <a:pt x="1062" y="607"/>
                  </a:lnTo>
                  <a:lnTo>
                    <a:pt x="1365" y="1365"/>
                  </a:lnTo>
                  <a:lnTo>
                    <a:pt x="304" y="1668"/>
                  </a:lnTo>
                  <a:lnTo>
                    <a:pt x="1" y="2426"/>
                  </a:lnTo>
                  <a:lnTo>
                    <a:pt x="456" y="2881"/>
                  </a:lnTo>
                  <a:lnTo>
                    <a:pt x="759" y="3033"/>
                  </a:lnTo>
                  <a:lnTo>
                    <a:pt x="1820" y="3033"/>
                  </a:lnTo>
                  <a:lnTo>
                    <a:pt x="2275" y="2426"/>
                  </a:lnTo>
                  <a:lnTo>
                    <a:pt x="2123" y="1972"/>
                  </a:lnTo>
                  <a:lnTo>
                    <a:pt x="3184" y="1972"/>
                  </a:lnTo>
                  <a:lnTo>
                    <a:pt x="3487" y="1820"/>
                  </a:lnTo>
                  <a:lnTo>
                    <a:pt x="4094" y="1365"/>
                  </a:lnTo>
                  <a:lnTo>
                    <a:pt x="4094" y="607"/>
                  </a:lnTo>
                  <a:lnTo>
                    <a:pt x="3184" y="153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5" name="Google Shape;42;p7">
              <a:extLst>
                <a:ext uri="{FF2B5EF4-FFF2-40B4-BE49-F238E27FC236}">
                  <a16:creationId xmlns:a16="http://schemas.microsoft.com/office/drawing/2014/main" id="{36F6152B-10C8-DCBE-84F4-5E462C2F5241}"/>
                </a:ext>
              </a:extLst>
            </p:cNvPr>
            <p:cNvSpPr/>
            <p:nvPr/>
          </p:nvSpPr>
          <p:spPr>
            <a:xfrm>
              <a:off x="5566309" y="20387569"/>
              <a:ext cx="189503" cy="186505"/>
            </a:xfrm>
            <a:custGeom>
              <a:avLst/>
              <a:gdLst/>
              <a:ahLst/>
              <a:cxnLst/>
              <a:rect l="l" t="t" r="r" b="b"/>
              <a:pathLst>
                <a:path w="9551" h="11370" extrusionOk="0">
                  <a:moveTo>
                    <a:pt x="9096" y="0"/>
                  </a:moveTo>
                  <a:lnTo>
                    <a:pt x="7277" y="152"/>
                  </a:lnTo>
                  <a:lnTo>
                    <a:pt x="6973" y="455"/>
                  </a:lnTo>
                  <a:lnTo>
                    <a:pt x="5003" y="3032"/>
                  </a:lnTo>
                  <a:lnTo>
                    <a:pt x="303" y="5306"/>
                  </a:lnTo>
                  <a:lnTo>
                    <a:pt x="0" y="5760"/>
                  </a:lnTo>
                  <a:lnTo>
                    <a:pt x="0" y="8338"/>
                  </a:lnTo>
                  <a:lnTo>
                    <a:pt x="152" y="8489"/>
                  </a:lnTo>
                  <a:lnTo>
                    <a:pt x="1668" y="11218"/>
                  </a:lnTo>
                  <a:lnTo>
                    <a:pt x="1971" y="11369"/>
                  </a:lnTo>
                  <a:lnTo>
                    <a:pt x="6670" y="11369"/>
                  </a:lnTo>
                  <a:lnTo>
                    <a:pt x="7125" y="11218"/>
                  </a:lnTo>
                  <a:lnTo>
                    <a:pt x="9399" y="8186"/>
                  </a:lnTo>
                  <a:lnTo>
                    <a:pt x="9550" y="7883"/>
                  </a:lnTo>
                  <a:lnTo>
                    <a:pt x="9550" y="455"/>
                  </a:lnTo>
                  <a:lnTo>
                    <a:pt x="909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6" name="Google Shape;43;p7">
              <a:extLst>
                <a:ext uri="{FF2B5EF4-FFF2-40B4-BE49-F238E27FC236}">
                  <a16:creationId xmlns:a16="http://schemas.microsoft.com/office/drawing/2014/main" id="{54D374AC-0AD0-A196-02AE-7D8FAA0247B0}"/>
                </a:ext>
              </a:extLst>
            </p:cNvPr>
            <p:cNvSpPr/>
            <p:nvPr/>
          </p:nvSpPr>
          <p:spPr>
            <a:xfrm>
              <a:off x="5996407" y="20511890"/>
              <a:ext cx="385018" cy="191492"/>
            </a:xfrm>
            <a:custGeom>
              <a:avLst/>
              <a:gdLst/>
              <a:ahLst/>
              <a:cxnLst/>
              <a:rect l="l" t="t" r="r" b="b"/>
              <a:pathLst>
                <a:path w="19405" h="11674" extrusionOk="0">
                  <a:moveTo>
                    <a:pt x="3033" y="1"/>
                  </a:moveTo>
                  <a:lnTo>
                    <a:pt x="152" y="455"/>
                  </a:lnTo>
                  <a:lnTo>
                    <a:pt x="1" y="1365"/>
                  </a:lnTo>
                  <a:lnTo>
                    <a:pt x="1820" y="2123"/>
                  </a:lnTo>
                  <a:lnTo>
                    <a:pt x="1517" y="2274"/>
                  </a:lnTo>
                  <a:lnTo>
                    <a:pt x="1214" y="3790"/>
                  </a:lnTo>
                  <a:lnTo>
                    <a:pt x="1668" y="4397"/>
                  </a:lnTo>
                  <a:lnTo>
                    <a:pt x="3033" y="4245"/>
                  </a:lnTo>
                  <a:lnTo>
                    <a:pt x="6671" y="5761"/>
                  </a:lnTo>
                  <a:lnTo>
                    <a:pt x="7277" y="7277"/>
                  </a:lnTo>
                  <a:lnTo>
                    <a:pt x="6216" y="7883"/>
                  </a:lnTo>
                  <a:lnTo>
                    <a:pt x="6368" y="8641"/>
                  </a:lnTo>
                  <a:lnTo>
                    <a:pt x="10915" y="10157"/>
                  </a:lnTo>
                  <a:lnTo>
                    <a:pt x="11370" y="10157"/>
                  </a:lnTo>
                  <a:lnTo>
                    <a:pt x="13341" y="8338"/>
                  </a:lnTo>
                  <a:lnTo>
                    <a:pt x="16070" y="10915"/>
                  </a:lnTo>
                  <a:lnTo>
                    <a:pt x="16221" y="11067"/>
                  </a:lnTo>
                  <a:lnTo>
                    <a:pt x="18950" y="11673"/>
                  </a:lnTo>
                  <a:lnTo>
                    <a:pt x="19405" y="10915"/>
                  </a:lnTo>
                  <a:lnTo>
                    <a:pt x="16070" y="7580"/>
                  </a:lnTo>
                  <a:lnTo>
                    <a:pt x="16221" y="6064"/>
                  </a:lnTo>
                  <a:lnTo>
                    <a:pt x="16070" y="5609"/>
                  </a:lnTo>
                  <a:lnTo>
                    <a:pt x="7277" y="1062"/>
                  </a:lnTo>
                  <a:lnTo>
                    <a:pt x="6822" y="1062"/>
                  </a:lnTo>
                  <a:lnTo>
                    <a:pt x="4549" y="2881"/>
                  </a:lnTo>
                  <a:lnTo>
                    <a:pt x="3487" y="2578"/>
                  </a:lnTo>
                  <a:lnTo>
                    <a:pt x="3791" y="2274"/>
                  </a:lnTo>
                  <a:lnTo>
                    <a:pt x="3487" y="455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7" name="Google Shape;44;p7">
              <a:extLst>
                <a:ext uri="{FF2B5EF4-FFF2-40B4-BE49-F238E27FC236}">
                  <a16:creationId xmlns:a16="http://schemas.microsoft.com/office/drawing/2014/main" id="{83A0B12B-B74E-625E-CCFD-8FFA37D014D0}"/>
                </a:ext>
              </a:extLst>
            </p:cNvPr>
            <p:cNvSpPr/>
            <p:nvPr/>
          </p:nvSpPr>
          <p:spPr>
            <a:xfrm>
              <a:off x="5527202" y="20153823"/>
              <a:ext cx="48135" cy="44781"/>
            </a:xfrm>
            <a:custGeom>
              <a:avLst/>
              <a:gdLst/>
              <a:ahLst/>
              <a:cxnLst/>
              <a:rect l="l" t="t" r="r" b="b"/>
              <a:pathLst>
                <a:path w="2426" h="2730" extrusionOk="0">
                  <a:moveTo>
                    <a:pt x="1971" y="0"/>
                  </a:moveTo>
                  <a:lnTo>
                    <a:pt x="304" y="304"/>
                  </a:lnTo>
                  <a:lnTo>
                    <a:pt x="1" y="758"/>
                  </a:lnTo>
                  <a:lnTo>
                    <a:pt x="1" y="1668"/>
                  </a:lnTo>
                  <a:lnTo>
                    <a:pt x="152" y="1971"/>
                  </a:lnTo>
                  <a:lnTo>
                    <a:pt x="758" y="2729"/>
                  </a:lnTo>
                  <a:lnTo>
                    <a:pt x="1516" y="2729"/>
                  </a:lnTo>
                  <a:lnTo>
                    <a:pt x="2426" y="1516"/>
                  </a:lnTo>
                  <a:lnTo>
                    <a:pt x="2426" y="1365"/>
                  </a:lnTo>
                  <a:lnTo>
                    <a:pt x="2426" y="455"/>
                  </a:lnTo>
                  <a:lnTo>
                    <a:pt x="197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8" name="Google Shape;45;p7">
              <a:extLst>
                <a:ext uri="{FF2B5EF4-FFF2-40B4-BE49-F238E27FC236}">
                  <a16:creationId xmlns:a16="http://schemas.microsoft.com/office/drawing/2014/main" id="{692F36A8-9E30-AC1F-087A-5D4DFEA6A86F}"/>
                </a:ext>
              </a:extLst>
            </p:cNvPr>
            <p:cNvSpPr/>
            <p:nvPr/>
          </p:nvSpPr>
          <p:spPr>
            <a:xfrm>
              <a:off x="5821963" y="20332864"/>
              <a:ext cx="93254" cy="84559"/>
            </a:xfrm>
            <a:custGeom>
              <a:avLst/>
              <a:gdLst/>
              <a:ahLst/>
              <a:cxnLst/>
              <a:rect l="l" t="t" r="r" b="b"/>
              <a:pathLst>
                <a:path w="4700" h="5155" extrusionOk="0">
                  <a:moveTo>
                    <a:pt x="2881" y="0"/>
                  </a:moveTo>
                  <a:lnTo>
                    <a:pt x="2274" y="1516"/>
                  </a:lnTo>
                  <a:lnTo>
                    <a:pt x="304" y="1516"/>
                  </a:lnTo>
                  <a:lnTo>
                    <a:pt x="0" y="2425"/>
                  </a:lnTo>
                  <a:lnTo>
                    <a:pt x="1668" y="3638"/>
                  </a:lnTo>
                  <a:lnTo>
                    <a:pt x="1668" y="4699"/>
                  </a:lnTo>
                  <a:lnTo>
                    <a:pt x="2274" y="5154"/>
                  </a:lnTo>
                  <a:lnTo>
                    <a:pt x="3790" y="4699"/>
                  </a:lnTo>
                  <a:lnTo>
                    <a:pt x="3942" y="4093"/>
                  </a:lnTo>
                  <a:lnTo>
                    <a:pt x="3790" y="3790"/>
                  </a:lnTo>
                  <a:lnTo>
                    <a:pt x="4397" y="3638"/>
                  </a:lnTo>
                  <a:lnTo>
                    <a:pt x="4700" y="3032"/>
                  </a:lnTo>
                  <a:lnTo>
                    <a:pt x="379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9" name="Google Shape;46;p7">
              <a:extLst>
                <a:ext uri="{FF2B5EF4-FFF2-40B4-BE49-F238E27FC236}">
                  <a16:creationId xmlns:a16="http://schemas.microsoft.com/office/drawing/2014/main" id="{1DF95A79-FC62-7D5B-40CE-2D2693DC8426}"/>
                </a:ext>
              </a:extLst>
            </p:cNvPr>
            <p:cNvSpPr/>
            <p:nvPr/>
          </p:nvSpPr>
          <p:spPr>
            <a:xfrm>
              <a:off x="5719702" y="20061817"/>
              <a:ext cx="60178" cy="62185"/>
            </a:xfrm>
            <a:custGeom>
              <a:avLst/>
              <a:gdLst/>
              <a:ahLst/>
              <a:cxnLst/>
              <a:rect l="l" t="t" r="r" b="b"/>
              <a:pathLst>
                <a:path w="3033" h="3791" extrusionOk="0">
                  <a:moveTo>
                    <a:pt x="1365" y="1"/>
                  </a:moveTo>
                  <a:lnTo>
                    <a:pt x="0" y="1971"/>
                  </a:lnTo>
                  <a:lnTo>
                    <a:pt x="152" y="2578"/>
                  </a:lnTo>
                  <a:lnTo>
                    <a:pt x="1365" y="3790"/>
                  </a:lnTo>
                  <a:lnTo>
                    <a:pt x="2123" y="3487"/>
                  </a:lnTo>
                  <a:lnTo>
                    <a:pt x="3032" y="1365"/>
                  </a:lnTo>
                  <a:lnTo>
                    <a:pt x="2881" y="910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0" name="Google Shape;47;p7">
              <a:extLst>
                <a:ext uri="{FF2B5EF4-FFF2-40B4-BE49-F238E27FC236}">
                  <a16:creationId xmlns:a16="http://schemas.microsoft.com/office/drawing/2014/main" id="{C59AA1A9-6605-0B56-CA42-1F2D12D09C3B}"/>
                </a:ext>
              </a:extLst>
            </p:cNvPr>
            <p:cNvSpPr/>
            <p:nvPr/>
          </p:nvSpPr>
          <p:spPr>
            <a:xfrm>
              <a:off x="5749781" y="20178690"/>
              <a:ext cx="153412" cy="179041"/>
            </a:xfrm>
            <a:custGeom>
              <a:avLst/>
              <a:gdLst/>
              <a:ahLst/>
              <a:cxnLst/>
              <a:rect l="l" t="t" r="r" b="b"/>
              <a:pathLst>
                <a:path w="7732" h="10915" extrusionOk="0">
                  <a:moveTo>
                    <a:pt x="910" y="0"/>
                  </a:moveTo>
                  <a:lnTo>
                    <a:pt x="303" y="455"/>
                  </a:lnTo>
                  <a:lnTo>
                    <a:pt x="0" y="3487"/>
                  </a:lnTo>
                  <a:lnTo>
                    <a:pt x="152" y="3790"/>
                  </a:lnTo>
                  <a:lnTo>
                    <a:pt x="1819" y="5761"/>
                  </a:lnTo>
                  <a:lnTo>
                    <a:pt x="1213" y="5912"/>
                  </a:lnTo>
                  <a:lnTo>
                    <a:pt x="1061" y="6822"/>
                  </a:lnTo>
                  <a:lnTo>
                    <a:pt x="1213" y="7125"/>
                  </a:lnTo>
                  <a:lnTo>
                    <a:pt x="1971" y="8035"/>
                  </a:lnTo>
                  <a:lnTo>
                    <a:pt x="2426" y="7883"/>
                  </a:lnTo>
                  <a:lnTo>
                    <a:pt x="2274" y="8186"/>
                  </a:lnTo>
                  <a:lnTo>
                    <a:pt x="2426" y="8793"/>
                  </a:lnTo>
                  <a:lnTo>
                    <a:pt x="3184" y="9247"/>
                  </a:lnTo>
                  <a:lnTo>
                    <a:pt x="3638" y="9247"/>
                  </a:lnTo>
                  <a:lnTo>
                    <a:pt x="3184" y="9702"/>
                  </a:lnTo>
                  <a:lnTo>
                    <a:pt x="3184" y="10157"/>
                  </a:lnTo>
                  <a:lnTo>
                    <a:pt x="3790" y="10915"/>
                  </a:lnTo>
                  <a:lnTo>
                    <a:pt x="4548" y="10915"/>
                  </a:lnTo>
                  <a:lnTo>
                    <a:pt x="5003" y="10309"/>
                  </a:lnTo>
                  <a:lnTo>
                    <a:pt x="5003" y="10157"/>
                  </a:lnTo>
                  <a:lnTo>
                    <a:pt x="5761" y="10157"/>
                  </a:lnTo>
                  <a:lnTo>
                    <a:pt x="6216" y="9551"/>
                  </a:lnTo>
                  <a:lnTo>
                    <a:pt x="6216" y="9096"/>
                  </a:lnTo>
                  <a:lnTo>
                    <a:pt x="6216" y="8944"/>
                  </a:lnTo>
                  <a:lnTo>
                    <a:pt x="7428" y="8944"/>
                  </a:lnTo>
                  <a:lnTo>
                    <a:pt x="7731" y="8186"/>
                  </a:lnTo>
                  <a:lnTo>
                    <a:pt x="6822" y="6670"/>
                  </a:lnTo>
                  <a:lnTo>
                    <a:pt x="6216" y="6367"/>
                  </a:lnTo>
                  <a:lnTo>
                    <a:pt x="5154" y="6822"/>
                  </a:lnTo>
                  <a:lnTo>
                    <a:pt x="5003" y="7428"/>
                  </a:lnTo>
                  <a:lnTo>
                    <a:pt x="5306" y="7883"/>
                  </a:lnTo>
                  <a:lnTo>
                    <a:pt x="5154" y="7883"/>
                  </a:lnTo>
                  <a:lnTo>
                    <a:pt x="4396" y="8338"/>
                  </a:lnTo>
                  <a:lnTo>
                    <a:pt x="4245" y="8944"/>
                  </a:lnTo>
                  <a:lnTo>
                    <a:pt x="3942" y="8944"/>
                  </a:lnTo>
                  <a:lnTo>
                    <a:pt x="4548" y="8035"/>
                  </a:lnTo>
                  <a:lnTo>
                    <a:pt x="4245" y="7277"/>
                  </a:lnTo>
                  <a:lnTo>
                    <a:pt x="3184" y="7125"/>
                  </a:lnTo>
                  <a:lnTo>
                    <a:pt x="3032" y="7277"/>
                  </a:lnTo>
                  <a:lnTo>
                    <a:pt x="3032" y="6670"/>
                  </a:lnTo>
                  <a:lnTo>
                    <a:pt x="2729" y="6367"/>
                  </a:lnTo>
                  <a:lnTo>
                    <a:pt x="4851" y="6670"/>
                  </a:lnTo>
                  <a:lnTo>
                    <a:pt x="5306" y="6367"/>
                  </a:lnTo>
                  <a:lnTo>
                    <a:pt x="5609" y="5306"/>
                  </a:lnTo>
                  <a:lnTo>
                    <a:pt x="5154" y="4851"/>
                  </a:lnTo>
                  <a:lnTo>
                    <a:pt x="3184" y="4548"/>
                  </a:lnTo>
                  <a:lnTo>
                    <a:pt x="2729" y="3942"/>
                  </a:lnTo>
                  <a:lnTo>
                    <a:pt x="3487" y="2426"/>
                  </a:lnTo>
                  <a:lnTo>
                    <a:pt x="3487" y="2123"/>
                  </a:lnTo>
                  <a:lnTo>
                    <a:pt x="2729" y="304"/>
                  </a:lnTo>
                  <a:lnTo>
                    <a:pt x="227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1" name="Google Shape;48;p7">
              <a:extLst>
                <a:ext uri="{FF2B5EF4-FFF2-40B4-BE49-F238E27FC236}">
                  <a16:creationId xmlns:a16="http://schemas.microsoft.com/office/drawing/2014/main" id="{4E310346-CD9F-0ADE-83B4-D116901DF219}"/>
                </a:ext>
              </a:extLst>
            </p:cNvPr>
            <p:cNvSpPr/>
            <p:nvPr/>
          </p:nvSpPr>
          <p:spPr>
            <a:xfrm>
              <a:off x="2302889" y="21424468"/>
              <a:ext cx="120337" cy="52228"/>
            </a:xfrm>
            <a:custGeom>
              <a:avLst/>
              <a:gdLst/>
              <a:ahLst/>
              <a:cxnLst/>
              <a:rect l="l" t="t" r="r" b="b"/>
              <a:pathLst>
                <a:path w="6065" h="3184" extrusionOk="0">
                  <a:moveTo>
                    <a:pt x="1668" y="1"/>
                  </a:moveTo>
                  <a:lnTo>
                    <a:pt x="1062" y="152"/>
                  </a:lnTo>
                  <a:lnTo>
                    <a:pt x="0" y="1062"/>
                  </a:lnTo>
                  <a:lnTo>
                    <a:pt x="0" y="1668"/>
                  </a:lnTo>
                  <a:lnTo>
                    <a:pt x="1365" y="2881"/>
                  </a:lnTo>
                  <a:lnTo>
                    <a:pt x="1668" y="3032"/>
                  </a:lnTo>
                  <a:lnTo>
                    <a:pt x="5761" y="3184"/>
                  </a:lnTo>
                  <a:lnTo>
                    <a:pt x="6064" y="2274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2" name="Google Shape;49;p7">
              <a:extLst>
                <a:ext uri="{FF2B5EF4-FFF2-40B4-BE49-F238E27FC236}">
                  <a16:creationId xmlns:a16="http://schemas.microsoft.com/office/drawing/2014/main" id="{300EDB39-D5C8-070E-B838-2BABD37F303A}"/>
                </a:ext>
              </a:extLst>
            </p:cNvPr>
            <p:cNvSpPr/>
            <p:nvPr/>
          </p:nvSpPr>
          <p:spPr>
            <a:xfrm>
              <a:off x="1848725" y="20091655"/>
              <a:ext cx="183491" cy="74618"/>
            </a:xfrm>
            <a:custGeom>
              <a:avLst/>
              <a:gdLst/>
              <a:ahLst/>
              <a:cxnLst/>
              <a:rect l="l" t="t" r="r" b="b"/>
              <a:pathLst>
                <a:path w="9248" h="4549" extrusionOk="0">
                  <a:moveTo>
                    <a:pt x="1364" y="1"/>
                  </a:moveTo>
                  <a:lnTo>
                    <a:pt x="1061" y="152"/>
                  </a:lnTo>
                  <a:lnTo>
                    <a:pt x="0" y="1062"/>
                  </a:lnTo>
                  <a:lnTo>
                    <a:pt x="303" y="1820"/>
                  </a:lnTo>
                  <a:lnTo>
                    <a:pt x="3184" y="1820"/>
                  </a:lnTo>
                  <a:lnTo>
                    <a:pt x="5003" y="3032"/>
                  </a:lnTo>
                  <a:lnTo>
                    <a:pt x="4396" y="3790"/>
                  </a:lnTo>
                  <a:lnTo>
                    <a:pt x="4851" y="4548"/>
                  </a:lnTo>
                  <a:lnTo>
                    <a:pt x="8944" y="4548"/>
                  </a:lnTo>
                  <a:lnTo>
                    <a:pt x="9247" y="3639"/>
                  </a:lnTo>
                  <a:lnTo>
                    <a:pt x="424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3" name="Google Shape;50;p7">
              <a:extLst>
                <a:ext uri="{FF2B5EF4-FFF2-40B4-BE49-F238E27FC236}">
                  <a16:creationId xmlns:a16="http://schemas.microsoft.com/office/drawing/2014/main" id="{150B36D3-207B-4D62-6CFE-5C64B38AEB67}"/>
                </a:ext>
              </a:extLst>
            </p:cNvPr>
            <p:cNvSpPr/>
            <p:nvPr/>
          </p:nvSpPr>
          <p:spPr>
            <a:xfrm>
              <a:off x="2017156" y="20153823"/>
              <a:ext cx="120317" cy="39794"/>
            </a:xfrm>
            <a:custGeom>
              <a:avLst/>
              <a:gdLst/>
              <a:ahLst/>
              <a:cxnLst/>
              <a:rect l="l" t="t" r="r" b="b"/>
              <a:pathLst>
                <a:path w="6064" h="2426" extrusionOk="0">
                  <a:moveTo>
                    <a:pt x="910" y="0"/>
                  </a:moveTo>
                  <a:lnTo>
                    <a:pt x="607" y="758"/>
                  </a:lnTo>
                  <a:lnTo>
                    <a:pt x="607" y="910"/>
                  </a:lnTo>
                  <a:lnTo>
                    <a:pt x="455" y="910"/>
                  </a:lnTo>
                  <a:lnTo>
                    <a:pt x="0" y="1365"/>
                  </a:lnTo>
                  <a:lnTo>
                    <a:pt x="0" y="1668"/>
                  </a:lnTo>
                  <a:lnTo>
                    <a:pt x="455" y="2123"/>
                  </a:lnTo>
                  <a:lnTo>
                    <a:pt x="2426" y="2123"/>
                  </a:lnTo>
                  <a:lnTo>
                    <a:pt x="3032" y="2426"/>
                  </a:lnTo>
                  <a:lnTo>
                    <a:pt x="3942" y="1820"/>
                  </a:lnTo>
                  <a:lnTo>
                    <a:pt x="5306" y="1820"/>
                  </a:lnTo>
                  <a:lnTo>
                    <a:pt x="5761" y="1668"/>
                  </a:lnTo>
                  <a:lnTo>
                    <a:pt x="6064" y="1062"/>
                  </a:lnTo>
                  <a:lnTo>
                    <a:pt x="5761" y="304"/>
                  </a:lnTo>
                  <a:lnTo>
                    <a:pt x="288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4" name="Google Shape;51;p7">
              <a:extLst>
                <a:ext uri="{FF2B5EF4-FFF2-40B4-BE49-F238E27FC236}">
                  <a16:creationId xmlns:a16="http://schemas.microsoft.com/office/drawing/2014/main" id="{AD133D5D-9B64-FFD5-6BC2-ABA3D4778D51}"/>
                </a:ext>
              </a:extLst>
            </p:cNvPr>
            <p:cNvSpPr/>
            <p:nvPr/>
          </p:nvSpPr>
          <p:spPr>
            <a:xfrm>
              <a:off x="1929935" y="20168733"/>
              <a:ext cx="66190" cy="34841"/>
            </a:xfrm>
            <a:custGeom>
              <a:avLst/>
              <a:gdLst/>
              <a:ahLst/>
              <a:cxnLst/>
              <a:rect l="l" t="t" r="r" b="b"/>
              <a:pathLst>
                <a:path w="3336" h="2124" extrusionOk="0">
                  <a:moveTo>
                    <a:pt x="455" y="1"/>
                  </a:moveTo>
                  <a:lnTo>
                    <a:pt x="0" y="456"/>
                  </a:lnTo>
                  <a:lnTo>
                    <a:pt x="0" y="1214"/>
                  </a:lnTo>
                  <a:lnTo>
                    <a:pt x="152" y="1517"/>
                  </a:lnTo>
                  <a:lnTo>
                    <a:pt x="758" y="2123"/>
                  </a:lnTo>
                  <a:lnTo>
                    <a:pt x="2880" y="2123"/>
                  </a:lnTo>
                  <a:lnTo>
                    <a:pt x="3335" y="1668"/>
                  </a:lnTo>
                  <a:lnTo>
                    <a:pt x="3335" y="1062"/>
                  </a:lnTo>
                  <a:lnTo>
                    <a:pt x="3183" y="759"/>
                  </a:lnTo>
                  <a:lnTo>
                    <a:pt x="2577" y="153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5" name="Google Shape;52;p7">
              <a:extLst>
                <a:ext uri="{FF2B5EF4-FFF2-40B4-BE49-F238E27FC236}">
                  <a16:creationId xmlns:a16="http://schemas.microsoft.com/office/drawing/2014/main" id="{56ADA4FE-FB51-FF90-B94B-00C2772AA13F}"/>
                </a:ext>
              </a:extLst>
            </p:cNvPr>
            <p:cNvSpPr/>
            <p:nvPr/>
          </p:nvSpPr>
          <p:spPr>
            <a:xfrm>
              <a:off x="2143485" y="20173720"/>
              <a:ext cx="42123" cy="24884"/>
            </a:xfrm>
            <a:custGeom>
              <a:avLst/>
              <a:gdLst/>
              <a:ahLst/>
              <a:cxnLst/>
              <a:rect l="l" t="t" r="r" b="b"/>
              <a:pathLst>
                <a:path w="2123" h="1517" extrusionOk="0">
                  <a:moveTo>
                    <a:pt x="758" y="0"/>
                  </a:moveTo>
                  <a:lnTo>
                    <a:pt x="303" y="152"/>
                  </a:lnTo>
                  <a:lnTo>
                    <a:pt x="0" y="758"/>
                  </a:lnTo>
                  <a:lnTo>
                    <a:pt x="455" y="1516"/>
                  </a:lnTo>
                  <a:lnTo>
                    <a:pt x="1364" y="1516"/>
                  </a:lnTo>
                  <a:lnTo>
                    <a:pt x="1819" y="1213"/>
                  </a:lnTo>
                  <a:lnTo>
                    <a:pt x="2122" y="607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6" name="Google Shape;53;p7">
              <a:extLst>
                <a:ext uri="{FF2B5EF4-FFF2-40B4-BE49-F238E27FC236}">
                  <a16:creationId xmlns:a16="http://schemas.microsoft.com/office/drawing/2014/main" id="{BE42D87A-DDE4-3657-4D21-18EB503CE8C7}"/>
                </a:ext>
              </a:extLst>
            </p:cNvPr>
            <p:cNvSpPr/>
            <p:nvPr/>
          </p:nvSpPr>
          <p:spPr>
            <a:xfrm>
              <a:off x="892260" y="19134328"/>
              <a:ext cx="1894893" cy="2292650"/>
            </a:xfrm>
            <a:custGeom>
              <a:avLst/>
              <a:gdLst/>
              <a:ahLst/>
              <a:cxnLst/>
              <a:rect l="l" t="t" r="r" b="b"/>
              <a:pathLst>
                <a:path w="95503" h="139768" extrusionOk="0">
                  <a:moveTo>
                    <a:pt x="67458" y="15311"/>
                  </a:moveTo>
                  <a:lnTo>
                    <a:pt x="65791" y="16523"/>
                  </a:lnTo>
                  <a:lnTo>
                    <a:pt x="65791" y="16523"/>
                  </a:lnTo>
                  <a:lnTo>
                    <a:pt x="66094" y="16069"/>
                  </a:lnTo>
                  <a:lnTo>
                    <a:pt x="65639" y="15462"/>
                  </a:lnTo>
                  <a:lnTo>
                    <a:pt x="67458" y="15311"/>
                  </a:lnTo>
                  <a:close/>
                  <a:moveTo>
                    <a:pt x="23951" y="30621"/>
                  </a:moveTo>
                  <a:lnTo>
                    <a:pt x="24255" y="30773"/>
                  </a:lnTo>
                  <a:lnTo>
                    <a:pt x="24255" y="31531"/>
                  </a:lnTo>
                  <a:lnTo>
                    <a:pt x="24103" y="31683"/>
                  </a:lnTo>
                  <a:lnTo>
                    <a:pt x="24103" y="30925"/>
                  </a:lnTo>
                  <a:lnTo>
                    <a:pt x="23951" y="30621"/>
                  </a:lnTo>
                  <a:close/>
                  <a:moveTo>
                    <a:pt x="55331" y="32441"/>
                  </a:moveTo>
                  <a:lnTo>
                    <a:pt x="55634" y="33653"/>
                  </a:lnTo>
                  <a:lnTo>
                    <a:pt x="53967" y="33653"/>
                  </a:lnTo>
                  <a:lnTo>
                    <a:pt x="53209" y="33198"/>
                  </a:lnTo>
                  <a:lnTo>
                    <a:pt x="52754" y="33198"/>
                  </a:lnTo>
                  <a:lnTo>
                    <a:pt x="51693" y="33653"/>
                  </a:lnTo>
                  <a:lnTo>
                    <a:pt x="51086" y="33653"/>
                  </a:lnTo>
                  <a:lnTo>
                    <a:pt x="51390" y="33350"/>
                  </a:lnTo>
                  <a:lnTo>
                    <a:pt x="55331" y="32441"/>
                  </a:lnTo>
                  <a:close/>
                  <a:moveTo>
                    <a:pt x="56392" y="34563"/>
                  </a:moveTo>
                  <a:lnTo>
                    <a:pt x="56847" y="35018"/>
                  </a:lnTo>
                  <a:lnTo>
                    <a:pt x="57150" y="35169"/>
                  </a:lnTo>
                  <a:lnTo>
                    <a:pt x="58514" y="35018"/>
                  </a:lnTo>
                  <a:lnTo>
                    <a:pt x="58818" y="36079"/>
                  </a:lnTo>
                  <a:lnTo>
                    <a:pt x="58211" y="36079"/>
                  </a:lnTo>
                  <a:lnTo>
                    <a:pt x="56998" y="36988"/>
                  </a:lnTo>
                  <a:lnTo>
                    <a:pt x="56392" y="37140"/>
                  </a:lnTo>
                  <a:lnTo>
                    <a:pt x="56695" y="35472"/>
                  </a:lnTo>
                  <a:lnTo>
                    <a:pt x="56240" y="34866"/>
                  </a:lnTo>
                  <a:lnTo>
                    <a:pt x="56392" y="34563"/>
                  </a:lnTo>
                  <a:close/>
                  <a:moveTo>
                    <a:pt x="53967" y="35624"/>
                  </a:moveTo>
                  <a:lnTo>
                    <a:pt x="53663" y="35776"/>
                  </a:lnTo>
                  <a:lnTo>
                    <a:pt x="53663" y="35927"/>
                  </a:lnTo>
                  <a:lnTo>
                    <a:pt x="51541" y="38959"/>
                  </a:lnTo>
                  <a:lnTo>
                    <a:pt x="51390" y="38959"/>
                  </a:lnTo>
                  <a:lnTo>
                    <a:pt x="53209" y="35776"/>
                  </a:lnTo>
                  <a:lnTo>
                    <a:pt x="53967" y="35624"/>
                  </a:lnTo>
                  <a:close/>
                  <a:moveTo>
                    <a:pt x="57302" y="38807"/>
                  </a:moveTo>
                  <a:lnTo>
                    <a:pt x="57150" y="38959"/>
                  </a:lnTo>
                  <a:lnTo>
                    <a:pt x="56847" y="38959"/>
                  </a:lnTo>
                  <a:lnTo>
                    <a:pt x="56998" y="38807"/>
                  </a:lnTo>
                  <a:close/>
                  <a:moveTo>
                    <a:pt x="94442" y="0"/>
                  </a:moveTo>
                  <a:lnTo>
                    <a:pt x="80495" y="1061"/>
                  </a:lnTo>
                  <a:lnTo>
                    <a:pt x="80040" y="1516"/>
                  </a:lnTo>
                  <a:lnTo>
                    <a:pt x="80040" y="2122"/>
                  </a:lnTo>
                  <a:lnTo>
                    <a:pt x="80495" y="2577"/>
                  </a:lnTo>
                  <a:lnTo>
                    <a:pt x="79586" y="2577"/>
                  </a:lnTo>
                  <a:lnTo>
                    <a:pt x="79282" y="3335"/>
                  </a:lnTo>
                  <a:lnTo>
                    <a:pt x="79434" y="3638"/>
                  </a:lnTo>
                  <a:lnTo>
                    <a:pt x="79434" y="3638"/>
                  </a:lnTo>
                  <a:lnTo>
                    <a:pt x="78221" y="3335"/>
                  </a:lnTo>
                  <a:lnTo>
                    <a:pt x="77766" y="4093"/>
                  </a:lnTo>
                  <a:lnTo>
                    <a:pt x="78070" y="4548"/>
                  </a:lnTo>
                  <a:lnTo>
                    <a:pt x="75341" y="4548"/>
                  </a:lnTo>
                  <a:lnTo>
                    <a:pt x="75038" y="5306"/>
                  </a:lnTo>
                  <a:lnTo>
                    <a:pt x="75493" y="5760"/>
                  </a:lnTo>
                  <a:lnTo>
                    <a:pt x="74583" y="5760"/>
                  </a:lnTo>
                  <a:lnTo>
                    <a:pt x="72916" y="5003"/>
                  </a:lnTo>
                  <a:lnTo>
                    <a:pt x="72461" y="5154"/>
                  </a:lnTo>
                  <a:lnTo>
                    <a:pt x="70793" y="6518"/>
                  </a:lnTo>
                  <a:lnTo>
                    <a:pt x="71096" y="7276"/>
                  </a:lnTo>
                  <a:lnTo>
                    <a:pt x="74735" y="7580"/>
                  </a:lnTo>
                  <a:lnTo>
                    <a:pt x="74583" y="7731"/>
                  </a:lnTo>
                  <a:lnTo>
                    <a:pt x="73522" y="8489"/>
                  </a:lnTo>
                  <a:lnTo>
                    <a:pt x="73522" y="8489"/>
                  </a:lnTo>
                  <a:lnTo>
                    <a:pt x="73673" y="8186"/>
                  </a:lnTo>
                  <a:lnTo>
                    <a:pt x="73370" y="7580"/>
                  </a:lnTo>
                  <a:lnTo>
                    <a:pt x="72158" y="7580"/>
                  </a:lnTo>
                  <a:lnTo>
                    <a:pt x="71854" y="7731"/>
                  </a:lnTo>
                  <a:lnTo>
                    <a:pt x="68974" y="10763"/>
                  </a:lnTo>
                  <a:lnTo>
                    <a:pt x="69277" y="11521"/>
                  </a:lnTo>
                  <a:lnTo>
                    <a:pt x="70490" y="11369"/>
                  </a:lnTo>
                  <a:lnTo>
                    <a:pt x="70490" y="11369"/>
                  </a:lnTo>
                  <a:lnTo>
                    <a:pt x="68368" y="12734"/>
                  </a:lnTo>
                  <a:lnTo>
                    <a:pt x="68519" y="12127"/>
                  </a:lnTo>
                  <a:lnTo>
                    <a:pt x="68216" y="11673"/>
                  </a:lnTo>
                  <a:lnTo>
                    <a:pt x="67155" y="11521"/>
                  </a:lnTo>
                  <a:lnTo>
                    <a:pt x="66852" y="9853"/>
                  </a:lnTo>
                  <a:lnTo>
                    <a:pt x="66245" y="9399"/>
                  </a:lnTo>
                  <a:lnTo>
                    <a:pt x="65791" y="9702"/>
                  </a:lnTo>
                  <a:lnTo>
                    <a:pt x="65942" y="9399"/>
                  </a:lnTo>
                  <a:lnTo>
                    <a:pt x="66245" y="8792"/>
                  </a:lnTo>
                  <a:lnTo>
                    <a:pt x="66397" y="9399"/>
                  </a:lnTo>
                  <a:lnTo>
                    <a:pt x="67003" y="9702"/>
                  </a:lnTo>
                  <a:lnTo>
                    <a:pt x="70035" y="8944"/>
                  </a:lnTo>
                  <a:lnTo>
                    <a:pt x="70338" y="8186"/>
                  </a:lnTo>
                  <a:lnTo>
                    <a:pt x="69732" y="7428"/>
                  </a:lnTo>
                  <a:lnTo>
                    <a:pt x="69277" y="7276"/>
                  </a:lnTo>
                  <a:lnTo>
                    <a:pt x="66549" y="7883"/>
                  </a:lnTo>
                  <a:lnTo>
                    <a:pt x="65942" y="7276"/>
                  </a:lnTo>
                  <a:lnTo>
                    <a:pt x="62001" y="8489"/>
                  </a:lnTo>
                  <a:lnTo>
                    <a:pt x="61849" y="9247"/>
                  </a:lnTo>
                  <a:lnTo>
                    <a:pt x="62910" y="10308"/>
                  </a:lnTo>
                  <a:lnTo>
                    <a:pt x="63365" y="10460"/>
                  </a:lnTo>
                  <a:lnTo>
                    <a:pt x="65336" y="9853"/>
                  </a:lnTo>
                  <a:lnTo>
                    <a:pt x="65336" y="9853"/>
                  </a:lnTo>
                  <a:lnTo>
                    <a:pt x="63668" y="10460"/>
                  </a:lnTo>
                  <a:lnTo>
                    <a:pt x="63517" y="11066"/>
                  </a:lnTo>
                  <a:lnTo>
                    <a:pt x="63972" y="11976"/>
                  </a:lnTo>
                  <a:lnTo>
                    <a:pt x="61243" y="13340"/>
                  </a:lnTo>
                  <a:lnTo>
                    <a:pt x="55634" y="12279"/>
                  </a:lnTo>
                  <a:lnTo>
                    <a:pt x="55331" y="12279"/>
                  </a:lnTo>
                  <a:lnTo>
                    <a:pt x="52602" y="13643"/>
                  </a:lnTo>
                  <a:lnTo>
                    <a:pt x="45326" y="10763"/>
                  </a:lnTo>
                  <a:lnTo>
                    <a:pt x="45174" y="10763"/>
                  </a:lnTo>
                  <a:lnTo>
                    <a:pt x="31379" y="11066"/>
                  </a:lnTo>
                  <a:lnTo>
                    <a:pt x="29257" y="10157"/>
                  </a:lnTo>
                  <a:lnTo>
                    <a:pt x="17433" y="10157"/>
                  </a:lnTo>
                  <a:lnTo>
                    <a:pt x="17281" y="10308"/>
                  </a:lnTo>
                  <a:lnTo>
                    <a:pt x="12582" y="12127"/>
                  </a:lnTo>
                  <a:lnTo>
                    <a:pt x="12279" y="12582"/>
                  </a:lnTo>
                  <a:lnTo>
                    <a:pt x="12279" y="14250"/>
                  </a:lnTo>
                  <a:lnTo>
                    <a:pt x="7428" y="14098"/>
                  </a:lnTo>
                  <a:lnTo>
                    <a:pt x="7125" y="14250"/>
                  </a:lnTo>
                  <a:lnTo>
                    <a:pt x="6064" y="15765"/>
                  </a:lnTo>
                  <a:lnTo>
                    <a:pt x="6518" y="16372"/>
                  </a:lnTo>
                  <a:lnTo>
                    <a:pt x="8186" y="16372"/>
                  </a:lnTo>
                  <a:lnTo>
                    <a:pt x="5003" y="17585"/>
                  </a:lnTo>
                  <a:lnTo>
                    <a:pt x="4851" y="17736"/>
                  </a:lnTo>
                  <a:lnTo>
                    <a:pt x="2122" y="21374"/>
                  </a:lnTo>
                  <a:lnTo>
                    <a:pt x="2425" y="22132"/>
                  </a:lnTo>
                  <a:lnTo>
                    <a:pt x="3183" y="22132"/>
                  </a:lnTo>
                  <a:lnTo>
                    <a:pt x="0" y="24255"/>
                  </a:lnTo>
                  <a:lnTo>
                    <a:pt x="152" y="25164"/>
                  </a:lnTo>
                  <a:lnTo>
                    <a:pt x="1819" y="25316"/>
                  </a:lnTo>
                  <a:lnTo>
                    <a:pt x="2122" y="25164"/>
                  </a:lnTo>
                  <a:lnTo>
                    <a:pt x="10763" y="21071"/>
                  </a:lnTo>
                  <a:lnTo>
                    <a:pt x="20465" y="20768"/>
                  </a:lnTo>
                  <a:lnTo>
                    <a:pt x="23194" y="23497"/>
                  </a:lnTo>
                  <a:lnTo>
                    <a:pt x="22132" y="28651"/>
                  </a:lnTo>
                  <a:lnTo>
                    <a:pt x="22284" y="29106"/>
                  </a:lnTo>
                  <a:lnTo>
                    <a:pt x="23648" y="30318"/>
                  </a:lnTo>
                  <a:lnTo>
                    <a:pt x="22284" y="29257"/>
                  </a:lnTo>
                  <a:lnTo>
                    <a:pt x="21829" y="29257"/>
                  </a:lnTo>
                  <a:lnTo>
                    <a:pt x="21071" y="29863"/>
                  </a:lnTo>
                  <a:lnTo>
                    <a:pt x="21071" y="30470"/>
                  </a:lnTo>
                  <a:lnTo>
                    <a:pt x="22132" y="31986"/>
                  </a:lnTo>
                  <a:lnTo>
                    <a:pt x="22436" y="32137"/>
                  </a:lnTo>
                  <a:lnTo>
                    <a:pt x="23648" y="32137"/>
                  </a:lnTo>
                  <a:lnTo>
                    <a:pt x="23800" y="31986"/>
                  </a:lnTo>
                  <a:lnTo>
                    <a:pt x="16675" y="39565"/>
                  </a:lnTo>
                  <a:lnTo>
                    <a:pt x="16523" y="39869"/>
                  </a:lnTo>
                  <a:lnTo>
                    <a:pt x="16523" y="46084"/>
                  </a:lnTo>
                  <a:lnTo>
                    <a:pt x="16675" y="46387"/>
                  </a:lnTo>
                  <a:lnTo>
                    <a:pt x="19404" y="49116"/>
                  </a:lnTo>
                  <a:lnTo>
                    <a:pt x="19707" y="53512"/>
                  </a:lnTo>
                  <a:lnTo>
                    <a:pt x="19858" y="53663"/>
                  </a:lnTo>
                  <a:lnTo>
                    <a:pt x="22890" y="59424"/>
                  </a:lnTo>
                  <a:lnTo>
                    <a:pt x="23497" y="59575"/>
                  </a:lnTo>
                  <a:lnTo>
                    <a:pt x="24709" y="58514"/>
                  </a:lnTo>
                  <a:lnTo>
                    <a:pt x="24861" y="58059"/>
                  </a:lnTo>
                  <a:lnTo>
                    <a:pt x="22587" y="53057"/>
                  </a:lnTo>
                  <a:lnTo>
                    <a:pt x="22587" y="50631"/>
                  </a:lnTo>
                  <a:lnTo>
                    <a:pt x="23042" y="50631"/>
                  </a:lnTo>
                  <a:lnTo>
                    <a:pt x="23194" y="52905"/>
                  </a:lnTo>
                  <a:lnTo>
                    <a:pt x="23194" y="53057"/>
                  </a:lnTo>
                  <a:lnTo>
                    <a:pt x="27741" y="63820"/>
                  </a:lnTo>
                  <a:lnTo>
                    <a:pt x="27893" y="63972"/>
                  </a:lnTo>
                  <a:lnTo>
                    <a:pt x="35321" y="67155"/>
                  </a:lnTo>
                  <a:lnTo>
                    <a:pt x="35624" y="67155"/>
                  </a:lnTo>
                  <a:lnTo>
                    <a:pt x="37292" y="66700"/>
                  </a:lnTo>
                  <a:lnTo>
                    <a:pt x="38656" y="68216"/>
                  </a:lnTo>
                  <a:lnTo>
                    <a:pt x="38807" y="68216"/>
                  </a:lnTo>
                  <a:lnTo>
                    <a:pt x="41233" y="69429"/>
                  </a:lnTo>
                  <a:lnTo>
                    <a:pt x="43204" y="70338"/>
                  </a:lnTo>
                  <a:lnTo>
                    <a:pt x="44719" y="72309"/>
                  </a:lnTo>
                  <a:lnTo>
                    <a:pt x="46539" y="74735"/>
                  </a:lnTo>
                  <a:lnTo>
                    <a:pt x="46690" y="74886"/>
                  </a:lnTo>
                  <a:lnTo>
                    <a:pt x="49874" y="76099"/>
                  </a:lnTo>
                  <a:lnTo>
                    <a:pt x="50480" y="75796"/>
                  </a:lnTo>
                  <a:lnTo>
                    <a:pt x="50935" y="75189"/>
                  </a:lnTo>
                  <a:lnTo>
                    <a:pt x="51844" y="75189"/>
                  </a:lnTo>
                  <a:lnTo>
                    <a:pt x="52602" y="77766"/>
                  </a:lnTo>
                  <a:lnTo>
                    <a:pt x="52299" y="80343"/>
                  </a:lnTo>
                  <a:lnTo>
                    <a:pt x="51086" y="81859"/>
                  </a:lnTo>
                  <a:lnTo>
                    <a:pt x="49267" y="84133"/>
                  </a:lnTo>
                  <a:lnTo>
                    <a:pt x="49116" y="84436"/>
                  </a:lnTo>
                  <a:lnTo>
                    <a:pt x="48812" y="89136"/>
                  </a:lnTo>
                  <a:lnTo>
                    <a:pt x="48812" y="89439"/>
                  </a:lnTo>
                  <a:lnTo>
                    <a:pt x="55482" y="100505"/>
                  </a:lnTo>
                  <a:lnTo>
                    <a:pt x="55482" y="100657"/>
                  </a:lnTo>
                  <a:lnTo>
                    <a:pt x="61091" y="104295"/>
                  </a:lnTo>
                  <a:lnTo>
                    <a:pt x="62001" y="127337"/>
                  </a:lnTo>
                  <a:lnTo>
                    <a:pt x="62153" y="127640"/>
                  </a:lnTo>
                  <a:lnTo>
                    <a:pt x="64426" y="129611"/>
                  </a:lnTo>
                  <a:lnTo>
                    <a:pt x="64578" y="133552"/>
                  </a:lnTo>
                  <a:lnTo>
                    <a:pt x="64730" y="133704"/>
                  </a:lnTo>
                  <a:lnTo>
                    <a:pt x="68974" y="139312"/>
                  </a:lnTo>
                  <a:lnTo>
                    <a:pt x="69277" y="139616"/>
                  </a:lnTo>
                  <a:lnTo>
                    <a:pt x="70793" y="139767"/>
                  </a:lnTo>
                  <a:lnTo>
                    <a:pt x="71854" y="139767"/>
                  </a:lnTo>
                  <a:lnTo>
                    <a:pt x="72309" y="139312"/>
                  </a:lnTo>
                  <a:lnTo>
                    <a:pt x="71854" y="127488"/>
                  </a:lnTo>
                  <a:lnTo>
                    <a:pt x="78070" y="124760"/>
                  </a:lnTo>
                  <a:lnTo>
                    <a:pt x="78373" y="124002"/>
                  </a:lnTo>
                  <a:lnTo>
                    <a:pt x="76251" y="121121"/>
                  </a:lnTo>
                  <a:lnTo>
                    <a:pt x="76251" y="121121"/>
                  </a:lnTo>
                  <a:lnTo>
                    <a:pt x="78373" y="121879"/>
                  </a:lnTo>
                  <a:lnTo>
                    <a:pt x="78979" y="121728"/>
                  </a:lnTo>
                  <a:lnTo>
                    <a:pt x="80344" y="119151"/>
                  </a:lnTo>
                  <a:lnTo>
                    <a:pt x="83224" y="114148"/>
                  </a:lnTo>
                  <a:lnTo>
                    <a:pt x="83375" y="113997"/>
                  </a:lnTo>
                  <a:lnTo>
                    <a:pt x="83982" y="109752"/>
                  </a:lnTo>
                  <a:lnTo>
                    <a:pt x="90803" y="106720"/>
                  </a:lnTo>
                  <a:lnTo>
                    <a:pt x="91107" y="106417"/>
                  </a:lnTo>
                  <a:lnTo>
                    <a:pt x="92319" y="96715"/>
                  </a:lnTo>
                  <a:lnTo>
                    <a:pt x="95351" y="92925"/>
                  </a:lnTo>
                  <a:lnTo>
                    <a:pt x="95503" y="92622"/>
                  </a:lnTo>
                  <a:lnTo>
                    <a:pt x="95503" y="90197"/>
                  </a:lnTo>
                  <a:lnTo>
                    <a:pt x="95199" y="89742"/>
                  </a:lnTo>
                  <a:lnTo>
                    <a:pt x="90197" y="86559"/>
                  </a:lnTo>
                  <a:lnTo>
                    <a:pt x="90045" y="86407"/>
                  </a:lnTo>
                  <a:lnTo>
                    <a:pt x="85649" y="86255"/>
                  </a:lnTo>
                  <a:lnTo>
                    <a:pt x="85649" y="85346"/>
                  </a:lnTo>
                  <a:lnTo>
                    <a:pt x="85346" y="84891"/>
                  </a:lnTo>
                  <a:lnTo>
                    <a:pt x="83224" y="83830"/>
                  </a:lnTo>
                  <a:lnTo>
                    <a:pt x="82769" y="83982"/>
                  </a:lnTo>
                  <a:lnTo>
                    <a:pt x="81556" y="84588"/>
                  </a:lnTo>
                  <a:lnTo>
                    <a:pt x="81859" y="83830"/>
                  </a:lnTo>
                  <a:lnTo>
                    <a:pt x="81708" y="83224"/>
                  </a:lnTo>
                  <a:lnTo>
                    <a:pt x="80192" y="82617"/>
                  </a:lnTo>
                  <a:lnTo>
                    <a:pt x="79737" y="82617"/>
                  </a:lnTo>
                  <a:lnTo>
                    <a:pt x="79737" y="82162"/>
                  </a:lnTo>
                  <a:lnTo>
                    <a:pt x="77615" y="77463"/>
                  </a:lnTo>
                  <a:lnTo>
                    <a:pt x="77312" y="77160"/>
                  </a:lnTo>
                  <a:lnTo>
                    <a:pt x="72916" y="76857"/>
                  </a:lnTo>
                  <a:lnTo>
                    <a:pt x="68823" y="73067"/>
                  </a:lnTo>
                  <a:lnTo>
                    <a:pt x="68671" y="72915"/>
                  </a:lnTo>
                  <a:lnTo>
                    <a:pt x="64730" y="72612"/>
                  </a:lnTo>
                  <a:lnTo>
                    <a:pt x="62607" y="71096"/>
                  </a:lnTo>
                  <a:lnTo>
                    <a:pt x="62456" y="70945"/>
                  </a:lnTo>
                  <a:lnTo>
                    <a:pt x="56240" y="70945"/>
                  </a:lnTo>
                  <a:lnTo>
                    <a:pt x="55786" y="71096"/>
                  </a:lnTo>
                  <a:lnTo>
                    <a:pt x="53815" y="73825"/>
                  </a:lnTo>
                  <a:lnTo>
                    <a:pt x="53360" y="73825"/>
                  </a:lnTo>
                  <a:lnTo>
                    <a:pt x="53057" y="73067"/>
                  </a:lnTo>
                  <a:lnTo>
                    <a:pt x="52602" y="72764"/>
                  </a:lnTo>
                  <a:lnTo>
                    <a:pt x="50177" y="73067"/>
                  </a:lnTo>
                  <a:lnTo>
                    <a:pt x="50025" y="73067"/>
                  </a:lnTo>
                  <a:lnTo>
                    <a:pt x="49419" y="73522"/>
                  </a:lnTo>
                  <a:lnTo>
                    <a:pt x="48206" y="72915"/>
                  </a:lnTo>
                  <a:lnTo>
                    <a:pt x="48206" y="72309"/>
                  </a:lnTo>
                  <a:lnTo>
                    <a:pt x="48055" y="66549"/>
                  </a:lnTo>
                  <a:lnTo>
                    <a:pt x="47751" y="66397"/>
                  </a:lnTo>
                  <a:lnTo>
                    <a:pt x="47600" y="66245"/>
                  </a:lnTo>
                  <a:lnTo>
                    <a:pt x="43507" y="66245"/>
                  </a:lnTo>
                  <a:lnTo>
                    <a:pt x="45023" y="63365"/>
                  </a:lnTo>
                  <a:lnTo>
                    <a:pt x="45174" y="63062"/>
                  </a:lnTo>
                  <a:lnTo>
                    <a:pt x="45174" y="61091"/>
                  </a:lnTo>
                  <a:lnTo>
                    <a:pt x="44719" y="60637"/>
                  </a:lnTo>
                  <a:lnTo>
                    <a:pt x="42597" y="60485"/>
                  </a:lnTo>
                  <a:lnTo>
                    <a:pt x="42294" y="60788"/>
                  </a:lnTo>
                  <a:lnTo>
                    <a:pt x="40778" y="63214"/>
                  </a:lnTo>
                  <a:lnTo>
                    <a:pt x="36685" y="63214"/>
                  </a:lnTo>
                  <a:lnTo>
                    <a:pt x="34714" y="58969"/>
                  </a:lnTo>
                  <a:lnTo>
                    <a:pt x="36382" y="56998"/>
                  </a:lnTo>
                  <a:lnTo>
                    <a:pt x="40627" y="51693"/>
                  </a:lnTo>
                  <a:lnTo>
                    <a:pt x="50177" y="51693"/>
                  </a:lnTo>
                  <a:lnTo>
                    <a:pt x="50783" y="56392"/>
                  </a:lnTo>
                  <a:lnTo>
                    <a:pt x="51238" y="56847"/>
                  </a:lnTo>
                  <a:lnTo>
                    <a:pt x="52754" y="56847"/>
                  </a:lnTo>
                  <a:lnTo>
                    <a:pt x="53209" y="56392"/>
                  </a:lnTo>
                  <a:lnTo>
                    <a:pt x="53360" y="50328"/>
                  </a:lnTo>
                  <a:lnTo>
                    <a:pt x="69581" y="36382"/>
                  </a:lnTo>
                  <a:lnTo>
                    <a:pt x="70490" y="36230"/>
                  </a:lnTo>
                  <a:lnTo>
                    <a:pt x="70642" y="36230"/>
                  </a:lnTo>
                  <a:lnTo>
                    <a:pt x="71096" y="36079"/>
                  </a:lnTo>
                  <a:lnTo>
                    <a:pt x="71096" y="36382"/>
                  </a:lnTo>
                  <a:lnTo>
                    <a:pt x="71248" y="37140"/>
                  </a:lnTo>
                  <a:lnTo>
                    <a:pt x="71854" y="37443"/>
                  </a:lnTo>
                  <a:lnTo>
                    <a:pt x="77463" y="35624"/>
                  </a:lnTo>
                  <a:lnTo>
                    <a:pt x="77312" y="34714"/>
                  </a:lnTo>
                  <a:lnTo>
                    <a:pt x="74735" y="34563"/>
                  </a:lnTo>
                  <a:lnTo>
                    <a:pt x="73825" y="33805"/>
                  </a:lnTo>
                  <a:lnTo>
                    <a:pt x="74886" y="32137"/>
                  </a:lnTo>
                  <a:lnTo>
                    <a:pt x="74886" y="31531"/>
                  </a:lnTo>
                  <a:lnTo>
                    <a:pt x="74280" y="30925"/>
                  </a:lnTo>
                  <a:lnTo>
                    <a:pt x="73673" y="30925"/>
                  </a:lnTo>
                  <a:lnTo>
                    <a:pt x="70490" y="32441"/>
                  </a:lnTo>
                  <a:lnTo>
                    <a:pt x="73825" y="30773"/>
                  </a:lnTo>
                  <a:lnTo>
                    <a:pt x="79737" y="30470"/>
                  </a:lnTo>
                  <a:lnTo>
                    <a:pt x="80040" y="30470"/>
                  </a:lnTo>
                  <a:lnTo>
                    <a:pt x="81859" y="29409"/>
                  </a:lnTo>
                  <a:lnTo>
                    <a:pt x="81859" y="29409"/>
                  </a:lnTo>
                  <a:lnTo>
                    <a:pt x="78676" y="32592"/>
                  </a:lnTo>
                  <a:lnTo>
                    <a:pt x="78979" y="33350"/>
                  </a:lnTo>
                  <a:lnTo>
                    <a:pt x="84740" y="33350"/>
                  </a:lnTo>
                  <a:lnTo>
                    <a:pt x="85194" y="32744"/>
                  </a:lnTo>
                  <a:lnTo>
                    <a:pt x="83982" y="30773"/>
                  </a:lnTo>
                  <a:lnTo>
                    <a:pt x="83679" y="30621"/>
                  </a:lnTo>
                  <a:lnTo>
                    <a:pt x="82921" y="30470"/>
                  </a:lnTo>
                  <a:lnTo>
                    <a:pt x="82921" y="29409"/>
                  </a:lnTo>
                  <a:lnTo>
                    <a:pt x="82314" y="29106"/>
                  </a:lnTo>
                  <a:lnTo>
                    <a:pt x="84588" y="28044"/>
                  </a:lnTo>
                  <a:lnTo>
                    <a:pt x="84740" y="27590"/>
                  </a:lnTo>
                  <a:lnTo>
                    <a:pt x="84740" y="26528"/>
                  </a:lnTo>
                  <a:lnTo>
                    <a:pt x="84436" y="26074"/>
                  </a:lnTo>
                  <a:lnTo>
                    <a:pt x="81405" y="25467"/>
                  </a:lnTo>
                  <a:lnTo>
                    <a:pt x="81101" y="20465"/>
                  </a:lnTo>
                  <a:lnTo>
                    <a:pt x="80495" y="20162"/>
                  </a:lnTo>
                  <a:lnTo>
                    <a:pt x="76705" y="21526"/>
                  </a:lnTo>
                  <a:lnTo>
                    <a:pt x="76857" y="19707"/>
                  </a:lnTo>
                  <a:lnTo>
                    <a:pt x="76554" y="19404"/>
                  </a:lnTo>
                  <a:lnTo>
                    <a:pt x="74583" y="17585"/>
                  </a:lnTo>
                  <a:lnTo>
                    <a:pt x="74280" y="17433"/>
                  </a:lnTo>
                  <a:lnTo>
                    <a:pt x="71400" y="17433"/>
                  </a:lnTo>
                  <a:lnTo>
                    <a:pt x="71096" y="17585"/>
                  </a:lnTo>
                  <a:lnTo>
                    <a:pt x="63517" y="28651"/>
                  </a:lnTo>
                  <a:lnTo>
                    <a:pt x="62304" y="28651"/>
                  </a:lnTo>
                  <a:lnTo>
                    <a:pt x="62456" y="25467"/>
                  </a:lnTo>
                  <a:lnTo>
                    <a:pt x="62153" y="25013"/>
                  </a:lnTo>
                  <a:lnTo>
                    <a:pt x="56240" y="21829"/>
                  </a:lnTo>
                  <a:lnTo>
                    <a:pt x="62153" y="17433"/>
                  </a:lnTo>
                  <a:lnTo>
                    <a:pt x="65791" y="16675"/>
                  </a:lnTo>
                  <a:lnTo>
                    <a:pt x="65942" y="17433"/>
                  </a:lnTo>
                  <a:lnTo>
                    <a:pt x="69581" y="17736"/>
                  </a:lnTo>
                  <a:lnTo>
                    <a:pt x="70035" y="17585"/>
                  </a:lnTo>
                  <a:lnTo>
                    <a:pt x="70338" y="16675"/>
                  </a:lnTo>
                  <a:lnTo>
                    <a:pt x="70187" y="16069"/>
                  </a:lnTo>
                  <a:lnTo>
                    <a:pt x="68216" y="15159"/>
                  </a:lnTo>
                  <a:lnTo>
                    <a:pt x="70642" y="14856"/>
                  </a:lnTo>
                  <a:lnTo>
                    <a:pt x="70945" y="14704"/>
                  </a:lnTo>
                  <a:lnTo>
                    <a:pt x="73370" y="12279"/>
                  </a:lnTo>
                  <a:lnTo>
                    <a:pt x="73067" y="11521"/>
                  </a:lnTo>
                  <a:lnTo>
                    <a:pt x="71248" y="11369"/>
                  </a:lnTo>
                  <a:lnTo>
                    <a:pt x="75947" y="11066"/>
                  </a:lnTo>
                  <a:lnTo>
                    <a:pt x="79131" y="13946"/>
                  </a:lnTo>
                  <a:lnTo>
                    <a:pt x="77312" y="13946"/>
                  </a:lnTo>
                  <a:lnTo>
                    <a:pt x="75947" y="15008"/>
                  </a:lnTo>
                  <a:lnTo>
                    <a:pt x="72916" y="15008"/>
                  </a:lnTo>
                  <a:lnTo>
                    <a:pt x="72461" y="15462"/>
                  </a:lnTo>
                  <a:lnTo>
                    <a:pt x="72461" y="16372"/>
                  </a:lnTo>
                  <a:lnTo>
                    <a:pt x="72916" y="16827"/>
                  </a:lnTo>
                  <a:lnTo>
                    <a:pt x="75947" y="16827"/>
                  </a:lnTo>
                  <a:lnTo>
                    <a:pt x="78676" y="19101"/>
                  </a:lnTo>
                  <a:lnTo>
                    <a:pt x="79131" y="19101"/>
                  </a:lnTo>
                  <a:lnTo>
                    <a:pt x="79889" y="18797"/>
                  </a:lnTo>
                  <a:lnTo>
                    <a:pt x="80040" y="18191"/>
                  </a:lnTo>
                  <a:lnTo>
                    <a:pt x="79889" y="17888"/>
                  </a:lnTo>
                  <a:lnTo>
                    <a:pt x="79889" y="17888"/>
                  </a:lnTo>
                  <a:lnTo>
                    <a:pt x="80798" y="18191"/>
                  </a:lnTo>
                  <a:lnTo>
                    <a:pt x="81101" y="18191"/>
                  </a:lnTo>
                  <a:lnTo>
                    <a:pt x="81708" y="18039"/>
                  </a:lnTo>
                  <a:lnTo>
                    <a:pt x="82011" y="17585"/>
                  </a:lnTo>
                  <a:lnTo>
                    <a:pt x="82011" y="15462"/>
                  </a:lnTo>
                  <a:lnTo>
                    <a:pt x="83527" y="15917"/>
                  </a:lnTo>
                  <a:lnTo>
                    <a:pt x="83982" y="15917"/>
                  </a:lnTo>
                  <a:lnTo>
                    <a:pt x="85194" y="15008"/>
                  </a:lnTo>
                  <a:lnTo>
                    <a:pt x="85346" y="14401"/>
                  </a:lnTo>
                  <a:lnTo>
                    <a:pt x="84740" y="13188"/>
                  </a:lnTo>
                  <a:lnTo>
                    <a:pt x="84436" y="12885"/>
                  </a:lnTo>
                  <a:lnTo>
                    <a:pt x="83527" y="12582"/>
                  </a:lnTo>
                  <a:lnTo>
                    <a:pt x="83375" y="10915"/>
                  </a:lnTo>
                  <a:lnTo>
                    <a:pt x="83072" y="10460"/>
                  </a:lnTo>
                  <a:lnTo>
                    <a:pt x="76554" y="7731"/>
                  </a:lnTo>
                  <a:lnTo>
                    <a:pt x="77918" y="7883"/>
                  </a:lnTo>
                  <a:lnTo>
                    <a:pt x="78070" y="7731"/>
                  </a:lnTo>
                  <a:lnTo>
                    <a:pt x="79889" y="6518"/>
                  </a:lnTo>
                  <a:lnTo>
                    <a:pt x="79737" y="5912"/>
                  </a:lnTo>
                  <a:lnTo>
                    <a:pt x="80192" y="6367"/>
                  </a:lnTo>
                  <a:lnTo>
                    <a:pt x="80647" y="6367"/>
                  </a:lnTo>
                  <a:lnTo>
                    <a:pt x="86407" y="3790"/>
                  </a:lnTo>
                  <a:lnTo>
                    <a:pt x="90955" y="2880"/>
                  </a:lnTo>
                  <a:lnTo>
                    <a:pt x="94593" y="758"/>
                  </a:lnTo>
                  <a:lnTo>
                    <a:pt x="9444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7" name="Google Shape;54;p7">
              <a:extLst>
                <a:ext uri="{FF2B5EF4-FFF2-40B4-BE49-F238E27FC236}">
                  <a16:creationId xmlns:a16="http://schemas.microsoft.com/office/drawing/2014/main" id="{992BB9BC-4BA5-9E20-4619-F51579E8AAA3}"/>
                </a:ext>
              </a:extLst>
            </p:cNvPr>
            <p:cNvSpPr/>
            <p:nvPr/>
          </p:nvSpPr>
          <p:spPr>
            <a:xfrm>
              <a:off x="4266949" y="20725739"/>
              <a:ext cx="168452" cy="233763"/>
            </a:xfrm>
            <a:custGeom>
              <a:avLst/>
              <a:gdLst/>
              <a:ahLst/>
              <a:cxnLst/>
              <a:rect l="l" t="t" r="r" b="b"/>
              <a:pathLst>
                <a:path w="8490" h="14251" extrusionOk="0">
                  <a:moveTo>
                    <a:pt x="6368" y="0"/>
                  </a:moveTo>
                  <a:lnTo>
                    <a:pt x="1365" y="5155"/>
                  </a:lnTo>
                  <a:lnTo>
                    <a:pt x="1365" y="5458"/>
                  </a:lnTo>
                  <a:lnTo>
                    <a:pt x="759" y="8793"/>
                  </a:lnTo>
                  <a:lnTo>
                    <a:pt x="1" y="11218"/>
                  </a:lnTo>
                  <a:lnTo>
                    <a:pt x="1" y="11521"/>
                  </a:lnTo>
                  <a:lnTo>
                    <a:pt x="1062" y="13947"/>
                  </a:lnTo>
                  <a:lnTo>
                    <a:pt x="1365" y="14250"/>
                  </a:lnTo>
                  <a:lnTo>
                    <a:pt x="3942" y="14250"/>
                  </a:lnTo>
                  <a:lnTo>
                    <a:pt x="4397" y="13947"/>
                  </a:lnTo>
                  <a:lnTo>
                    <a:pt x="8490" y="455"/>
                  </a:lnTo>
                  <a:lnTo>
                    <a:pt x="818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8" name="Google Shape;55;p7">
              <a:extLst>
                <a:ext uri="{FF2B5EF4-FFF2-40B4-BE49-F238E27FC236}">
                  <a16:creationId xmlns:a16="http://schemas.microsoft.com/office/drawing/2014/main" id="{BA8CBD1C-57E7-3EE3-7607-9FCB4F7F3CA5}"/>
                </a:ext>
              </a:extLst>
            </p:cNvPr>
            <p:cNvSpPr/>
            <p:nvPr/>
          </p:nvSpPr>
          <p:spPr>
            <a:xfrm>
              <a:off x="3114990" y="19216377"/>
              <a:ext cx="3170186" cy="1899775"/>
            </a:xfrm>
            <a:custGeom>
              <a:avLst/>
              <a:gdLst/>
              <a:ahLst/>
              <a:cxnLst/>
              <a:rect l="l" t="t" r="r" b="b"/>
              <a:pathLst>
                <a:path w="159778" h="115817" extrusionOk="0">
                  <a:moveTo>
                    <a:pt x="51086" y="28954"/>
                  </a:moveTo>
                  <a:lnTo>
                    <a:pt x="51086" y="29258"/>
                  </a:lnTo>
                  <a:lnTo>
                    <a:pt x="50632" y="29409"/>
                  </a:lnTo>
                  <a:lnTo>
                    <a:pt x="50177" y="29864"/>
                  </a:lnTo>
                  <a:lnTo>
                    <a:pt x="50480" y="31532"/>
                  </a:lnTo>
                  <a:lnTo>
                    <a:pt x="50783" y="31986"/>
                  </a:lnTo>
                  <a:lnTo>
                    <a:pt x="54270" y="33199"/>
                  </a:lnTo>
                  <a:lnTo>
                    <a:pt x="54270" y="34260"/>
                  </a:lnTo>
                  <a:lnTo>
                    <a:pt x="44265" y="34563"/>
                  </a:lnTo>
                  <a:lnTo>
                    <a:pt x="43962" y="34715"/>
                  </a:lnTo>
                  <a:lnTo>
                    <a:pt x="43658" y="35170"/>
                  </a:lnTo>
                  <a:lnTo>
                    <a:pt x="42901" y="33654"/>
                  </a:lnTo>
                  <a:lnTo>
                    <a:pt x="44113" y="30167"/>
                  </a:lnTo>
                  <a:lnTo>
                    <a:pt x="46236" y="30167"/>
                  </a:lnTo>
                  <a:lnTo>
                    <a:pt x="46387" y="30925"/>
                  </a:lnTo>
                  <a:lnTo>
                    <a:pt x="47448" y="31532"/>
                  </a:lnTo>
                  <a:lnTo>
                    <a:pt x="47600" y="31532"/>
                  </a:lnTo>
                  <a:lnTo>
                    <a:pt x="49116" y="31380"/>
                  </a:lnTo>
                  <a:lnTo>
                    <a:pt x="49419" y="30774"/>
                  </a:lnTo>
                  <a:lnTo>
                    <a:pt x="48509" y="29561"/>
                  </a:lnTo>
                  <a:lnTo>
                    <a:pt x="51086" y="28954"/>
                  </a:lnTo>
                  <a:close/>
                  <a:moveTo>
                    <a:pt x="30318" y="31228"/>
                  </a:moveTo>
                  <a:lnTo>
                    <a:pt x="32289" y="33351"/>
                  </a:lnTo>
                  <a:lnTo>
                    <a:pt x="32441" y="33502"/>
                  </a:lnTo>
                  <a:lnTo>
                    <a:pt x="32895" y="33654"/>
                  </a:lnTo>
                  <a:lnTo>
                    <a:pt x="33350" y="33805"/>
                  </a:lnTo>
                  <a:lnTo>
                    <a:pt x="34411" y="35624"/>
                  </a:lnTo>
                  <a:lnTo>
                    <a:pt x="34411" y="35624"/>
                  </a:lnTo>
                  <a:lnTo>
                    <a:pt x="29257" y="31228"/>
                  </a:lnTo>
                  <a:close/>
                  <a:moveTo>
                    <a:pt x="62911" y="28954"/>
                  </a:moveTo>
                  <a:lnTo>
                    <a:pt x="63972" y="29561"/>
                  </a:lnTo>
                  <a:lnTo>
                    <a:pt x="62456" y="30319"/>
                  </a:lnTo>
                  <a:lnTo>
                    <a:pt x="62153" y="30774"/>
                  </a:lnTo>
                  <a:lnTo>
                    <a:pt x="62153" y="32289"/>
                  </a:lnTo>
                  <a:lnTo>
                    <a:pt x="62304" y="32744"/>
                  </a:lnTo>
                  <a:lnTo>
                    <a:pt x="63669" y="33957"/>
                  </a:lnTo>
                  <a:lnTo>
                    <a:pt x="66549" y="36231"/>
                  </a:lnTo>
                  <a:lnTo>
                    <a:pt x="66397" y="39263"/>
                  </a:lnTo>
                  <a:lnTo>
                    <a:pt x="64123" y="39263"/>
                  </a:lnTo>
                  <a:lnTo>
                    <a:pt x="60334" y="32744"/>
                  </a:lnTo>
                  <a:lnTo>
                    <a:pt x="60334" y="30016"/>
                  </a:lnTo>
                  <a:lnTo>
                    <a:pt x="62911" y="28954"/>
                  </a:lnTo>
                  <a:close/>
                  <a:moveTo>
                    <a:pt x="62759" y="46842"/>
                  </a:moveTo>
                  <a:lnTo>
                    <a:pt x="62911" y="46994"/>
                  </a:lnTo>
                  <a:lnTo>
                    <a:pt x="64275" y="47145"/>
                  </a:lnTo>
                  <a:lnTo>
                    <a:pt x="67458" y="50480"/>
                  </a:lnTo>
                  <a:lnTo>
                    <a:pt x="67610" y="50480"/>
                  </a:lnTo>
                  <a:lnTo>
                    <a:pt x="70187" y="51238"/>
                  </a:lnTo>
                  <a:lnTo>
                    <a:pt x="68823" y="52754"/>
                  </a:lnTo>
                  <a:lnTo>
                    <a:pt x="67004" y="52451"/>
                  </a:lnTo>
                  <a:lnTo>
                    <a:pt x="67155" y="52300"/>
                  </a:lnTo>
                  <a:lnTo>
                    <a:pt x="67155" y="51693"/>
                  </a:lnTo>
                  <a:lnTo>
                    <a:pt x="66246" y="50329"/>
                  </a:lnTo>
                  <a:lnTo>
                    <a:pt x="65488" y="50480"/>
                  </a:lnTo>
                  <a:lnTo>
                    <a:pt x="65184" y="51087"/>
                  </a:lnTo>
                  <a:lnTo>
                    <a:pt x="62759" y="46842"/>
                  </a:lnTo>
                  <a:close/>
                  <a:moveTo>
                    <a:pt x="50025" y="78525"/>
                  </a:moveTo>
                  <a:lnTo>
                    <a:pt x="49419" y="79586"/>
                  </a:lnTo>
                  <a:lnTo>
                    <a:pt x="48661" y="79586"/>
                  </a:lnTo>
                  <a:lnTo>
                    <a:pt x="49267" y="78525"/>
                  </a:lnTo>
                  <a:close/>
                  <a:moveTo>
                    <a:pt x="81253" y="1"/>
                  </a:moveTo>
                  <a:lnTo>
                    <a:pt x="70945" y="4700"/>
                  </a:lnTo>
                  <a:lnTo>
                    <a:pt x="70793" y="5306"/>
                  </a:lnTo>
                  <a:lnTo>
                    <a:pt x="72764" y="7883"/>
                  </a:lnTo>
                  <a:lnTo>
                    <a:pt x="71703" y="8944"/>
                  </a:lnTo>
                  <a:lnTo>
                    <a:pt x="70187" y="3942"/>
                  </a:lnTo>
                  <a:lnTo>
                    <a:pt x="69732" y="3639"/>
                  </a:lnTo>
                  <a:lnTo>
                    <a:pt x="66700" y="3336"/>
                  </a:lnTo>
                  <a:lnTo>
                    <a:pt x="66246" y="4093"/>
                  </a:lnTo>
                  <a:lnTo>
                    <a:pt x="67458" y="6822"/>
                  </a:lnTo>
                  <a:lnTo>
                    <a:pt x="56089" y="7125"/>
                  </a:lnTo>
                  <a:lnTo>
                    <a:pt x="45023" y="11673"/>
                  </a:lnTo>
                  <a:lnTo>
                    <a:pt x="44113" y="9854"/>
                  </a:lnTo>
                  <a:lnTo>
                    <a:pt x="47600" y="10006"/>
                  </a:lnTo>
                  <a:lnTo>
                    <a:pt x="47751" y="10006"/>
                  </a:lnTo>
                  <a:lnTo>
                    <a:pt x="49874" y="8944"/>
                  </a:lnTo>
                  <a:lnTo>
                    <a:pt x="49874" y="8035"/>
                  </a:lnTo>
                  <a:lnTo>
                    <a:pt x="41536" y="5458"/>
                  </a:lnTo>
                  <a:lnTo>
                    <a:pt x="39717" y="5458"/>
                  </a:lnTo>
                  <a:lnTo>
                    <a:pt x="34411" y="5761"/>
                  </a:lnTo>
                  <a:lnTo>
                    <a:pt x="34260" y="5913"/>
                  </a:lnTo>
                  <a:lnTo>
                    <a:pt x="22284" y="14099"/>
                  </a:lnTo>
                  <a:lnTo>
                    <a:pt x="22132" y="14705"/>
                  </a:lnTo>
                  <a:lnTo>
                    <a:pt x="23345" y="17434"/>
                  </a:lnTo>
                  <a:lnTo>
                    <a:pt x="23800" y="17737"/>
                  </a:lnTo>
                  <a:lnTo>
                    <a:pt x="27135" y="17130"/>
                  </a:lnTo>
                  <a:lnTo>
                    <a:pt x="29560" y="20011"/>
                  </a:lnTo>
                  <a:lnTo>
                    <a:pt x="30167" y="20011"/>
                  </a:lnTo>
                  <a:lnTo>
                    <a:pt x="33957" y="16676"/>
                  </a:lnTo>
                  <a:lnTo>
                    <a:pt x="33957" y="16069"/>
                  </a:lnTo>
                  <a:lnTo>
                    <a:pt x="32441" y="14099"/>
                  </a:lnTo>
                  <a:lnTo>
                    <a:pt x="36079" y="10309"/>
                  </a:lnTo>
                  <a:lnTo>
                    <a:pt x="36534" y="10309"/>
                  </a:lnTo>
                  <a:lnTo>
                    <a:pt x="35018" y="13947"/>
                  </a:lnTo>
                  <a:lnTo>
                    <a:pt x="35169" y="14553"/>
                  </a:lnTo>
                  <a:lnTo>
                    <a:pt x="37443" y="15614"/>
                  </a:lnTo>
                  <a:lnTo>
                    <a:pt x="37595" y="15766"/>
                  </a:lnTo>
                  <a:lnTo>
                    <a:pt x="37140" y="15766"/>
                  </a:lnTo>
                  <a:lnTo>
                    <a:pt x="36837" y="16069"/>
                  </a:lnTo>
                  <a:lnTo>
                    <a:pt x="36534" y="16676"/>
                  </a:lnTo>
                  <a:lnTo>
                    <a:pt x="36685" y="17130"/>
                  </a:lnTo>
                  <a:lnTo>
                    <a:pt x="37443" y="17737"/>
                  </a:lnTo>
                  <a:lnTo>
                    <a:pt x="37443" y="17888"/>
                  </a:lnTo>
                  <a:lnTo>
                    <a:pt x="36079" y="17130"/>
                  </a:lnTo>
                  <a:lnTo>
                    <a:pt x="35321" y="17585"/>
                  </a:lnTo>
                  <a:lnTo>
                    <a:pt x="35473" y="20011"/>
                  </a:lnTo>
                  <a:lnTo>
                    <a:pt x="35321" y="20011"/>
                  </a:lnTo>
                  <a:lnTo>
                    <a:pt x="35321" y="20617"/>
                  </a:lnTo>
                  <a:lnTo>
                    <a:pt x="34108" y="20617"/>
                  </a:lnTo>
                  <a:lnTo>
                    <a:pt x="33805" y="20314"/>
                  </a:lnTo>
                  <a:lnTo>
                    <a:pt x="33350" y="20162"/>
                  </a:lnTo>
                  <a:lnTo>
                    <a:pt x="30622" y="20920"/>
                  </a:lnTo>
                  <a:lnTo>
                    <a:pt x="27438" y="20920"/>
                  </a:lnTo>
                  <a:lnTo>
                    <a:pt x="28348" y="20769"/>
                  </a:lnTo>
                  <a:lnTo>
                    <a:pt x="28803" y="20617"/>
                  </a:lnTo>
                  <a:lnTo>
                    <a:pt x="29106" y="20162"/>
                  </a:lnTo>
                  <a:lnTo>
                    <a:pt x="29106" y="19556"/>
                  </a:lnTo>
                  <a:lnTo>
                    <a:pt x="28348" y="18798"/>
                  </a:lnTo>
                  <a:lnTo>
                    <a:pt x="27893" y="18798"/>
                  </a:lnTo>
                  <a:lnTo>
                    <a:pt x="27287" y="18949"/>
                  </a:lnTo>
                  <a:lnTo>
                    <a:pt x="27438" y="18191"/>
                  </a:lnTo>
                  <a:lnTo>
                    <a:pt x="26983" y="17585"/>
                  </a:lnTo>
                  <a:lnTo>
                    <a:pt x="25771" y="17585"/>
                  </a:lnTo>
                  <a:lnTo>
                    <a:pt x="25468" y="17888"/>
                  </a:lnTo>
                  <a:lnTo>
                    <a:pt x="24558" y="19707"/>
                  </a:lnTo>
                  <a:lnTo>
                    <a:pt x="24558" y="20011"/>
                  </a:lnTo>
                  <a:lnTo>
                    <a:pt x="25013" y="21072"/>
                  </a:lnTo>
                  <a:lnTo>
                    <a:pt x="23497" y="21981"/>
                  </a:lnTo>
                  <a:lnTo>
                    <a:pt x="19101" y="24619"/>
                  </a:lnTo>
                  <a:lnTo>
                    <a:pt x="19101" y="24104"/>
                  </a:lnTo>
                  <a:lnTo>
                    <a:pt x="19252" y="24104"/>
                  </a:lnTo>
                  <a:lnTo>
                    <a:pt x="19707" y="23649"/>
                  </a:lnTo>
                  <a:lnTo>
                    <a:pt x="19859" y="22739"/>
                  </a:lnTo>
                  <a:lnTo>
                    <a:pt x="19404" y="22133"/>
                  </a:lnTo>
                  <a:lnTo>
                    <a:pt x="18040" y="21981"/>
                  </a:lnTo>
                  <a:lnTo>
                    <a:pt x="16220" y="17585"/>
                  </a:lnTo>
                  <a:lnTo>
                    <a:pt x="15766" y="17282"/>
                  </a:lnTo>
                  <a:lnTo>
                    <a:pt x="14250" y="17282"/>
                  </a:lnTo>
                  <a:lnTo>
                    <a:pt x="13795" y="17737"/>
                  </a:lnTo>
                  <a:lnTo>
                    <a:pt x="13795" y="19859"/>
                  </a:lnTo>
                  <a:lnTo>
                    <a:pt x="11673" y="19859"/>
                  </a:lnTo>
                  <a:lnTo>
                    <a:pt x="9854" y="21223"/>
                  </a:lnTo>
                  <a:lnTo>
                    <a:pt x="9702" y="21526"/>
                  </a:lnTo>
                  <a:lnTo>
                    <a:pt x="9702" y="24255"/>
                  </a:lnTo>
                  <a:lnTo>
                    <a:pt x="10157" y="24710"/>
                  </a:lnTo>
                  <a:lnTo>
                    <a:pt x="11218" y="24710"/>
                  </a:lnTo>
                  <a:lnTo>
                    <a:pt x="11673" y="24255"/>
                  </a:lnTo>
                  <a:lnTo>
                    <a:pt x="11673" y="23800"/>
                  </a:lnTo>
                  <a:lnTo>
                    <a:pt x="13037" y="24104"/>
                  </a:lnTo>
                  <a:lnTo>
                    <a:pt x="13643" y="23649"/>
                  </a:lnTo>
                  <a:lnTo>
                    <a:pt x="13492" y="21981"/>
                  </a:lnTo>
                  <a:lnTo>
                    <a:pt x="13947" y="21830"/>
                  </a:lnTo>
                  <a:lnTo>
                    <a:pt x="14250" y="21375"/>
                  </a:lnTo>
                  <a:lnTo>
                    <a:pt x="14250" y="20617"/>
                  </a:lnTo>
                  <a:lnTo>
                    <a:pt x="15159" y="20769"/>
                  </a:lnTo>
                  <a:lnTo>
                    <a:pt x="15159" y="21526"/>
                  </a:lnTo>
                  <a:lnTo>
                    <a:pt x="14401" y="21981"/>
                  </a:lnTo>
                  <a:lnTo>
                    <a:pt x="14250" y="22588"/>
                  </a:lnTo>
                  <a:lnTo>
                    <a:pt x="15008" y="23649"/>
                  </a:lnTo>
                  <a:lnTo>
                    <a:pt x="13492" y="25013"/>
                  </a:lnTo>
                  <a:lnTo>
                    <a:pt x="13795" y="25771"/>
                  </a:lnTo>
                  <a:lnTo>
                    <a:pt x="16220" y="25468"/>
                  </a:lnTo>
                  <a:lnTo>
                    <a:pt x="18343" y="25013"/>
                  </a:lnTo>
                  <a:lnTo>
                    <a:pt x="15917" y="26529"/>
                  </a:lnTo>
                  <a:lnTo>
                    <a:pt x="14401" y="26529"/>
                  </a:lnTo>
                  <a:lnTo>
                    <a:pt x="13947" y="26984"/>
                  </a:lnTo>
                  <a:lnTo>
                    <a:pt x="13947" y="27742"/>
                  </a:lnTo>
                  <a:lnTo>
                    <a:pt x="14098" y="28045"/>
                  </a:lnTo>
                  <a:lnTo>
                    <a:pt x="15917" y="29106"/>
                  </a:lnTo>
                  <a:lnTo>
                    <a:pt x="16220" y="31835"/>
                  </a:lnTo>
                  <a:lnTo>
                    <a:pt x="9702" y="31986"/>
                  </a:lnTo>
                  <a:lnTo>
                    <a:pt x="9247" y="32441"/>
                  </a:lnTo>
                  <a:lnTo>
                    <a:pt x="9096" y="37595"/>
                  </a:lnTo>
                  <a:lnTo>
                    <a:pt x="9247" y="37898"/>
                  </a:lnTo>
                  <a:lnTo>
                    <a:pt x="10157" y="39566"/>
                  </a:lnTo>
                  <a:lnTo>
                    <a:pt x="10612" y="39717"/>
                  </a:lnTo>
                  <a:lnTo>
                    <a:pt x="11066" y="39869"/>
                  </a:lnTo>
                  <a:lnTo>
                    <a:pt x="15311" y="40172"/>
                  </a:lnTo>
                  <a:lnTo>
                    <a:pt x="15766" y="40021"/>
                  </a:lnTo>
                  <a:lnTo>
                    <a:pt x="20010" y="34563"/>
                  </a:lnTo>
                  <a:lnTo>
                    <a:pt x="20768" y="33502"/>
                  </a:lnTo>
                  <a:lnTo>
                    <a:pt x="24861" y="33502"/>
                  </a:lnTo>
                  <a:lnTo>
                    <a:pt x="25164" y="33351"/>
                  </a:lnTo>
                  <a:lnTo>
                    <a:pt x="25164" y="34109"/>
                  </a:lnTo>
                  <a:lnTo>
                    <a:pt x="25316" y="34412"/>
                  </a:lnTo>
                  <a:lnTo>
                    <a:pt x="25316" y="34412"/>
                  </a:lnTo>
                  <a:lnTo>
                    <a:pt x="25164" y="34260"/>
                  </a:lnTo>
                  <a:lnTo>
                    <a:pt x="24558" y="34715"/>
                  </a:lnTo>
                  <a:lnTo>
                    <a:pt x="24558" y="37140"/>
                  </a:lnTo>
                  <a:lnTo>
                    <a:pt x="25013" y="37595"/>
                  </a:lnTo>
                  <a:lnTo>
                    <a:pt x="26074" y="37595"/>
                  </a:lnTo>
                  <a:lnTo>
                    <a:pt x="26529" y="37140"/>
                  </a:lnTo>
                  <a:lnTo>
                    <a:pt x="26529" y="35018"/>
                  </a:lnTo>
                  <a:lnTo>
                    <a:pt x="26225" y="34563"/>
                  </a:lnTo>
                  <a:lnTo>
                    <a:pt x="26074" y="34563"/>
                  </a:lnTo>
                  <a:lnTo>
                    <a:pt x="26529" y="34412"/>
                  </a:lnTo>
                  <a:lnTo>
                    <a:pt x="26832" y="33199"/>
                  </a:lnTo>
                  <a:lnTo>
                    <a:pt x="26377" y="32593"/>
                  </a:lnTo>
                  <a:lnTo>
                    <a:pt x="25619" y="32593"/>
                  </a:lnTo>
                  <a:lnTo>
                    <a:pt x="25316" y="32744"/>
                  </a:lnTo>
                  <a:lnTo>
                    <a:pt x="25468" y="31683"/>
                  </a:lnTo>
                  <a:lnTo>
                    <a:pt x="26529" y="31683"/>
                  </a:lnTo>
                  <a:lnTo>
                    <a:pt x="31076" y="36382"/>
                  </a:lnTo>
                  <a:lnTo>
                    <a:pt x="31380" y="37747"/>
                  </a:lnTo>
                  <a:lnTo>
                    <a:pt x="31076" y="37595"/>
                  </a:lnTo>
                  <a:lnTo>
                    <a:pt x="28803" y="37595"/>
                  </a:lnTo>
                  <a:lnTo>
                    <a:pt x="28348" y="38050"/>
                  </a:lnTo>
                  <a:lnTo>
                    <a:pt x="28348" y="38656"/>
                  </a:lnTo>
                  <a:lnTo>
                    <a:pt x="28499" y="38959"/>
                  </a:lnTo>
                  <a:lnTo>
                    <a:pt x="29409" y="39566"/>
                  </a:lnTo>
                  <a:lnTo>
                    <a:pt x="29560" y="39717"/>
                  </a:lnTo>
                  <a:lnTo>
                    <a:pt x="29106" y="40172"/>
                  </a:lnTo>
                  <a:lnTo>
                    <a:pt x="29106" y="41082"/>
                  </a:lnTo>
                  <a:lnTo>
                    <a:pt x="29409" y="41537"/>
                  </a:lnTo>
                  <a:lnTo>
                    <a:pt x="30925" y="41991"/>
                  </a:lnTo>
                  <a:lnTo>
                    <a:pt x="31531" y="41537"/>
                  </a:lnTo>
                  <a:lnTo>
                    <a:pt x="31531" y="40172"/>
                  </a:lnTo>
                  <a:lnTo>
                    <a:pt x="31076" y="39869"/>
                  </a:lnTo>
                  <a:lnTo>
                    <a:pt x="31531" y="39414"/>
                  </a:lnTo>
                  <a:lnTo>
                    <a:pt x="31531" y="38353"/>
                  </a:lnTo>
                  <a:lnTo>
                    <a:pt x="31986" y="38505"/>
                  </a:lnTo>
                  <a:lnTo>
                    <a:pt x="32895" y="38050"/>
                  </a:lnTo>
                  <a:lnTo>
                    <a:pt x="33199" y="37747"/>
                  </a:lnTo>
                  <a:lnTo>
                    <a:pt x="33350" y="36534"/>
                  </a:lnTo>
                  <a:lnTo>
                    <a:pt x="34260" y="36382"/>
                  </a:lnTo>
                  <a:lnTo>
                    <a:pt x="34411" y="35624"/>
                  </a:lnTo>
                  <a:lnTo>
                    <a:pt x="34715" y="36079"/>
                  </a:lnTo>
                  <a:lnTo>
                    <a:pt x="35776" y="37444"/>
                  </a:lnTo>
                  <a:lnTo>
                    <a:pt x="35927" y="37444"/>
                  </a:lnTo>
                  <a:lnTo>
                    <a:pt x="36534" y="37595"/>
                  </a:lnTo>
                  <a:lnTo>
                    <a:pt x="36382" y="38202"/>
                  </a:lnTo>
                  <a:lnTo>
                    <a:pt x="37746" y="39869"/>
                  </a:lnTo>
                  <a:lnTo>
                    <a:pt x="38504" y="39869"/>
                  </a:lnTo>
                  <a:lnTo>
                    <a:pt x="39262" y="38505"/>
                  </a:lnTo>
                  <a:lnTo>
                    <a:pt x="39262" y="38202"/>
                  </a:lnTo>
                  <a:lnTo>
                    <a:pt x="38504" y="36534"/>
                  </a:lnTo>
                  <a:lnTo>
                    <a:pt x="39869" y="35776"/>
                  </a:lnTo>
                  <a:lnTo>
                    <a:pt x="41233" y="35776"/>
                  </a:lnTo>
                  <a:lnTo>
                    <a:pt x="40930" y="36231"/>
                  </a:lnTo>
                  <a:lnTo>
                    <a:pt x="42597" y="39566"/>
                  </a:lnTo>
                  <a:lnTo>
                    <a:pt x="43052" y="39869"/>
                  </a:lnTo>
                  <a:lnTo>
                    <a:pt x="50177" y="40324"/>
                  </a:lnTo>
                  <a:lnTo>
                    <a:pt x="49874" y="41385"/>
                  </a:lnTo>
                  <a:lnTo>
                    <a:pt x="49571" y="43052"/>
                  </a:lnTo>
                  <a:lnTo>
                    <a:pt x="48964" y="45175"/>
                  </a:lnTo>
                  <a:lnTo>
                    <a:pt x="40778" y="44114"/>
                  </a:lnTo>
                  <a:lnTo>
                    <a:pt x="37292" y="43659"/>
                  </a:lnTo>
                  <a:lnTo>
                    <a:pt x="36837" y="43810"/>
                  </a:lnTo>
                  <a:lnTo>
                    <a:pt x="35473" y="45781"/>
                  </a:lnTo>
                  <a:lnTo>
                    <a:pt x="32744" y="45175"/>
                  </a:lnTo>
                  <a:lnTo>
                    <a:pt x="31531" y="43810"/>
                  </a:lnTo>
                  <a:lnTo>
                    <a:pt x="31228" y="43659"/>
                  </a:lnTo>
                  <a:lnTo>
                    <a:pt x="28499" y="42901"/>
                  </a:lnTo>
                  <a:lnTo>
                    <a:pt x="27893" y="42749"/>
                  </a:lnTo>
                  <a:lnTo>
                    <a:pt x="27893" y="39566"/>
                  </a:lnTo>
                  <a:lnTo>
                    <a:pt x="27590" y="39111"/>
                  </a:lnTo>
                  <a:lnTo>
                    <a:pt x="24406" y="39111"/>
                  </a:lnTo>
                  <a:lnTo>
                    <a:pt x="20920" y="38959"/>
                  </a:lnTo>
                  <a:lnTo>
                    <a:pt x="20617" y="38959"/>
                  </a:lnTo>
                  <a:lnTo>
                    <a:pt x="15917" y="40779"/>
                  </a:lnTo>
                  <a:lnTo>
                    <a:pt x="10612" y="41385"/>
                  </a:lnTo>
                  <a:lnTo>
                    <a:pt x="10157" y="41537"/>
                  </a:lnTo>
                  <a:lnTo>
                    <a:pt x="455" y="54119"/>
                  </a:lnTo>
                  <a:lnTo>
                    <a:pt x="455" y="54422"/>
                  </a:lnTo>
                  <a:lnTo>
                    <a:pt x="0" y="65791"/>
                  </a:lnTo>
                  <a:lnTo>
                    <a:pt x="152" y="66094"/>
                  </a:lnTo>
                  <a:lnTo>
                    <a:pt x="5003" y="71400"/>
                  </a:lnTo>
                  <a:lnTo>
                    <a:pt x="8489" y="75190"/>
                  </a:lnTo>
                  <a:lnTo>
                    <a:pt x="8641" y="75038"/>
                  </a:lnTo>
                  <a:lnTo>
                    <a:pt x="8944" y="75341"/>
                  </a:lnTo>
                  <a:lnTo>
                    <a:pt x="19252" y="72310"/>
                  </a:lnTo>
                  <a:lnTo>
                    <a:pt x="21678" y="72613"/>
                  </a:lnTo>
                  <a:lnTo>
                    <a:pt x="21981" y="74129"/>
                  </a:lnTo>
                  <a:lnTo>
                    <a:pt x="22436" y="74432"/>
                  </a:lnTo>
                  <a:lnTo>
                    <a:pt x="25771" y="74432"/>
                  </a:lnTo>
                  <a:lnTo>
                    <a:pt x="25771" y="76099"/>
                  </a:lnTo>
                  <a:lnTo>
                    <a:pt x="25619" y="77767"/>
                  </a:lnTo>
                  <a:lnTo>
                    <a:pt x="25619" y="80344"/>
                  </a:lnTo>
                  <a:lnTo>
                    <a:pt x="25771" y="80647"/>
                  </a:lnTo>
                  <a:lnTo>
                    <a:pt x="29560" y="85801"/>
                  </a:lnTo>
                  <a:lnTo>
                    <a:pt x="29560" y="92623"/>
                  </a:lnTo>
                  <a:lnTo>
                    <a:pt x="27741" y="95503"/>
                  </a:lnTo>
                  <a:lnTo>
                    <a:pt x="27741" y="95806"/>
                  </a:lnTo>
                  <a:lnTo>
                    <a:pt x="27893" y="97777"/>
                  </a:lnTo>
                  <a:lnTo>
                    <a:pt x="31834" y="109146"/>
                  </a:lnTo>
                  <a:lnTo>
                    <a:pt x="34260" y="115513"/>
                  </a:lnTo>
                  <a:lnTo>
                    <a:pt x="34715" y="115816"/>
                  </a:lnTo>
                  <a:lnTo>
                    <a:pt x="42294" y="115816"/>
                  </a:lnTo>
                  <a:lnTo>
                    <a:pt x="42749" y="115665"/>
                  </a:lnTo>
                  <a:lnTo>
                    <a:pt x="48661" y="108843"/>
                  </a:lnTo>
                  <a:lnTo>
                    <a:pt x="48661" y="108691"/>
                  </a:lnTo>
                  <a:lnTo>
                    <a:pt x="48964" y="106872"/>
                  </a:lnTo>
                  <a:lnTo>
                    <a:pt x="48964" y="106721"/>
                  </a:lnTo>
                  <a:lnTo>
                    <a:pt x="48964" y="106418"/>
                  </a:lnTo>
                  <a:lnTo>
                    <a:pt x="51238" y="104902"/>
                  </a:lnTo>
                  <a:lnTo>
                    <a:pt x="51390" y="104599"/>
                  </a:lnTo>
                  <a:lnTo>
                    <a:pt x="51238" y="99899"/>
                  </a:lnTo>
                  <a:lnTo>
                    <a:pt x="56392" y="95655"/>
                  </a:lnTo>
                  <a:lnTo>
                    <a:pt x="56695" y="95200"/>
                  </a:lnTo>
                  <a:lnTo>
                    <a:pt x="56089" y="90197"/>
                  </a:lnTo>
                  <a:lnTo>
                    <a:pt x="55483" y="83073"/>
                  </a:lnTo>
                  <a:lnTo>
                    <a:pt x="67610" y="68823"/>
                  </a:lnTo>
                  <a:lnTo>
                    <a:pt x="67762" y="68520"/>
                  </a:lnTo>
                  <a:lnTo>
                    <a:pt x="67307" y="66398"/>
                  </a:lnTo>
                  <a:lnTo>
                    <a:pt x="66700" y="65943"/>
                  </a:lnTo>
                  <a:lnTo>
                    <a:pt x="59727" y="67004"/>
                  </a:lnTo>
                  <a:lnTo>
                    <a:pt x="51996" y="53512"/>
                  </a:lnTo>
                  <a:lnTo>
                    <a:pt x="49267" y="49116"/>
                  </a:lnTo>
                  <a:lnTo>
                    <a:pt x="49419" y="49268"/>
                  </a:lnTo>
                  <a:lnTo>
                    <a:pt x="50177" y="48965"/>
                  </a:lnTo>
                  <a:lnTo>
                    <a:pt x="50480" y="48358"/>
                  </a:lnTo>
                  <a:lnTo>
                    <a:pt x="57605" y="60789"/>
                  </a:lnTo>
                  <a:lnTo>
                    <a:pt x="58969" y="65640"/>
                  </a:lnTo>
                  <a:lnTo>
                    <a:pt x="59727" y="65943"/>
                  </a:lnTo>
                  <a:lnTo>
                    <a:pt x="69581" y="61395"/>
                  </a:lnTo>
                  <a:lnTo>
                    <a:pt x="69732" y="61243"/>
                  </a:lnTo>
                  <a:lnTo>
                    <a:pt x="74735" y="55180"/>
                  </a:lnTo>
                  <a:lnTo>
                    <a:pt x="74583" y="54573"/>
                  </a:lnTo>
                  <a:lnTo>
                    <a:pt x="71400" y="51693"/>
                  </a:lnTo>
                  <a:lnTo>
                    <a:pt x="73825" y="52300"/>
                  </a:lnTo>
                  <a:lnTo>
                    <a:pt x="80798" y="52451"/>
                  </a:lnTo>
                  <a:lnTo>
                    <a:pt x="82011" y="53815"/>
                  </a:lnTo>
                  <a:lnTo>
                    <a:pt x="82163" y="54119"/>
                  </a:lnTo>
                  <a:lnTo>
                    <a:pt x="82466" y="54270"/>
                  </a:lnTo>
                  <a:lnTo>
                    <a:pt x="83679" y="54573"/>
                  </a:lnTo>
                  <a:lnTo>
                    <a:pt x="83224" y="55028"/>
                  </a:lnTo>
                  <a:lnTo>
                    <a:pt x="83224" y="55635"/>
                  </a:lnTo>
                  <a:lnTo>
                    <a:pt x="84133" y="56696"/>
                  </a:lnTo>
                  <a:lnTo>
                    <a:pt x="84437" y="56847"/>
                  </a:lnTo>
                  <a:lnTo>
                    <a:pt x="85953" y="56999"/>
                  </a:lnTo>
                  <a:lnTo>
                    <a:pt x="86407" y="56696"/>
                  </a:lnTo>
                  <a:lnTo>
                    <a:pt x="86559" y="55938"/>
                  </a:lnTo>
                  <a:lnTo>
                    <a:pt x="91410" y="69581"/>
                  </a:lnTo>
                  <a:lnTo>
                    <a:pt x="92016" y="69884"/>
                  </a:lnTo>
                  <a:lnTo>
                    <a:pt x="95200" y="67913"/>
                  </a:lnTo>
                  <a:lnTo>
                    <a:pt x="95351" y="67610"/>
                  </a:lnTo>
                  <a:lnTo>
                    <a:pt x="95806" y="62153"/>
                  </a:lnTo>
                  <a:lnTo>
                    <a:pt x="102779" y="55331"/>
                  </a:lnTo>
                  <a:lnTo>
                    <a:pt x="103234" y="54877"/>
                  </a:lnTo>
                  <a:lnTo>
                    <a:pt x="107782" y="58666"/>
                  </a:lnTo>
                  <a:lnTo>
                    <a:pt x="108388" y="61547"/>
                  </a:lnTo>
                  <a:lnTo>
                    <a:pt x="108691" y="61850"/>
                  </a:lnTo>
                  <a:lnTo>
                    <a:pt x="109752" y="62153"/>
                  </a:lnTo>
                  <a:lnTo>
                    <a:pt x="110207" y="62001"/>
                  </a:lnTo>
                  <a:lnTo>
                    <a:pt x="110662" y="61547"/>
                  </a:lnTo>
                  <a:lnTo>
                    <a:pt x="111571" y="62608"/>
                  </a:lnTo>
                  <a:lnTo>
                    <a:pt x="112329" y="65336"/>
                  </a:lnTo>
                  <a:lnTo>
                    <a:pt x="112178" y="68368"/>
                  </a:lnTo>
                  <a:lnTo>
                    <a:pt x="112178" y="69581"/>
                  </a:lnTo>
                  <a:lnTo>
                    <a:pt x="112329" y="69884"/>
                  </a:lnTo>
                  <a:lnTo>
                    <a:pt x="114300" y="71703"/>
                  </a:lnTo>
                  <a:lnTo>
                    <a:pt x="115361" y="74887"/>
                  </a:lnTo>
                  <a:lnTo>
                    <a:pt x="115513" y="75190"/>
                  </a:lnTo>
                  <a:lnTo>
                    <a:pt x="118848" y="78070"/>
                  </a:lnTo>
                  <a:lnTo>
                    <a:pt x="119606" y="77767"/>
                  </a:lnTo>
                  <a:lnTo>
                    <a:pt x="119909" y="76706"/>
                  </a:lnTo>
                  <a:lnTo>
                    <a:pt x="119909" y="76403"/>
                  </a:lnTo>
                  <a:lnTo>
                    <a:pt x="116574" y="71552"/>
                  </a:lnTo>
                  <a:lnTo>
                    <a:pt x="114603" y="68671"/>
                  </a:lnTo>
                  <a:lnTo>
                    <a:pt x="114907" y="65033"/>
                  </a:lnTo>
                  <a:lnTo>
                    <a:pt x="117787" y="67913"/>
                  </a:lnTo>
                  <a:lnTo>
                    <a:pt x="118999" y="67913"/>
                  </a:lnTo>
                  <a:lnTo>
                    <a:pt x="118999" y="69429"/>
                  </a:lnTo>
                  <a:lnTo>
                    <a:pt x="119757" y="69884"/>
                  </a:lnTo>
                  <a:lnTo>
                    <a:pt x="123547" y="67307"/>
                  </a:lnTo>
                  <a:lnTo>
                    <a:pt x="123699" y="67004"/>
                  </a:lnTo>
                  <a:lnTo>
                    <a:pt x="123547" y="63214"/>
                  </a:lnTo>
                  <a:lnTo>
                    <a:pt x="123396" y="62911"/>
                  </a:lnTo>
                  <a:lnTo>
                    <a:pt x="119757" y="58970"/>
                  </a:lnTo>
                  <a:lnTo>
                    <a:pt x="119909" y="57150"/>
                  </a:lnTo>
                  <a:lnTo>
                    <a:pt x="120970" y="56544"/>
                  </a:lnTo>
                  <a:lnTo>
                    <a:pt x="121728" y="56089"/>
                  </a:lnTo>
                  <a:lnTo>
                    <a:pt x="121728" y="56696"/>
                  </a:lnTo>
                  <a:lnTo>
                    <a:pt x="122334" y="56999"/>
                  </a:lnTo>
                  <a:lnTo>
                    <a:pt x="129914" y="54270"/>
                  </a:lnTo>
                  <a:lnTo>
                    <a:pt x="130066" y="54119"/>
                  </a:lnTo>
                  <a:lnTo>
                    <a:pt x="132643" y="48510"/>
                  </a:lnTo>
                  <a:lnTo>
                    <a:pt x="132491" y="48207"/>
                  </a:lnTo>
                  <a:lnTo>
                    <a:pt x="128247" y="41233"/>
                  </a:lnTo>
                  <a:lnTo>
                    <a:pt x="130369" y="38959"/>
                  </a:lnTo>
                  <a:lnTo>
                    <a:pt x="130066" y="38202"/>
                  </a:lnTo>
                  <a:lnTo>
                    <a:pt x="127185" y="38202"/>
                  </a:lnTo>
                  <a:lnTo>
                    <a:pt x="126731" y="38505"/>
                  </a:lnTo>
                  <a:lnTo>
                    <a:pt x="125518" y="36534"/>
                  </a:lnTo>
                  <a:lnTo>
                    <a:pt x="126882" y="35321"/>
                  </a:lnTo>
                  <a:lnTo>
                    <a:pt x="128095" y="37595"/>
                  </a:lnTo>
                  <a:lnTo>
                    <a:pt x="128701" y="37747"/>
                  </a:lnTo>
                  <a:lnTo>
                    <a:pt x="130369" y="36686"/>
                  </a:lnTo>
                  <a:lnTo>
                    <a:pt x="131127" y="38353"/>
                  </a:lnTo>
                  <a:lnTo>
                    <a:pt x="131430" y="38656"/>
                  </a:lnTo>
                  <a:lnTo>
                    <a:pt x="132794" y="38959"/>
                  </a:lnTo>
                  <a:lnTo>
                    <a:pt x="134159" y="42143"/>
                  </a:lnTo>
                  <a:lnTo>
                    <a:pt x="134613" y="42446"/>
                  </a:lnTo>
                  <a:lnTo>
                    <a:pt x="136584" y="42294"/>
                  </a:lnTo>
                  <a:lnTo>
                    <a:pt x="137039" y="41840"/>
                  </a:lnTo>
                  <a:lnTo>
                    <a:pt x="137342" y="39717"/>
                  </a:lnTo>
                  <a:lnTo>
                    <a:pt x="137190" y="39263"/>
                  </a:lnTo>
                  <a:lnTo>
                    <a:pt x="134159" y="36837"/>
                  </a:lnTo>
                  <a:lnTo>
                    <a:pt x="134613" y="36837"/>
                  </a:lnTo>
                  <a:lnTo>
                    <a:pt x="135068" y="36382"/>
                  </a:lnTo>
                  <a:lnTo>
                    <a:pt x="134765" y="33805"/>
                  </a:lnTo>
                  <a:lnTo>
                    <a:pt x="137190" y="33351"/>
                  </a:lnTo>
                  <a:lnTo>
                    <a:pt x="137494" y="33199"/>
                  </a:lnTo>
                  <a:lnTo>
                    <a:pt x="139010" y="30925"/>
                  </a:lnTo>
                  <a:lnTo>
                    <a:pt x="139010" y="30622"/>
                  </a:lnTo>
                  <a:lnTo>
                    <a:pt x="139010" y="26529"/>
                  </a:lnTo>
                  <a:lnTo>
                    <a:pt x="139010" y="26377"/>
                  </a:lnTo>
                  <a:lnTo>
                    <a:pt x="139464" y="26984"/>
                  </a:lnTo>
                  <a:lnTo>
                    <a:pt x="141132" y="29864"/>
                  </a:lnTo>
                  <a:lnTo>
                    <a:pt x="141435" y="30167"/>
                  </a:lnTo>
                  <a:lnTo>
                    <a:pt x="142648" y="30167"/>
                  </a:lnTo>
                  <a:lnTo>
                    <a:pt x="143103" y="29409"/>
                  </a:lnTo>
                  <a:lnTo>
                    <a:pt x="141587" y="27287"/>
                  </a:lnTo>
                  <a:lnTo>
                    <a:pt x="141890" y="27287"/>
                  </a:lnTo>
                  <a:lnTo>
                    <a:pt x="142193" y="26529"/>
                  </a:lnTo>
                  <a:lnTo>
                    <a:pt x="138100" y="22284"/>
                  </a:lnTo>
                  <a:lnTo>
                    <a:pt x="137797" y="22133"/>
                  </a:lnTo>
                  <a:lnTo>
                    <a:pt x="136584" y="22133"/>
                  </a:lnTo>
                  <a:lnTo>
                    <a:pt x="136129" y="22891"/>
                  </a:lnTo>
                  <a:lnTo>
                    <a:pt x="138100" y="25316"/>
                  </a:lnTo>
                  <a:lnTo>
                    <a:pt x="134613" y="21223"/>
                  </a:lnTo>
                  <a:lnTo>
                    <a:pt x="134310" y="21072"/>
                  </a:lnTo>
                  <a:lnTo>
                    <a:pt x="130672" y="21072"/>
                  </a:lnTo>
                  <a:lnTo>
                    <a:pt x="131278" y="16827"/>
                  </a:lnTo>
                  <a:lnTo>
                    <a:pt x="139464" y="16979"/>
                  </a:lnTo>
                  <a:lnTo>
                    <a:pt x="139919" y="16524"/>
                  </a:lnTo>
                  <a:lnTo>
                    <a:pt x="140677" y="14099"/>
                  </a:lnTo>
                  <a:lnTo>
                    <a:pt x="143860" y="15311"/>
                  </a:lnTo>
                  <a:lnTo>
                    <a:pt x="144467" y="14856"/>
                  </a:lnTo>
                  <a:lnTo>
                    <a:pt x="144467" y="14099"/>
                  </a:lnTo>
                  <a:lnTo>
                    <a:pt x="144770" y="14099"/>
                  </a:lnTo>
                  <a:lnTo>
                    <a:pt x="145831" y="15160"/>
                  </a:lnTo>
                  <a:lnTo>
                    <a:pt x="144770" y="15766"/>
                  </a:lnTo>
                  <a:lnTo>
                    <a:pt x="144467" y="16221"/>
                  </a:lnTo>
                  <a:lnTo>
                    <a:pt x="144315" y="19253"/>
                  </a:lnTo>
                  <a:lnTo>
                    <a:pt x="144467" y="19556"/>
                  </a:lnTo>
                  <a:lnTo>
                    <a:pt x="150531" y="25316"/>
                  </a:lnTo>
                  <a:lnTo>
                    <a:pt x="151288" y="25013"/>
                  </a:lnTo>
                  <a:lnTo>
                    <a:pt x="151288" y="19404"/>
                  </a:lnTo>
                  <a:lnTo>
                    <a:pt x="151288" y="19101"/>
                  </a:lnTo>
                  <a:lnTo>
                    <a:pt x="148257" y="16372"/>
                  </a:lnTo>
                  <a:lnTo>
                    <a:pt x="155836" y="13947"/>
                  </a:lnTo>
                  <a:lnTo>
                    <a:pt x="156139" y="13644"/>
                  </a:lnTo>
                  <a:lnTo>
                    <a:pt x="156139" y="12734"/>
                  </a:lnTo>
                  <a:lnTo>
                    <a:pt x="155836" y="12279"/>
                  </a:lnTo>
                  <a:lnTo>
                    <a:pt x="152653" y="11370"/>
                  </a:lnTo>
                  <a:lnTo>
                    <a:pt x="153411" y="10763"/>
                  </a:lnTo>
                  <a:lnTo>
                    <a:pt x="156746" y="11521"/>
                  </a:lnTo>
                  <a:lnTo>
                    <a:pt x="159323" y="11521"/>
                  </a:lnTo>
                  <a:lnTo>
                    <a:pt x="159778" y="10763"/>
                  </a:lnTo>
                  <a:lnTo>
                    <a:pt x="157655" y="8641"/>
                  </a:lnTo>
                  <a:lnTo>
                    <a:pt x="157504" y="8490"/>
                  </a:lnTo>
                  <a:lnTo>
                    <a:pt x="144618" y="6064"/>
                  </a:lnTo>
                  <a:lnTo>
                    <a:pt x="124912" y="5458"/>
                  </a:lnTo>
                  <a:lnTo>
                    <a:pt x="123850" y="4093"/>
                  </a:lnTo>
                  <a:lnTo>
                    <a:pt x="123547" y="3942"/>
                  </a:lnTo>
                  <a:lnTo>
                    <a:pt x="116726" y="2729"/>
                  </a:lnTo>
                  <a:lnTo>
                    <a:pt x="116271" y="2881"/>
                  </a:lnTo>
                  <a:lnTo>
                    <a:pt x="114452" y="4548"/>
                  </a:lnTo>
                  <a:lnTo>
                    <a:pt x="109146" y="4548"/>
                  </a:lnTo>
                  <a:lnTo>
                    <a:pt x="107024" y="2881"/>
                  </a:lnTo>
                  <a:lnTo>
                    <a:pt x="106721" y="2729"/>
                  </a:lnTo>
                  <a:lnTo>
                    <a:pt x="94290" y="2729"/>
                  </a:lnTo>
                  <a:lnTo>
                    <a:pt x="93684" y="304"/>
                  </a:lnTo>
                  <a:lnTo>
                    <a:pt x="9322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9" name="Google Shape;56;p7">
              <a:extLst>
                <a:ext uri="{FF2B5EF4-FFF2-40B4-BE49-F238E27FC236}">
                  <a16:creationId xmlns:a16="http://schemas.microsoft.com/office/drawing/2014/main" id="{BFD40D03-DECD-FC78-C6EC-094E03455D16}"/>
                </a:ext>
              </a:extLst>
            </p:cNvPr>
            <p:cNvSpPr/>
            <p:nvPr/>
          </p:nvSpPr>
          <p:spPr>
            <a:xfrm>
              <a:off x="3145069" y="19363088"/>
              <a:ext cx="162420" cy="64662"/>
            </a:xfrm>
            <a:custGeom>
              <a:avLst/>
              <a:gdLst/>
              <a:ahLst/>
              <a:cxnLst/>
              <a:rect l="l" t="t" r="r" b="b"/>
              <a:pathLst>
                <a:path w="8186" h="3942" extrusionOk="0">
                  <a:moveTo>
                    <a:pt x="6215" y="0"/>
                  </a:moveTo>
                  <a:lnTo>
                    <a:pt x="4396" y="607"/>
                  </a:lnTo>
                  <a:lnTo>
                    <a:pt x="2274" y="455"/>
                  </a:lnTo>
                  <a:lnTo>
                    <a:pt x="1819" y="607"/>
                  </a:lnTo>
                  <a:lnTo>
                    <a:pt x="1516" y="1213"/>
                  </a:lnTo>
                  <a:lnTo>
                    <a:pt x="455" y="1062"/>
                  </a:lnTo>
                  <a:lnTo>
                    <a:pt x="0" y="1516"/>
                  </a:lnTo>
                  <a:lnTo>
                    <a:pt x="0" y="2729"/>
                  </a:lnTo>
                  <a:lnTo>
                    <a:pt x="303" y="3184"/>
                  </a:lnTo>
                  <a:lnTo>
                    <a:pt x="5003" y="3942"/>
                  </a:lnTo>
                  <a:lnTo>
                    <a:pt x="5154" y="3942"/>
                  </a:lnTo>
                  <a:lnTo>
                    <a:pt x="7883" y="2577"/>
                  </a:lnTo>
                  <a:lnTo>
                    <a:pt x="8186" y="2123"/>
                  </a:lnTo>
                  <a:lnTo>
                    <a:pt x="8186" y="1819"/>
                  </a:lnTo>
                  <a:lnTo>
                    <a:pt x="8034" y="1365"/>
                  </a:lnTo>
                  <a:lnTo>
                    <a:pt x="667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0" name="Google Shape;57;p7">
              <a:extLst>
                <a:ext uri="{FF2B5EF4-FFF2-40B4-BE49-F238E27FC236}">
                  <a16:creationId xmlns:a16="http://schemas.microsoft.com/office/drawing/2014/main" id="{905B970D-51D6-F991-0231-524946A9AAE5}"/>
                </a:ext>
              </a:extLst>
            </p:cNvPr>
            <p:cNvSpPr/>
            <p:nvPr/>
          </p:nvSpPr>
          <p:spPr>
            <a:xfrm>
              <a:off x="2612690" y="19136805"/>
              <a:ext cx="754957" cy="330739"/>
            </a:xfrm>
            <a:custGeom>
              <a:avLst/>
              <a:gdLst/>
              <a:ahLst/>
              <a:cxnLst/>
              <a:rect l="l" t="t" r="r" b="b"/>
              <a:pathLst>
                <a:path w="38050" h="20163" extrusionOk="0">
                  <a:moveTo>
                    <a:pt x="28500" y="1"/>
                  </a:moveTo>
                  <a:lnTo>
                    <a:pt x="20314" y="910"/>
                  </a:lnTo>
                  <a:lnTo>
                    <a:pt x="10612" y="910"/>
                  </a:lnTo>
                  <a:lnTo>
                    <a:pt x="4851" y="2881"/>
                  </a:lnTo>
                  <a:lnTo>
                    <a:pt x="304" y="4397"/>
                  </a:lnTo>
                  <a:lnTo>
                    <a:pt x="0" y="4700"/>
                  </a:lnTo>
                  <a:lnTo>
                    <a:pt x="0" y="6064"/>
                  </a:lnTo>
                  <a:lnTo>
                    <a:pt x="455" y="6519"/>
                  </a:lnTo>
                  <a:lnTo>
                    <a:pt x="7125" y="6671"/>
                  </a:lnTo>
                  <a:lnTo>
                    <a:pt x="8641" y="9399"/>
                  </a:lnTo>
                  <a:lnTo>
                    <a:pt x="8641" y="11673"/>
                  </a:lnTo>
                  <a:lnTo>
                    <a:pt x="5609" y="13492"/>
                  </a:lnTo>
                  <a:lnTo>
                    <a:pt x="5306" y="13795"/>
                  </a:lnTo>
                  <a:lnTo>
                    <a:pt x="5458" y="17585"/>
                  </a:lnTo>
                  <a:lnTo>
                    <a:pt x="5609" y="17888"/>
                  </a:lnTo>
                  <a:lnTo>
                    <a:pt x="7580" y="20011"/>
                  </a:lnTo>
                  <a:lnTo>
                    <a:pt x="8035" y="20162"/>
                  </a:lnTo>
                  <a:lnTo>
                    <a:pt x="10460" y="20162"/>
                  </a:lnTo>
                  <a:lnTo>
                    <a:pt x="10763" y="20011"/>
                  </a:lnTo>
                  <a:lnTo>
                    <a:pt x="14402" y="16069"/>
                  </a:lnTo>
                  <a:lnTo>
                    <a:pt x="19556" y="14553"/>
                  </a:lnTo>
                  <a:lnTo>
                    <a:pt x="21526" y="13037"/>
                  </a:lnTo>
                  <a:lnTo>
                    <a:pt x="25316" y="12886"/>
                  </a:lnTo>
                  <a:lnTo>
                    <a:pt x="28196" y="11976"/>
                  </a:lnTo>
                  <a:lnTo>
                    <a:pt x="28500" y="11825"/>
                  </a:lnTo>
                  <a:lnTo>
                    <a:pt x="33654" y="3639"/>
                  </a:lnTo>
                  <a:lnTo>
                    <a:pt x="36685" y="3032"/>
                  </a:lnTo>
                  <a:lnTo>
                    <a:pt x="36989" y="2881"/>
                  </a:lnTo>
                  <a:lnTo>
                    <a:pt x="38050" y="1820"/>
                  </a:lnTo>
                  <a:lnTo>
                    <a:pt x="37747" y="910"/>
                  </a:lnTo>
                  <a:lnTo>
                    <a:pt x="2850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1" name="Google Shape;58;p7">
              <a:extLst>
                <a:ext uri="{FF2B5EF4-FFF2-40B4-BE49-F238E27FC236}">
                  <a16:creationId xmlns:a16="http://schemas.microsoft.com/office/drawing/2014/main" id="{DC29D5F7-62E5-9D6D-A2DD-591C9E4A5A45}"/>
                </a:ext>
              </a:extLst>
            </p:cNvPr>
            <p:cNvSpPr/>
            <p:nvPr/>
          </p:nvSpPr>
          <p:spPr>
            <a:xfrm>
              <a:off x="5292600" y="20402480"/>
              <a:ext cx="222598" cy="216342"/>
            </a:xfrm>
            <a:custGeom>
              <a:avLst/>
              <a:gdLst/>
              <a:ahLst/>
              <a:cxnLst/>
              <a:rect l="l" t="t" r="r" b="b"/>
              <a:pathLst>
                <a:path w="11219" h="13189" extrusionOk="0">
                  <a:moveTo>
                    <a:pt x="455" y="1"/>
                  </a:moveTo>
                  <a:lnTo>
                    <a:pt x="0" y="759"/>
                  </a:lnTo>
                  <a:lnTo>
                    <a:pt x="9096" y="13037"/>
                  </a:lnTo>
                  <a:lnTo>
                    <a:pt x="9702" y="13189"/>
                  </a:lnTo>
                  <a:lnTo>
                    <a:pt x="11067" y="11976"/>
                  </a:lnTo>
                  <a:lnTo>
                    <a:pt x="11218" y="11673"/>
                  </a:lnTo>
                  <a:lnTo>
                    <a:pt x="11218" y="9702"/>
                  </a:lnTo>
                  <a:lnTo>
                    <a:pt x="11218" y="9248"/>
                  </a:lnTo>
                  <a:lnTo>
                    <a:pt x="3335" y="1213"/>
                  </a:lnTo>
                  <a:lnTo>
                    <a:pt x="3184" y="1062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2" name="Google Shape;59;p7">
              <a:extLst>
                <a:ext uri="{FF2B5EF4-FFF2-40B4-BE49-F238E27FC236}">
                  <a16:creationId xmlns:a16="http://schemas.microsoft.com/office/drawing/2014/main" id="{B52E8C68-B2EE-5BC1-1B7E-8F8D68CD78E3}"/>
                </a:ext>
              </a:extLst>
            </p:cNvPr>
            <p:cNvSpPr/>
            <p:nvPr/>
          </p:nvSpPr>
          <p:spPr>
            <a:xfrm>
              <a:off x="6336287" y="20549191"/>
              <a:ext cx="111309" cy="84559"/>
            </a:xfrm>
            <a:custGeom>
              <a:avLst/>
              <a:gdLst/>
              <a:ahLst/>
              <a:cxnLst/>
              <a:rect l="l" t="t" r="r" b="b"/>
              <a:pathLst>
                <a:path w="5610" h="5155" extrusionOk="0">
                  <a:moveTo>
                    <a:pt x="2881" y="0"/>
                  </a:moveTo>
                  <a:lnTo>
                    <a:pt x="1820" y="152"/>
                  </a:lnTo>
                  <a:lnTo>
                    <a:pt x="1668" y="910"/>
                  </a:lnTo>
                  <a:lnTo>
                    <a:pt x="3184" y="1971"/>
                  </a:lnTo>
                  <a:lnTo>
                    <a:pt x="1" y="3639"/>
                  </a:lnTo>
                  <a:lnTo>
                    <a:pt x="1" y="4397"/>
                  </a:lnTo>
                  <a:lnTo>
                    <a:pt x="1213" y="5155"/>
                  </a:lnTo>
                  <a:lnTo>
                    <a:pt x="1668" y="5155"/>
                  </a:lnTo>
                  <a:lnTo>
                    <a:pt x="3790" y="3942"/>
                  </a:lnTo>
                  <a:lnTo>
                    <a:pt x="3942" y="3639"/>
                  </a:lnTo>
                  <a:lnTo>
                    <a:pt x="3942" y="2578"/>
                  </a:lnTo>
                  <a:lnTo>
                    <a:pt x="4094" y="2729"/>
                  </a:lnTo>
                  <a:lnTo>
                    <a:pt x="4548" y="2729"/>
                  </a:lnTo>
                  <a:lnTo>
                    <a:pt x="5458" y="2426"/>
                  </a:lnTo>
                  <a:lnTo>
                    <a:pt x="5610" y="1668"/>
                  </a:lnTo>
                  <a:lnTo>
                    <a:pt x="3032" y="152"/>
                  </a:lnTo>
                  <a:lnTo>
                    <a:pt x="288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3" name="Google Shape;60;p7">
              <a:extLst>
                <a:ext uri="{FF2B5EF4-FFF2-40B4-BE49-F238E27FC236}">
                  <a16:creationId xmlns:a16="http://schemas.microsoft.com/office/drawing/2014/main" id="{E2B93A48-F40E-FF98-7F0D-4980AD265608}"/>
                </a:ext>
              </a:extLst>
            </p:cNvPr>
            <p:cNvSpPr/>
            <p:nvPr/>
          </p:nvSpPr>
          <p:spPr>
            <a:xfrm>
              <a:off x="1782554" y="19246215"/>
              <a:ext cx="309820" cy="99486"/>
            </a:xfrm>
            <a:custGeom>
              <a:avLst/>
              <a:gdLst/>
              <a:ahLst/>
              <a:cxnLst/>
              <a:rect l="l" t="t" r="r" b="b"/>
              <a:pathLst>
                <a:path w="15615" h="6065" extrusionOk="0">
                  <a:moveTo>
                    <a:pt x="6064" y="1"/>
                  </a:moveTo>
                  <a:lnTo>
                    <a:pt x="303" y="1517"/>
                  </a:lnTo>
                  <a:lnTo>
                    <a:pt x="0" y="2274"/>
                  </a:lnTo>
                  <a:lnTo>
                    <a:pt x="1213" y="3487"/>
                  </a:lnTo>
                  <a:lnTo>
                    <a:pt x="1668" y="3639"/>
                  </a:lnTo>
                  <a:lnTo>
                    <a:pt x="5003" y="2578"/>
                  </a:lnTo>
                  <a:lnTo>
                    <a:pt x="4851" y="3032"/>
                  </a:lnTo>
                  <a:lnTo>
                    <a:pt x="5609" y="3336"/>
                  </a:lnTo>
                  <a:lnTo>
                    <a:pt x="3941" y="3790"/>
                  </a:lnTo>
                  <a:lnTo>
                    <a:pt x="3790" y="4700"/>
                  </a:lnTo>
                  <a:lnTo>
                    <a:pt x="7580" y="6064"/>
                  </a:lnTo>
                  <a:lnTo>
                    <a:pt x="7883" y="6064"/>
                  </a:lnTo>
                  <a:lnTo>
                    <a:pt x="10460" y="5003"/>
                  </a:lnTo>
                  <a:lnTo>
                    <a:pt x="13189" y="5609"/>
                  </a:lnTo>
                  <a:lnTo>
                    <a:pt x="13340" y="5609"/>
                  </a:lnTo>
                  <a:lnTo>
                    <a:pt x="15462" y="5155"/>
                  </a:lnTo>
                  <a:lnTo>
                    <a:pt x="15614" y="4397"/>
                  </a:lnTo>
                  <a:lnTo>
                    <a:pt x="13947" y="3639"/>
                  </a:lnTo>
                  <a:lnTo>
                    <a:pt x="15311" y="1971"/>
                  </a:lnTo>
                  <a:lnTo>
                    <a:pt x="14856" y="1213"/>
                  </a:lnTo>
                  <a:lnTo>
                    <a:pt x="13340" y="1213"/>
                  </a:lnTo>
                  <a:lnTo>
                    <a:pt x="12885" y="1365"/>
                  </a:lnTo>
                  <a:lnTo>
                    <a:pt x="12431" y="1971"/>
                  </a:lnTo>
                  <a:lnTo>
                    <a:pt x="12279" y="1517"/>
                  </a:lnTo>
                  <a:lnTo>
                    <a:pt x="11824" y="1213"/>
                  </a:lnTo>
                  <a:lnTo>
                    <a:pt x="10157" y="1820"/>
                  </a:lnTo>
                  <a:lnTo>
                    <a:pt x="8641" y="1062"/>
                  </a:lnTo>
                  <a:lnTo>
                    <a:pt x="8186" y="1062"/>
                  </a:lnTo>
                  <a:lnTo>
                    <a:pt x="7731" y="1213"/>
                  </a:lnTo>
                  <a:lnTo>
                    <a:pt x="7731" y="759"/>
                  </a:lnTo>
                  <a:lnTo>
                    <a:pt x="636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4" name="Google Shape;61;p7">
              <a:extLst>
                <a:ext uri="{FF2B5EF4-FFF2-40B4-BE49-F238E27FC236}">
                  <a16:creationId xmlns:a16="http://schemas.microsoft.com/office/drawing/2014/main" id="{8D7C80A0-C082-6A56-A144-2CB90D3D3921}"/>
                </a:ext>
              </a:extLst>
            </p:cNvPr>
            <p:cNvSpPr/>
            <p:nvPr/>
          </p:nvSpPr>
          <p:spPr>
            <a:xfrm>
              <a:off x="4041375" y="19877805"/>
              <a:ext cx="54147" cy="32347"/>
            </a:xfrm>
            <a:custGeom>
              <a:avLst/>
              <a:gdLst/>
              <a:ahLst/>
              <a:cxnLst/>
              <a:rect l="l" t="t" r="r" b="b"/>
              <a:pathLst>
                <a:path w="2729" h="1972" extrusionOk="0">
                  <a:moveTo>
                    <a:pt x="2123" y="1"/>
                  </a:moveTo>
                  <a:lnTo>
                    <a:pt x="0" y="759"/>
                  </a:lnTo>
                  <a:lnTo>
                    <a:pt x="0" y="1668"/>
                  </a:lnTo>
                  <a:lnTo>
                    <a:pt x="1516" y="1971"/>
                  </a:lnTo>
                  <a:lnTo>
                    <a:pt x="2123" y="1820"/>
                  </a:lnTo>
                  <a:lnTo>
                    <a:pt x="2729" y="607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5" name="Google Shape;62;p7">
              <a:extLst>
                <a:ext uri="{FF2B5EF4-FFF2-40B4-BE49-F238E27FC236}">
                  <a16:creationId xmlns:a16="http://schemas.microsoft.com/office/drawing/2014/main" id="{40427A53-0589-355A-3A21-ECD081681B84}"/>
                </a:ext>
              </a:extLst>
            </p:cNvPr>
            <p:cNvSpPr/>
            <p:nvPr/>
          </p:nvSpPr>
          <p:spPr>
            <a:xfrm>
              <a:off x="2092355" y="19308383"/>
              <a:ext cx="63174" cy="39794"/>
            </a:xfrm>
            <a:custGeom>
              <a:avLst/>
              <a:gdLst/>
              <a:ahLst/>
              <a:cxnLst/>
              <a:rect l="l" t="t" r="r" b="b"/>
              <a:pathLst>
                <a:path w="3184" h="2426" extrusionOk="0">
                  <a:moveTo>
                    <a:pt x="2122" y="0"/>
                  </a:moveTo>
                  <a:lnTo>
                    <a:pt x="303" y="758"/>
                  </a:lnTo>
                  <a:lnTo>
                    <a:pt x="0" y="1516"/>
                  </a:lnTo>
                  <a:lnTo>
                    <a:pt x="758" y="2274"/>
                  </a:lnTo>
                  <a:lnTo>
                    <a:pt x="1364" y="2426"/>
                  </a:lnTo>
                  <a:lnTo>
                    <a:pt x="3032" y="1668"/>
                  </a:lnTo>
                  <a:lnTo>
                    <a:pt x="3183" y="910"/>
                  </a:lnTo>
                  <a:lnTo>
                    <a:pt x="2729" y="152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6" name="Google Shape;63;p7">
              <a:extLst>
                <a:ext uri="{FF2B5EF4-FFF2-40B4-BE49-F238E27FC236}">
                  <a16:creationId xmlns:a16="http://schemas.microsoft.com/office/drawing/2014/main" id="{7E093C6C-CC36-B44D-353A-44BA88B6810D}"/>
                </a:ext>
              </a:extLst>
            </p:cNvPr>
            <p:cNvSpPr/>
            <p:nvPr/>
          </p:nvSpPr>
          <p:spPr>
            <a:xfrm>
              <a:off x="3490960" y="19800727"/>
              <a:ext cx="42123" cy="32347"/>
            </a:xfrm>
            <a:custGeom>
              <a:avLst/>
              <a:gdLst/>
              <a:ahLst/>
              <a:cxnLst/>
              <a:rect l="l" t="t" r="r" b="b"/>
              <a:pathLst>
                <a:path w="2123" h="1972" extrusionOk="0">
                  <a:moveTo>
                    <a:pt x="1364" y="0"/>
                  </a:moveTo>
                  <a:lnTo>
                    <a:pt x="0" y="1062"/>
                  </a:lnTo>
                  <a:lnTo>
                    <a:pt x="303" y="1971"/>
                  </a:lnTo>
                  <a:lnTo>
                    <a:pt x="1668" y="1971"/>
                  </a:lnTo>
                  <a:lnTo>
                    <a:pt x="2122" y="1516"/>
                  </a:lnTo>
                  <a:lnTo>
                    <a:pt x="2122" y="304"/>
                  </a:lnTo>
                  <a:lnTo>
                    <a:pt x="136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7" name="Google Shape;64;p7">
              <a:extLst>
                <a:ext uri="{FF2B5EF4-FFF2-40B4-BE49-F238E27FC236}">
                  <a16:creationId xmlns:a16="http://schemas.microsoft.com/office/drawing/2014/main" id="{6DA15690-9BC8-728A-A23C-FF0D999BB3D9}"/>
                </a:ext>
              </a:extLst>
            </p:cNvPr>
            <p:cNvSpPr/>
            <p:nvPr/>
          </p:nvSpPr>
          <p:spPr>
            <a:xfrm>
              <a:off x="5467044" y="20710812"/>
              <a:ext cx="773013" cy="479926"/>
            </a:xfrm>
            <a:custGeom>
              <a:avLst/>
              <a:gdLst/>
              <a:ahLst/>
              <a:cxnLst/>
              <a:rect l="l" t="t" r="r" b="b"/>
              <a:pathLst>
                <a:path w="38960" h="29258" extrusionOk="0">
                  <a:moveTo>
                    <a:pt x="31077" y="1"/>
                  </a:moveTo>
                  <a:lnTo>
                    <a:pt x="30471" y="456"/>
                  </a:lnTo>
                  <a:lnTo>
                    <a:pt x="30471" y="4397"/>
                  </a:lnTo>
                  <a:lnTo>
                    <a:pt x="27894" y="6822"/>
                  </a:lnTo>
                  <a:lnTo>
                    <a:pt x="24255" y="3639"/>
                  </a:lnTo>
                  <a:lnTo>
                    <a:pt x="25316" y="1517"/>
                  </a:lnTo>
                  <a:lnTo>
                    <a:pt x="25013" y="759"/>
                  </a:lnTo>
                  <a:lnTo>
                    <a:pt x="19708" y="910"/>
                  </a:lnTo>
                  <a:lnTo>
                    <a:pt x="19253" y="1214"/>
                  </a:lnTo>
                  <a:lnTo>
                    <a:pt x="18040" y="3639"/>
                  </a:lnTo>
                  <a:lnTo>
                    <a:pt x="15311" y="2426"/>
                  </a:lnTo>
                  <a:lnTo>
                    <a:pt x="14857" y="2578"/>
                  </a:lnTo>
                  <a:lnTo>
                    <a:pt x="9096" y="8945"/>
                  </a:lnTo>
                  <a:lnTo>
                    <a:pt x="1365" y="12431"/>
                  </a:lnTo>
                  <a:lnTo>
                    <a:pt x="1213" y="12886"/>
                  </a:lnTo>
                  <a:lnTo>
                    <a:pt x="1213" y="21375"/>
                  </a:lnTo>
                  <a:lnTo>
                    <a:pt x="1" y="24255"/>
                  </a:lnTo>
                  <a:lnTo>
                    <a:pt x="1" y="24710"/>
                  </a:lnTo>
                  <a:lnTo>
                    <a:pt x="910" y="25771"/>
                  </a:lnTo>
                  <a:lnTo>
                    <a:pt x="1365" y="25923"/>
                  </a:lnTo>
                  <a:lnTo>
                    <a:pt x="15918" y="22740"/>
                  </a:lnTo>
                  <a:lnTo>
                    <a:pt x="18192" y="24710"/>
                  </a:lnTo>
                  <a:lnTo>
                    <a:pt x="18646" y="24862"/>
                  </a:lnTo>
                  <a:lnTo>
                    <a:pt x="20617" y="23952"/>
                  </a:lnTo>
                  <a:lnTo>
                    <a:pt x="21527" y="28500"/>
                  </a:lnTo>
                  <a:lnTo>
                    <a:pt x="21830" y="28803"/>
                  </a:lnTo>
                  <a:lnTo>
                    <a:pt x="29409" y="29258"/>
                  </a:lnTo>
                  <a:lnTo>
                    <a:pt x="29713" y="29106"/>
                  </a:lnTo>
                  <a:lnTo>
                    <a:pt x="38353" y="20163"/>
                  </a:lnTo>
                  <a:lnTo>
                    <a:pt x="38505" y="19859"/>
                  </a:lnTo>
                  <a:lnTo>
                    <a:pt x="38960" y="14857"/>
                  </a:lnTo>
                  <a:lnTo>
                    <a:pt x="38808" y="14554"/>
                  </a:lnTo>
                  <a:lnTo>
                    <a:pt x="34109" y="8035"/>
                  </a:lnTo>
                  <a:lnTo>
                    <a:pt x="32744" y="759"/>
                  </a:lnTo>
                  <a:lnTo>
                    <a:pt x="32441" y="456"/>
                  </a:lnTo>
                  <a:lnTo>
                    <a:pt x="3107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8" name="Google Shape;65;p7">
              <a:extLst>
                <a:ext uri="{FF2B5EF4-FFF2-40B4-BE49-F238E27FC236}">
                  <a16:creationId xmlns:a16="http://schemas.microsoft.com/office/drawing/2014/main" id="{1272FE03-069D-D568-9FC6-24AD4F870AD1}"/>
                </a:ext>
              </a:extLst>
            </p:cNvPr>
            <p:cNvSpPr/>
            <p:nvPr/>
          </p:nvSpPr>
          <p:spPr>
            <a:xfrm>
              <a:off x="6459600" y="21123600"/>
              <a:ext cx="102281" cy="124337"/>
            </a:xfrm>
            <a:custGeom>
              <a:avLst/>
              <a:gdLst/>
              <a:ahLst/>
              <a:cxnLst/>
              <a:rect l="l" t="t" r="r" b="b"/>
              <a:pathLst>
                <a:path w="5155" h="7580" extrusionOk="0">
                  <a:moveTo>
                    <a:pt x="3336" y="0"/>
                  </a:moveTo>
                  <a:lnTo>
                    <a:pt x="2578" y="303"/>
                  </a:lnTo>
                  <a:lnTo>
                    <a:pt x="2426" y="758"/>
                  </a:lnTo>
                  <a:lnTo>
                    <a:pt x="2426" y="3335"/>
                  </a:lnTo>
                  <a:lnTo>
                    <a:pt x="607" y="5003"/>
                  </a:lnTo>
                  <a:lnTo>
                    <a:pt x="607" y="5154"/>
                  </a:lnTo>
                  <a:lnTo>
                    <a:pt x="1" y="7125"/>
                  </a:lnTo>
                  <a:lnTo>
                    <a:pt x="607" y="7580"/>
                  </a:lnTo>
                  <a:lnTo>
                    <a:pt x="5155" y="4548"/>
                  </a:lnTo>
                  <a:lnTo>
                    <a:pt x="5155" y="3790"/>
                  </a:lnTo>
                  <a:lnTo>
                    <a:pt x="3942" y="2274"/>
                  </a:lnTo>
                  <a:lnTo>
                    <a:pt x="3942" y="455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9" name="Google Shape;66;p7">
              <a:extLst>
                <a:ext uri="{FF2B5EF4-FFF2-40B4-BE49-F238E27FC236}">
                  <a16:creationId xmlns:a16="http://schemas.microsoft.com/office/drawing/2014/main" id="{E4862059-FFBA-D8B1-D150-7FD09326C958}"/>
                </a:ext>
              </a:extLst>
            </p:cNvPr>
            <p:cNvSpPr/>
            <p:nvPr/>
          </p:nvSpPr>
          <p:spPr>
            <a:xfrm>
              <a:off x="6243053" y="21233009"/>
              <a:ext cx="198531" cy="109426"/>
            </a:xfrm>
            <a:custGeom>
              <a:avLst/>
              <a:gdLst/>
              <a:ahLst/>
              <a:cxnLst/>
              <a:rect l="l" t="t" r="r" b="b"/>
              <a:pathLst>
                <a:path w="10006" h="6671" extrusionOk="0">
                  <a:moveTo>
                    <a:pt x="9247" y="0"/>
                  </a:moveTo>
                  <a:lnTo>
                    <a:pt x="0" y="4699"/>
                  </a:lnTo>
                  <a:lnTo>
                    <a:pt x="0" y="5457"/>
                  </a:lnTo>
                  <a:lnTo>
                    <a:pt x="2123" y="6670"/>
                  </a:lnTo>
                  <a:lnTo>
                    <a:pt x="2577" y="6670"/>
                  </a:lnTo>
                  <a:lnTo>
                    <a:pt x="9702" y="1971"/>
                  </a:lnTo>
                  <a:lnTo>
                    <a:pt x="10005" y="1516"/>
                  </a:lnTo>
                  <a:lnTo>
                    <a:pt x="10005" y="303"/>
                  </a:lnTo>
                  <a:lnTo>
                    <a:pt x="924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40" name="Google Shape;67;p7">
              <a:extLst>
                <a:ext uri="{FF2B5EF4-FFF2-40B4-BE49-F238E27FC236}">
                  <a16:creationId xmlns:a16="http://schemas.microsoft.com/office/drawing/2014/main" id="{AF462D21-23EB-E7E0-1446-A65B51143B13}"/>
                </a:ext>
              </a:extLst>
            </p:cNvPr>
            <p:cNvSpPr/>
            <p:nvPr/>
          </p:nvSpPr>
          <p:spPr>
            <a:xfrm>
              <a:off x="3963161" y="21011697"/>
              <a:ext cx="45139" cy="32347"/>
            </a:xfrm>
            <a:custGeom>
              <a:avLst/>
              <a:gdLst/>
              <a:ahLst/>
              <a:cxnLst/>
              <a:rect l="l" t="t" r="r" b="b"/>
              <a:pathLst>
                <a:path w="2275" h="1972" extrusionOk="0">
                  <a:moveTo>
                    <a:pt x="1062" y="0"/>
                  </a:moveTo>
                  <a:lnTo>
                    <a:pt x="1" y="758"/>
                  </a:lnTo>
                  <a:lnTo>
                    <a:pt x="1" y="1971"/>
                  </a:lnTo>
                  <a:lnTo>
                    <a:pt x="1365" y="1971"/>
                  </a:lnTo>
                  <a:lnTo>
                    <a:pt x="2275" y="1062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41" name="Google Shape;68;p7">
              <a:extLst>
                <a:ext uri="{FF2B5EF4-FFF2-40B4-BE49-F238E27FC236}">
                  <a16:creationId xmlns:a16="http://schemas.microsoft.com/office/drawing/2014/main" id="{4C1A01C1-34F9-2CF3-A923-2AE0E24901FC}"/>
                </a:ext>
              </a:extLst>
            </p:cNvPr>
            <p:cNvSpPr/>
            <p:nvPr/>
          </p:nvSpPr>
          <p:spPr>
            <a:xfrm>
              <a:off x="3755642" y="20902287"/>
              <a:ext cx="321844" cy="206402"/>
            </a:xfrm>
            <a:custGeom>
              <a:avLst/>
              <a:gdLst/>
              <a:ahLst/>
              <a:cxnLst/>
              <a:rect l="l" t="t" r="r" b="b"/>
              <a:pathLst>
                <a:path w="16221" h="12583" extrusionOk="0">
                  <a:moveTo>
                    <a:pt x="12279" y="0"/>
                  </a:moveTo>
                  <a:lnTo>
                    <a:pt x="5761" y="4397"/>
                  </a:lnTo>
                  <a:lnTo>
                    <a:pt x="4093" y="2577"/>
                  </a:lnTo>
                  <a:lnTo>
                    <a:pt x="4093" y="6216"/>
                  </a:lnTo>
                  <a:lnTo>
                    <a:pt x="0" y="6216"/>
                  </a:lnTo>
                  <a:lnTo>
                    <a:pt x="2426" y="12582"/>
                  </a:lnTo>
                  <a:lnTo>
                    <a:pt x="10005" y="12582"/>
                  </a:lnTo>
                  <a:lnTo>
                    <a:pt x="15917" y="5761"/>
                  </a:lnTo>
                  <a:lnTo>
                    <a:pt x="16220" y="3942"/>
                  </a:lnTo>
                  <a:lnTo>
                    <a:pt x="15159" y="3942"/>
                  </a:lnTo>
                  <a:lnTo>
                    <a:pt x="15159" y="5306"/>
                  </a:lnTo>
                  <a:lnTo>
                    <a:pt x="14098" y="4548"/>
                  </a:lnTo>
                  <a:lnTo>
                    <a:pt x="14098" y="3639"/>
                  </a:lnTo>
                  <a:lnTo>
                    <a:pt x="15159" y="3639"/>
                  </a:lnTo>
                  <a:lnTo>
                    <a:pt x="1515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42" name="Google Shape;69;p7">
              <a:extLst>
                <a:ext uri="{FF2B5EF4-FFF2-40B4-BE49-F238E27FC236}">
                  <a16:creationId xmlns:a16="http://schemas.microsoft.com/office/drawing/2014/main" id="{8B8A19CD-B217-C9D1-B168-FBE62F45A9EB}"/>
                </a:ext>
              </a:extLst>
            </p:cNvPr>
            <p:cNvSpPr/>
            <p:nvPr/>
          </p:nvSpPr>
          <p:spPr>
            <a:xfrm>
              <a:off x="1990073" y="19763426"/>
              <a:ext cx="69206" cy="17420"/>
            </a:xfrm>
            <a:custGeom>
              <a:avLst/>
              <a:gdLst/>
              <a:ahLst/>
              <a:cxnLst/>
              <a:rect l="l" t="t" r="r" b="b"/>
              <a:pathLst>
                <a:path w="3488" h="1062" extrusionOk="0">
                  <a:moveTo>
                    <a:pt x="1517" y="1"/>
                  </a:moveTo>
                  <a:lnTo>
                    <a:pt x="1" y="1062"/>
                  </a:lnTo>
                  <a:lnTo>
                    <a:pt x="1972" y="1062"/>
                  </a:lnTo>
                  <a:lnTo>
                    <a:pt x="348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43" name="Google Shape;70;p7">
              <a:extLst>
                <a:ext uri="{FF2B5EF4-FFF2-40B4-BE49-F238E27FC236}">
                  <a16:creationId xmlns:a16="http://schemas.microsoft.com/office/drawing/2014/main" id="{AEAB41D6-6A27-0C8F-01B1-8D0CAE3D65BB}"/>
                </a:ext>
              </a:extLst>
            </p:cNvPr>
            <p:cNvSpPr/>
            <p:nvPr/>
          </p:nvSpPr>
          <p:spPr>
            <a:xfrm>
              <a:off x="1229124" y="19654016"/>
              <a:ext cx="1073786" cy="410311"/>
            </a:xfrm>
            <a:custGeom>
              <a:avLst/>
              <a:gdLst/>
              <a:ahLst/>
              <a:cxnLst/>
              <a:rect l="l" t="t" r="r" b="b"/>
              <a:pathLst>
                <a:path w="54119" h="25014" extrusionOk="0">
                  <a:moveTo>
                    <a:pt x="7731" y="1"/>
                  </a:moveTo>
                  <a:lnTo>
                    <a:pt x="0" y="8187"/>
                  </a:lnTo>
                  <a:lnTo>
                    <a:pt x="0" y="14402"/>
                  </a:lnTo>
                  <a:lnTo>
                    <a:pt x="2729" y="17282"/>
                  </a:lnTo>
                  <a:lnTo>
                    <a:pt x="12734" y="18495"/>
                  </a:lnTo>
                  <a:lnTo>
                    <a:pt x="13947" y="20617"/>
                  </a:lnTo>
                  <a:lnTo>
                    <a:pt x="16827" y="20465"/>
                  </a:lnTo>
                  <a:lnTo>
                    <a:pt x="19101" y="25013"/>
                  </a:lnTo>
                  <a:lnTo>
                    <a:pt x="23345" y="19556"/>
                  </a:lnTo>
                  <a:lnTo>
                    <a:pt x="33502" y="19556"/>
                  </a:lnTo>
                  <a:lnTo>
                    <a:pt x="34260" y="24710"/>
                  </a:lnTo>
                  <a:lnTo>
                    <a:pt x="35776" y="24710"/>
                  </a:lnTo>
                  <a:lnTo>
                    <a:pt x="35927" y="18495"/>
                  </a:lnTo>
                  <a:lnTo>
                    <a:pt x="52299" y="4397"/>
                  </a:lnTo>
                  <a:lnTo>
                    <a:pt x="53512" y="4094"/>
                  </a:lnTo>
                  <a:lnTo>
                    <a:pt x="54118" y="2123"/>
                  </a:lnTo>
                  <a:lnTo>
                    <a:pt x="52299" y="2123"/>
                  </a:lnTo>
                  <a:lnTo>
                    <a:pt x="50329" y="3790"/>
                  </a:lnTo>
                  <a:lnTo>
                    <a:pt x="45932" y="3790"/>
                  </a:lnTo>
                  <a:lnTo>
                    <a:pt x="44417" y="4852"/>
                  </a:lnTo>
                  <a:lnTo>
                    <a:pt x="45478" y="4852"/>
                  </a:lnTo>
                  <a:lnTo>
                    <a:pt x="44113" y="5761"/>
                  </a:lnTo>
                  <a:lnTo>
                    <a:pt x="42901" y="5761"/>
                  </a:lnTo>
                  <a:lnTo>
                    <a:pt x="44417" y="4852"/>
                  </a:lnTo>
                  <a:lnTo>
                    <a:pt x="41536" y="4852"/>
                  </a:lnTo>
                  <a:lnTo>
                    <a:pt x="40172" y="5761"/>
                  </a:lnTo>
                  <a:lnTo>
                    <a:pt x="38959" y="5913"/>
                  </a:lnTo>
                  <a:lnTo>
                    <a:pt x="39262" y="3639"/>
                  </a:lnTo>
                  <a:lnTo>
                    <a:pt x="38201" y="3639"/>
                  </a:lnTo>
                  <a:lnTo>
                    <a:pt x="36989" y="4397"/>
                  </a:lnTo>
                  <a:lnTo>
                    <a:pt x="34866" y="7732"/>
                  </a:lnTo>
                  <a:lnTo>
                    <a:pt x="33502" y="7732"/>
                  </a:lnTo>
                  <a:lnTo>
                    <a:pt x="36079" y="3639"/>
                  </a:lnTo>
                  <a:lnTo>
                    <a:pt x="38959" y="3032"/>
                  </a:lnTo>
                  <a:lnTo>
                    <a:pt x="38808" y="2426"/>
                  </a:lnTo>
                  <a:lnTo>
                    <a:pt x="36837" y="2426"/>
                  </a:lnTo>
                  <a:lnTo>
                    <a:pt x="35927" y="1820"/>
                  </a:lnTo>
                  <a:lnTo>
                    <a:pt x="34866" y="2426"/>
                  </a:lnTo>
                  <a:lnTo>
                    <a:pt x="33502" y="2426"/>
                  </a:lnTo>
                  <a:lnTo>
                    <a:pt x="33957" y="1213"/>
                  </a:lnTo>
                  <a:lnTo>
                    <a:pt x="3122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44" name="Google Shape;71;p7">
              <a:extLst>
                <a:ext uri="{FF2B5EF4-FFF2-40B4-BE49-F238E27FC236}">
                  <a16:creationId xmlns:a16="http://schemas.microsoft.com/office/drawing/2014/main" id="{9CDE075C-FE54-F018-A0B6-00B347240C1E}"/>
                </a:ext>
              </a:extLst>
            </p:cNvPr>
            <p:cNvSpPr/>
            <p:nvPr/>
          </p:nvSpPr>
          <p:spPr>
            <a:xfrm>
              <a:off x="2462294" y="19616715"/>
              <a:ext cx="111309" cy="57215"/>
            </a:xfrm>
            <a:custGeom>
              <a:avLst/>
              <a:gdLst/>
              <a:ahLst/>
              <a:cxnLst/>
              <a:rect l="l" t="t" r="r" b="b"/>
              <a:pathLst>
                <a:path w="5610" h="3488" extrusionOk="0">
                  <a:moveTo>
                    <a:pt x="3336" y="1"/>
                  </a:moveTo>
                  <a:lnTo>
                    <a:pt x="1" y="3487"/>
                  </a:lnTo>
                  <a:lnTo>
                    <a:pt x="5610" y="3487"/>
                  </a:lnTo>
                  <a:lnTo>
                    <a:pt x="4549" y="1668"/>
                  </a:lnTo>
                  <a:lnTo>
                    <a:pt x="3336" y="1365"/>
                  </a:lnTo>
                  <a:lnTo>
                    <a:pt x="333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45" name="Google Shape;72;p7">
              <a:extLst>
                <a:ext uri="{FF2B5EF4-FFF2-40B4-BE49-F238E27FC236}">
                  <a16:creationId xmlns:a16="http://schemas.microsoft.com/office/drawing/2014/main" id="{FC2765DB-79AF-9FC9-C493-FBCD893F75D0}"/>
                </a:ext>
              </a:extLst>
            </p:cNvPr>
            <p:cNvSpPr/>
            <p:nvPr/>
          </p:nvSpPr>
          <p:spPr>
            <a:xfrm>
              <a:off x="1283251" y="19937480"/>
              <a:ext cx="496308" cy="310842"/>
            </a:xfrm>
            <a:custGeom>
              <a:avLst/>
              <a:gdLst/>
              <a:ahLst/>
              <a:cxnLst/>
              <a:rect l="l" t="t" r="r" b="b"/>
              <a:pathLst>
                <a:path w="25014" h="18950" extrusionOk="0">
                  <a:moveTo>
                    <a:pt x="1" y="1"/>
                  </a:moveTo>
                  <a:lnTo>
                    <a:pt x="154" y="20"/>
                  </a:lnTo>
                  <a:lnTo>
                    <a:pt x="154" y="20"/>
                  </a:lnTo>
                  <a:lnTo>
                    <a:pt x="152" y="1"/>
                  </a:lnTo>
                  <a:close/>
                  <a:moveTo>
                    <a:pt x="154" y="20"/>
                  </a:moveTo>
                  <a:lnTo>
                    <a:pt x="456" y="4397"/>
                  </a:lnTo>
                  <a:lnTo>
                    <a:pt x="3488" y="10158"/>
                  </a:lnTo>
                  <a:lnTo>
                    <a:pt x="4852" y="9248"/>
                  </a:lnTo>
                  <a:lnTo>
                    <a:pt x="2426" y="4094"/>
                  </a:lnTo>
                  <a:lnTo>
                    <a:pt x="2426" y="1214"/>
                  </a:lnTo>
                  <a:lnTo>
                    <a:pt x="3791" y="1214"/>
                  </a:lnTo>
                  <a:lnTo>
                    <a:pt x="3791" y="3942"/>
                  </a:lnTo>
                  <a:lnTo>
                    <a:pt x="8338" y="14554"/>
                  </a:lnTo>
                  <a:lnTo>
                    <a:pt x="15766" y="17737"/>
                  </a:lnTo>
                  <a:lnTo>
                    <a:pt x="17737" y="17282"/>
                  </a:lnTo>
                  <a:lnTo>
                    <a:pt x="19253" y="18950"/>
                  </a:lnTo>
                  <a:lnTo>
                    <a:pt x="20163" y="17434"/>
                  </a:lnTo>
                  <a:lnTo>
                    <a:pt x="21830" y="17434"/>
                  </a:lnTo>
                  <a:lnTo>
                    <a:pt x="21527" y="15615"/>
                  </a:lnTo>
                  <a:lnTo>
                    <a:pt x="23043" y="15615"/>
                  </a:lnTo>
                  <a:lnTo>
                    <a:pt x="25013" y="14099"/>
                  </a:lnTo>
                  <a:lnTo>
                    <a:pt x="25013" y="12128"/>
                  </a:lnTo>
                  <a:lnTo>
                    <a:pt x="22891" y="11977"/>
                  </a:lnTo>
                  <a:lnTo>
                    <a:pt x="21224" y="14705"/>
                  </a:lnTo>
                  <a:lnTo>
                    <a:pt x="16676" y="14705"/>
                  </a:lnTo>
                  <a:lnTo>
                    <a:pt x="14554" y="10006"/>
                  </a:lnTo>
                  <a:lnTo>
                    <a:pt x="16373" y="7732"/>
                  </a:lnTo>
                  <a:lnTo>
                    <a:pt x="14099" y="3184"/>
                  </a:lnTo>
                  <a:lnTo>
                    <a:pt x="11219" y="3336"/>
                  </a:lnTo>
                  <a:lnTo>
                    <a:pt x="10006" y="1214"/>
                  </a:lnTo>
                  <a:lnTo>
                    <a:pt x="154" y="20"/>
                  </a:lnTo>
                  <a:close/>
                </a:path>
              </a:pathLst>
            </a:custGeom>
            <a:solidFill>
              <a:srgbClr val="17DB79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2546" name="Google Shape;73;p7">
              <a:extLst>
                <a:ext uri="{FF2B5EF4-FFF2-40B4-BE49-F238E27FC236}">
                  <a16:creationId xmlns:a16="http://schemas.microsoft.com/office/drawing/2014/main" id="{E6EA692E-1250-3DF5-853C-767FCE312C1B}"/>
                </a:ext>
              </a:extLst>
            </p:cNvPr>
            <p:cNvSpPr/>
            <p:nvPr/>
          </p:nvSpPr>
          <p:spPr>
            <a:xfrm>
              <a:off x="3154077" y="19368058"/>
              <a:ext cx="144404" cy="52228"/>
            </a:xfrm>
            <a:custGeom>
              <a:avLst/>
              <a:gdLst/>
              <a:ahLst/>
              <a:cxnLst/>
              <a:rect l="l" t="t" r="r" b="b"/>
              <a:pathLst>
                <a:path w="7278" h="3184" extrusionOk="0">
                  <a:moveTo>
                    <a:pt x="5913" y="1"/>
                  </a:moveTo>
                  <a:lnTo>
                    <a:pt x="4094" y="759"/>
                  </a:lnTo>
                  <a:lnTo>
                    <a:pt x="1668" y="607"/>
                  </a:lnTo>
                  <a:lnTo>
                    <a:pt x="1214" y="1365"/>
                  </a:lnTo>
                  <a:lnTo>
                    <a:pt x="1" y="1213"/>
                  </a:lnTo>
                  <a:lnTo>
                    <a:pt x="1" y="2426"/>
                  </a:lnTo>
                  <a:lnTo>
                    <a:pt x="4549" y="3184"/>
                  </a:lnTo>
                  <a:lnTo>
                    <a:pt x="7277" y="1820"/>
                  </a:lnTo>
                  <a:lnTo>
                    <a:pt x="7277" y="1516"/>
                  </a:lnTo>
                  <a:lnTo>
                    <a:pt x="59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47" name="Google Shape;74;p7">
              <a:extLst>
                <a:ext uri="{FF2B5EF4-FFF2-40B4-BE49-F238E27FC236}">
                  <a16:creationId xmlns:a16="http://schemas.microsoft.com/office/drawing/2014/main" id="{49068D65-27E0-B15E-2539-604E78BF46B4}"/>
                </a:ext>
              </a:extLst>
            </p:cNvPr>
            <p:cNvSpPr/>
            <p:nvPr/>
          </p:nvSpPr>
          <p:spPr>
            <a:xfrm>
              <a:off x="3701495" y="19875329"/>
              <a:ext cx="30099" cy="22390"/>
            </a:xfrm>
            <a:custGeom>
              <a:avLst/>
              <a:gdLst/>
              <a:ahLst/>
              <a:cxnLst/>
              <a:rect l="l" t="t" r="r" b="b"/>
              <a:pathLst>
                <a:path w="1517" h="1365" extrusionOk="0">
                  <a:moveTo>
                    <a:pt x="0" y="0"/>
                  </a:moveTo>
                  <a:lnTo>
                    <a:pt x="0" y="910"/>
                  </a:lnTo>
                  <a:lnTo>
                    <a:pt x="1516" y="1365"/>
                  </a:lnTo>
                  <a:lnTo>
                    <a:pt x="151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48" name="Google Shape;75;p7">
              <a:extLst>
                <a:ext uri="{FF2B5EF4-FFF2-40B4-BE49-F238E27FC236}">
                  <a16:creationId xmlns:a16="http://schemas.microsoft.com/office/drawing/2014/main" id="{D903C6C6-7D6D-C5BE-4580-FD0E104B6AA8}"/>
                </a:ext>
              </a:extLst>
            </p:cNvPr>
            <p:cNvSpPr/>
            <p:nvPr/>
          </p:nvSpPr>
          <p:spPr>
            <a:xfrm>
              <a:off x="2621718" y="19144268"/>
              <a:ext cx="739918" cy="315812"/>
            </a:xfrm>
            <a:custGeom>
              <a:avLst/>
              <a:gdLst/>
              <a:ahLst/>
              <a:cxnLst/>
              <a:rect l="l" t="t" r="r" b="b"/>
              <a:pathLst>
                <a:path w="37292" h="19253" extrusionOk="0">
                  <a:moveTo>
                    <a:pt x="27893" y="0"/>
                  </a:moveTo>
                  <a:lnTo>
                    <a:pt x="19859" y="910"/>
                  </a:lnTo>
                  <a:lnTo>
                    <a:pt x="10157" y="910"/>
                  </a:lnTo>
                  <a:lnTo>
                    <a:pt x="4548" y="2881"/>
                  </a:lnTo>
                  <a:lnTo>
                    <a:pt x="0" y="4245"/>
                  </a:lnTo>
                  <a:lnTo>
                    <a:pt x="0" y="5609"/>
                  </a:lnTo>
                  <a:lnTo>
                    <a:pt x="6822" y="5761"/>
                  </a:lnTo>
                  <a:lnTo>
                    <a:pt x="8641" y="8793"/>
                  </a:lnTo>
                  <a:lnTo>
                    <a:pt x="8641" y="11521"/>
                  </a:lnTo>
                  <a:lnTo>
                    <a:pt x="5306" y="13340"/>
                  </a:lnTo>
                  <a:lnTo>
                    <a:pt x="5457" y="17130"/>
                  </a:lnTo>
                  <a:lnTo>
                    <a:pt x="7580" y="19252"/>
                  </a:lnTo>
                  <a:lnTo>
                    <a:pt x="10005" y="19252"/>
                  </a:lnTo>
                  <a:lnTo>
                    <a:pt x="13643" y="15311"/>
                  </a:lnTo>
                  <a:lnTo>
                    <a:pt x="18949" y="13644"/>
                  </a:lnTo>
                  <a:lnTo>
                    <a:pt x="20920" y="12128"/>
                  </a:lnTo>
                  <a:lnTo>
                    <a:pt x="24861" y="11976"/>
                  </a:lnTo>
                  <a:lnTo>
                    <a:pt x="27741" y="11067"/>
                  </a:lnTo>
                  <a:lnTo>
                    <a:pt x="32895" y="2729"/>
                  </a:lnTo>
                  <a:lnTo>
                    <a:pt x="36079" y="2123"/>
                  </a:lnTo>
                  <a:lnTo>
                    <a:pt x="37292" y="910"/>
                  </a:lnTo>
                  <a:lnTo>
                    <a:pt x="2789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49" name="Google Shape;76;p7">
              <a:extLst>
                <a:ext uri="{FF2B5EF4-FFF2-40B4-BE49-F238E27FC236}">
                  <a16:creationId xmlns:a16="http://schemas.microsoft.com/office/drawing/2014/main" id="{17A5B7B5-FC7E-F0A8-C36C-02CF7E283DE8}"/>
                </a:ext>
              </a:extLst>
            </p:cNvPr>
            <p:cNvSpPr/>
            <p:nvPr/>
          </p:nvSpPr>
          <p:spPr>
            <a:xfrm>
              <a:off x="5728729" y="20066787"/>
              <a:ext cx="42123" cy="49751"/>
            </a:xfrm>
            <a:custGeom>
              <a:avLst/>
              <a:gdLst/>
              <a:ahLst/>
              <a:cxnLst/>
              <a:rect l="l" t="t" r="r" b="b"/>
              <a:pathLst>
                <a:path w="2123" h="3033" extrusionOk="0">
                  <a:moveTo>
                    <a:pt x="1213" y="1"/>
                  </a:moveTo>
                  <a:lnTo>
                    <a:pt x="0" y="1820"/>
                  </a:lnTo>
                  <a:lnTo>
                    <a:pt x="1213" y="3033"/>
                  </a:lnTo>
                  <a:lnTo>
                    <a:pt x="2122" y="910"/>
                  </a:lnTo>
                  <a:lnTo>
                    <a:pt x="12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0" name="Google Shape;77;p7">
              <a:extLst>
                <a:ext uri="{FF2B5EF4-FFF2-40B4-BE49-F238E27FC236}">
                  <a16:creationId xmlns:a16="http://schemas.microsoft.com/office/drawing/2014/main" id="{56E4D401-27D2-16DE-A823-525221F54229}"/>
                </a:ext>
              </a:extLst>
            </p:cNvPr>
            <p:cNvSpPr/>
            <p:nvPr/>
          </p:nvSpPr>
          <p:spPr>
            <a:xfrm>
              <a:off x="4964744" y="19601804"/>
              <a:ext cx="562478" cy="164131"/>
            </a:xfrm>
            <a:custGeom>
              <a:avLst/>
              <a:gdLst/>
              <a:ahLst/>
              <a:cxnLst/>
              <a:rect l="l" t="t" r="r" b="b"/>
              <a:pathLst>
                <a:path w="28349" h="10006" extrusionOk="0">
                  <a:moveTo>
                    <a:pt x="8642" y="0"/>
                  </a:moveTo>
                  <a:lnTo>
                    <a:pt x="7580" y="2577"/>
                  </a:lnTo>
                  <a:lnTo>
                    <a:pt x="3184" y="1213"/>
                  </a:lnTo>
                  <a:lnTo>
                    <a:pt x="1" y="3790"/>
                  </a:lnTo>
                  <a:lnTo>
                    <a:pt x="10461" y="9854"/>
                  </a:lnTo>
                  <a:lnTo>
                    <a:pt x="22740" y="10005"/>
                  </a:lnTo>
                  <a:lnTo>
                    <a:pt x="24104" y="6973"/>
                  </a:lnTo>
                  <a:lnTo>
                    <a:pt x="28045" y="6215"/>
                  </a:lnTo>
                  <a:lnTo>
                    <a:pt x="28349" y="4699"/>
                  </a:lnTo>
                  <a:lnTo>
                    <a:pt x="25620" y="4245"/>
                  </a:lnTo>
                  <a:lnTo>
                    <a:pt x="24559" y="2577"/>
                  </a:lnTo>
                  <a:lnTo>
                    <a:pt x="19405" y="2577"/>
                  </a:lnTo>
                  <a:lnTo>
                    <a:pt x="864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1" name="Google Shape;78;p7">
              <a:extLst>
                <a:ext uri="{FF2B5EF4-FFF2-40B4-BE49-F238E27FC236}">
                  <a16:creationId xmlns:a16="http://schemas.microsoft.com/office/drawing/2014/main" id="{0E0138D6-1EDE-DEF3-2877-508DE1C51F13}"/>
                </a:ext>
              </a:extLst>
            </p:cNvPr>
            <p:cNvSpPr/>
            <p:nvPr/>
          </p:nvSpPr>
          <p:spPr>
            <a:xfrm>
              <a:off x="5536230" y="20161286"/>
              <a:ext cx="30099" cy="32331"/>
            </a:xfrm>
            <a:custGeom>
              <a:avLst/>
              <a:gdLst/>
              <a:ahLst/>
              <a:cxnLst/>
              <a:rect l="l" t="t" r="r" b="b"/>
              <a:pathLst>
                <a:path w="1517" h="1971" extrusionOk="0">
                  <a:moveTo>
                    <a:pt x="1516" y="0"/>
                  </a:moveTo>
                  <a:lnTo>
                    <a:pt x="0" y="303"/>
                  </a:lnTo>
                  <a:lnTo>
                    <a:pt x="0" y="1213"/>
                  </a:lnTo>
                  <a:lnTo>
                    <a:pt x="607" y="1971"/>
                  </a:lnTo>
                  <a:lnTo>
                    <a:pt x="1516" y="910"/>
                  </a:lnTo>
                  <a:lnTo>
                    <a:pt x="151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2" name="Google Shape;79;p7">
              <a:extLst>
                <a:ext uri="{FF2B5EF4-FFF2-40B4-BE49-F238E27FC236}">
                  <a16:creationId xmlns:a16="http://schemas.microsoft.com/office/drawing/2014/main" id="{03AB7197-BBB7-B6BF-1854-AE0EBFF966B7}"/>
                </a:ext>
              </a:extLst>
            </p:cNvPr>
            <p:cNvSpPr/>
            <p:nvPr/>
          </p:nvSpPr>
          <p:spPr>
            <a:xfrm>
              <a:off x="4799328" y="19576937"/>
              <a:ext cx="980552" cy="569439"/>
            </a:xfrm>
            <a:custGeom>
              <a:avLst/>
              <a:gdLst/>
              <a:ahLst/>
              <a:cxnLst/>
              <a:rect l="l" t="t" r="r" b="b"/>
              <a:pathLst>
                <a:path w="49420" h="34715" extrusionOk="0">
                  <a:moveTo>
                    <a:pt x="33805" y="0"/>
                  </a:moveTo>
                  <a:lnTo>
                    <a:pt x="34866" y="3638"/>
                  </a:lnTo>
                  <a:lnTo>
                    <a:pt x="32896" y="4093"/>
                  </a:lnTo>
                  <a:lnTo>
                    <a:pt x="33957" y="5761"/>
                  </a:lnTo>
                  <a:lnTo>
                    <a:pt x="36686" y="6215"/>
                  </a:lnTo>
                  <a:lnTo>
                    <a:pt x="36382" y="7731"/>
                  </a:lnTo>
                  <a:lnTo>
                    <a:pt x="32441" y="8489"/>
                  </a:lnTo>
                  <a:lnTo>
                    <a:pt x="31077" y="11521"/>
                  </a:lnTo>
                  <a:lnTo>
                    <a:pt x="18798" y="11370"/>
                  </a:lnTo>
                  <a:lnTo>
                    <a:pt x="8338" y="5306"/>
                  </a:lnTo>
                  <a:lnTo>
                    <a:pt x="3790" y="8641"/>
                  </a:lnTo>
                  <a:lnTo>
                    <a:pt x="4548" y="12279"/>
                  </a:lnTo>
                  <a:lnTo>
                    <a:pt x="0" y="13947"/>
                  </a:lnTo>
                  <a:lnTo>
                    <a:pt x="1213" y="17130"/>
                  </a:lnTo>
                  <a:lnTo>
                    <a:pt x="6064" y="19404"/>
                  </a:lnTo>
                  <a:lnTo>
                    <a:pt x="6367" y="23194"/>
                  </a:lnTo>
                  <a:lnTo>
                    <a:pt x="18949" y="27590"/>
                  </a:lnTo>
                  <a:lnTo>
                    <a:pt x="21375" y="25468"/>
                  </a:lnTo>
                  <a:lnTo>
                    <a:pt x="26377" y="27590"/>
                  </a:lnTo>
                  <a:lnTo>
                    <a:pt x="25619" y="29561"/>
                  </a:lnTo>
                  <a:lnTo>
                    <a:pt x="28196" y="33957"/>
                  </a:lnTo>
                  <a:lnTo>
                    <a:pt x="32896" y="31531"/>
                  </a:lnTo>
                  <a:lnTo>
                    <a:pt x="35928" y="34108"/>
                  </a:lnTo>
                  <a:lnTo>
                    <a:pt x="37140" y="33350"/>
                  </a:lnTo>
                  <a:lnTo>
                    <a:pt x="37292" y="34715"/>
                  </a:lnTo>
                  <a:lnTo>
                    <a:pt x="44871" y="31986"/>
                  </a:lnTo>
                  <a:lnTo>
                    <a:pt x="47297" y="26377"/>
                  </a:lnTo>
                  <a:lnTo>
                    <a:pt x="42901" y="19101"/>
                  </a:lnTo>
                  <a:lnTo>
                    <a:pt x="45175" y="16675"/>
                  </a:lnTo>
                  <a:lnTo>
                    <a:pt x="42598" y="16675"/>
                  </a:lnTo>
                  <a:lnTo>
                    <a:pt x="41688" y="17130"/>
                  </a:lnTo>
                  <a:lnTo>
                    <a:pt x="40021" y="14553"/>
                  </a:lnTo>
                  <a:lnTo>
                    <a:pt x="42143" y="12734"/>
                  </a:lnTo>
                  <a:lnTo>
                    <a:pt x="43507" y="15463"/>
                  </a:lnTo>
                  <a:lnTo>
                    <a:pt x="45629" y="14098"/>
                  </a:lnTo>
                  <a:lnTo>
                    <a:pt x="49419" y="11370"/>
                  </a:lnTo>
                  <a:lnTo>
                    <a:pt x="49419" y="6215"/>
                  </a:lnTo>
                  <a:lnTo>
                    <a:pt x="43052" y="4548"/>
                  </a:lnTo>
                  <a:lnTo>
                    <a:pt x="3835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3" name="Google Shape;80;p7">
              <a:extLst>
                <a:ext uri="{FF2B5EF4-FFF2-40B4-BE49-F238E27FC236}">
                  <a16:creationId xmlns:a16="http://schemas.microsoft.com/office/drawing/2014/main" id="{9803704D-A9C5-2D42-0C77-FBFD4641E495}"/>
                </a:ext>
              </a:extLst>
            </p:cNvPr>
            <p:cNvSpPr/>
            <p:nvPr/>
          </p:nvSpPr>
          <p:spPr>
            <a:xfrm>
              <a:off x="5945276" y="19721154"/>
              <a:ext cx="78234" cy="62185"/>
            </a:xfrm>
            <a:custGeom>
              <a:avLst/>
              <a:gdLst/>
              <a:ahLst/>
              <a:cxnLst/>
              <a:rect l="l" t="t" r="r" b="b"/>
              <a:pathLst>
                <a:path w="3943" h="3791" extrusionOk="0">
                  <a:moveTo>
                    <a:pt x="1" y="1"/>
                  </a:moveTo>
                  <a:lnTo>
                    <a:pt x="152" y="3336"/>
                  </a:lnTo>
                  <a:lnTo>
                    <a:pt x="910" y="3790"/>
                  </a:lnTo>
                  <a:lnTo>
                    <a:pt x="1517" y="3032"/>
                  </a:lnTo>
                  <a:lnTo>
                    <a:pt x="3184" y="3032"/>
                  </a:lnTo>
                  <a:lnTo>
                    <a:pt x="3942" y="16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4" name="Google Shape;81;p7">
              <a:extLst>
                <a:ext uri="{FF2B5EF4-FFF2-40B4-BE49-F238E27FC236}">
                  <a16:creationId xmlns:a16="http://schemas.microsoft.com/office/drawing/2014/main" id="{4E12E14A-A73A-DA5E-9C3F-BA09AC529E63}"/>
                </a:ext>
              </a:extLst>
            </p:cNvPr>
            <p:cNvSpPr/>
            <p:nvPr/>
          </p:nvSpPr>
          <p:spPr>
            <a:xfrm>
              <a:off x="5870078" y="19793263"/>
              <a:ext cx="156428" cy="134293"/>
            </a:xfrm>
            <a:custGeom>
              <a:avLst/>
              <a:gdLst/>
              <a:ahLst/>
              <a:cxnLst/>
              <a:rect l="l" t="t" r="r" b="b"/>
              <a:pathLst>
                <a:path w="7884" h="8187" extrusionOk="0">
                  <a:moveTo>
                    <a:pt x="5307" y="1"/>
                  </a:moveTo>
                  <a:lnTo>
                    <a:pt x="6065" y="3184"/>
                  </a:lnTo>
                  <a:lnTo>
                    <a:pt x="3639" y="5306"/>
                  </a:lnTo>
                  <a:lnTo>
                    <a:pt x="304" y="6216"/>
                  </a:lnTo>
                  <a:lnTo>
                    <a:pt x="1" y="7277"/>
                  </a:lnTo>
                  <a:lnTo>
                    <a:pt x="3942" y="6671"/>
                  </a:lnTo>
                  <a:lnTo>
                    <a:pt x="4246" y="8187"/>
                  </a:lnTo>
                  <a:lnTo>
                    <a:pt x="5155" y="7732"/>
                  </a:lnTo>
                  <a:lnTo>
                    <a:pt x="5307" y="6519"/>
                  </a:lnTo>
                  <a:lnTo>
                    <a:pt x="7884" y="5913"/>
                  </a:lnTo>
                  <a:lnTo>
                    <a:pt x="7732" y="2426"/>
                  </a:lnTo>
                  <a:lnTo>
                    <a:pt x="6519" y="304"/>
                  </a:lnTo>
                  <a:lnTo>
                    <a:pt x="530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5" name="Google Shape;82;p7">
              <a:extLst>
                <a:ext uri="{FF2B5EF4-FFF2-40B4-BE49-F238E27FC236}">
                  <a16:creationId xmlns:a16="http://schemas.microsoft.com/office/drawing/2014/main" id="{9F188F63-2F53-8C8E-84EF-2BFD529F38A5}"/>
                </a:ext>
              </a:extLst>
            </p:cNvPr>
            <p:cNvSpPr/>
            <p:nvPr/>
          </p:nvSpPr>
          <p:spPr>
            <a:xfrm>
              <a:off x="5861070" y="19925063"/>
              <a:ext cx="39107" cy="37301"/>
            </a:xfrm>
            <a:custGeom>
              <a:avLst/>
              <a:gdLst/>
              <a:ahLst/>
              <a:cxnLst/>
              <a:rect l="l" t="t" r="r" b="b"/>
              <a:pathLst>
                <a:path w="1971" h="2274" extrusionOk="0">
                  <a:moveTo>
                    <a:pt x="1516" y="0"/>
                  </a:moveTo>
                  <a:lnTo>
                    <a:pt x="0" y="152"/>
                  </a:lnTo>
                  <a:lnTo>
                    <a:pt x="1516" y="2274"/>
                  </a:lnTo>
                  <a:lnTo>
                    <a:pt x="1971" y="606"/>
                  </a:lnTo>
                  <a:lnTo>
                    <a:pt x="151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6" name="Google Shape;83;p7">
              <a:extLst>
                <a:ext uri="{FF2B5EF4-FFF2-40B4-BE49-F238E27FC236}">
                  <a16:creationId xmlns:a16="http://schemas.microsoft.com/office/drawing/2014/main" id="{1756B9BD-7C88-1C99-2E1F-21AA1E4DA92B}"/>
                </a:ext>
              </a:extLst>
            </p:cNvPr>
            <p:cNvSpPr/>
            <p:nvPr/>
          </p:nvSpPr>
          <p:spPr>
            <a:xfrm>
              <a:off x="5906189" y="19915106"/>
              <a:ext cx="30079" cy="22390"/>
            </a:xfrm>
            <a:custGeom>
              <a:avLst/>
              <a:gdLst/>
              <a:ahLst/>
              <a:cxnLst/>
              <a:rect l="l" t="t" r="r" b="b"/>
              <a:pathLst>
                <a:path w="1516" h="1365" extrusionOk="0">
                  <a:moveTo>
                    <a:pt x="1516" y="1"/>
                  </a:moveTo>
                  <a:lnTo>
                    <a:pt x="0" y="304"/>
                  </a:lnTo>
                  <a:lnTo>
                    <a:pt x="910" y="1365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7" name="Google Shape;84;p7">
              <a:extLst>
                <a:ext uri="{FF2B5EF4-FFF2-40B4-BE49-F238E27FC236}">
                  <a16:creationId xmlns:a16="http://schemas.microsoft.com/office/drawing/2014/main" id="{9555198B-021A-9A07-1A9D-324621C0B106}"/>
                </a:ext>
              </a:extLst>
            </p:cNvPr>
            <p:cNvSpPr/>
            <p:nvPr/>
          </p:nvSpPr>
          <p:spPr>
            <a:xfrm>
              <a:off x="5758809" y="20186154"/>
              <a:ext cx="93254" cy="94499"/>
            </a:xfrm>
            <a:custGeom>
              <a:avLst/>
              <a:gdLst/>
              <a:ahLst/>
              <a:cxnLst/>
              <a:rect l="l" t="t" r="r" b="b"/>
              <a:pathLst>
                <a:path w="4700" h="5761" extrusionOk="0">
                  <a:moveTo>
                    <a:pt x="303" y="0"/>
                  </a:moveTo>
                  <a:lnTo>
                    <a:pt x="0" y="3032"/>
                  </a:lnTo>
                  <a:lnTo>
                    <a:pt x="1971" y="5457"/>
                  </a:lnTo>
                  <a:lnTo>
                    <a:pt x="4396" y="5761"/>
                  </a:lnTo>
                  <a:lnTo>
                    <a:pt x="4699" y="4851"/>
                  </a:lnTo>
                  <a:lnTo>
                    <a:pt x="2577" y="4548"/>
                  </a:lnTo>
                  <a:lnTo>
                    <a:pt x="1819" y="3638"/>
                  </a:lnTo>
                  <a:lnTo>
                    <a:pt x="2577" y="1819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8" name="Google Shape;85;p7">
              <a:extLst>
                <a:ext uri="{FF2B5EF4-FFF2-40B4-BE49-F238E27FC236}">
                  <a16:creationId xmlns:a16="http://schemas.microsoft.com/office/drawing/2014/main" id="{EAEBC89A-2E9C-38B1-FD34-6B57578B35C6}"/>
                </a:ext>
              </a:extLst>
            </p:cNvPr>
            <p:cNvSpPr/>
            <p:nvPr/>
          </p:nvSpPr>
          <p:spPr>
            <a:xfrm>
              <a:off x="5716686" y="20312967"/>
              <a:ext cx="54166" cy="42288"/>
            </a:xfrm>
            <a:custGeom>
              <a:avLst/>
              <a:gdLst/>
              <a:ahLst/>
              <a:cxnLst/>
              <a:rect l="l" t="t" r="r" b="b"/>
              <a:pathLst>
                <a:path w="2730" h="2578" extrusionOk="0">
                  <a:moveTo>
                    <a:pt x="2729" y="0"/>
                  </a:moveTo>
                  <a:lnTo>
                    <a:pt x="1" y="2426"/>
                  </a:lnTo>
                  <a:lnTo>
                    <a:pt x="1062" y="2577"/>
                  </a:lnTo>
                  <a:lnTo>
                    <a:pt x="2729" y="1213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9" name="Google Shape;86;p7">
              <a:extLst>
                <a:ext uri="{FF2B5EF4-FFF2-40B4-BE49-F238E27FC236}">
                  <a16:creationId xmlns:a16="http://schemas.microsoft.com/office/drawing/2014/main" id="{63098DC6-2EDF-9093-A820-7850359913CE}"/>
                </a:ext>
              </a:extLst>
            </p:cNvPr>
            <p:cNvSpPr/>
            <p:nvPr/>
          </p:nvSpPr>
          <p:spPr>
            <a:xfrm>
              <a:off x="5827975" y="20335341"/>
              <a:ext cx="78234" cy="74618"/>
            </a:xfrm>
            <a:custGeom>
              <a:avLst/>
              <a:gdLst/>
              <a:ahLst/>
              <a:cxnLst/>
              <a:rect l="l" t="t" r="r" b="b"/>
              <a:pathLst>
                <a:path w="3943" h="4549" extrusionOk="0">
                  <a:moveTo>
                    <a:pt x="3033" y="1"/>
                  </a:moveTo>
                  <a:lnTo>
                    <a:pt x="2275" y="1820"/>
                  </a:lnTo>
                  <a:lnTo>
                    <a:pt x="1" y="1820"/>
                  </a:lnTo>
                  <a:lnTo>
                    <a:pt x="1820" y="3184"/>
                  </a:lnTo>
                  <a:lnTo>
                    <a:pt x="1820" y="4548"/>
                  </a:lnTo>
                  <a:lnTo>
                    <a:pt x="3336" y="4094"/>
                  </a:lnTo>
                  <a:lnTo>
                    <a:pt x="2881" y="3336"/>
                  </a:lnTo>
                  <a:lnTo>
                    <a:pt x="3942" y="303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0" name="Google Shape;87;p7">
              <a:extLst>
                <a:ext uri="{FF2B5EF4-FFF2-40B4-BE49-F238E27FC236}">
                  <a16:creationId xmlns:a16="http://schemas.microsoft.com/office/drawing/2014/main" id="{4698BF8D-6DA4-0635-C00E-14B2D38FCA8A}"/>
                </a:ext>
              </a:extLst>
            </p:cNvPr>
            <p:cNvSpPr/>
            <p:nvPr/>
          </p:nvSpPr>
          <p:spPr>
            <a:xfrm>
              <a:off x="5779860" y="20278143"/>
              <a:ext cx="24067" cy="24884"/>
            </a:xfrm>
            <a:custGeom>
              <a:avLst/>
              <a:gdLst/>
              <a:ahLst/>
              <a:cxnLst/>
              <a:rect l="l" t="t" r="r" b="b"/>
              <a:pathLst>
                <a:path w="1213" h="1517" extrusionOk="0">
                  <a:moveTo>
                    <a:pt x="152" y="1"/>
                  </a:moveTo>
                  <a:lnTo>
                    <a:pt x="0" y="759"/>
                  </a:lnTo>
                  <a:lnTo>
                    <a:pt x="758" y="1517"/>
                  </a:lnTo>
                  <a:lnTo>
                    <a:pt x="1213" y="911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1" name="Google Shape;88;p7">
              <a:extLst>
                <a:ext uri="{FF2B5EF4-FFF2-40B4-BE49-F238E27FC236}">
                  <a16:creationId xmlns:a16="http://schemas.microsoft.com/office/drawing/2014/main" id="{5A2FBB15-AF76-1D78-3FDF-B009FBB8ED61}"/>
                </a:ext>
              </a:extLst>
            </p:cNvPr>
            <p:cNvSpPr/>
            <p:nvPr/>
          </p:nvSpPr>
          <p:spPr>
            <a:xfrm>
              <a:off x="5803908" y="20303011"/>
              <a:ext cx="27103" cy="22407"/>
            </a:xfrm>
            <a:custGeom>
              <a:avLst/>
              <a:gdLst/>
              <a:ahLst/>
              <a:cxnLst/>
              <a:rect l="l" t="t" r="r" b="b"/>
              <a:pathLst>
                <a:path w="1366" h="1366" extrusionOk="0">
                  <a:moveTo>
                    <a:pt x="456" y="1"/>
                  </a:moveTo>
                  <a:lnTo>
                    <a:pt x="1" y="910"/>
                  </a:lnTo>
                  <a:lnTo>
                    <a:pt x="607" y="1365"/>
                  </a:lnTo>
                  <a:lnTo>
                    <a:pt x="1365" y="153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2" name="Google Shape;89;p7">
              <a:extLst>
                <a:ext uri="{FF2B5EF4-FFF2-40B4-BE49-F238E27FC236}">
                  <a16:creationId xmlns:a16="http://schemas.microsoft.com/office/drawing/2014/main" id="{399C7284-5DA2-7B82-79A2-2FC176C7E261}"/>
                </a:ext>
              </a:extLst>
            </p:cNvPr>
            <p:cNvSpPr/>
            <p:nvPr/>
          </p:nvSpPr>
          <p:spPr>
            <a:xfrm>
              <a:off x="5855058" y="20290577"/>
              <a:ext cx="42123" cy="27377"/>
            </a:xfrm>
            <a:custGeom>
              <a:avLst/>
              <a:gdLst/>
              <a:ahLst/>
              <a:cxnLst/>
              <a:rect l="l" t="t" r="r" b="b"/>
              <a:pathLst>
                <a:path w="2123" h="1669" extrusionOk="0">
                  <a:moveTo>
                    <a:pt x="1061" y="1"/>
                  </a:moveTo>
                  <a:lnTo>
                    <a:pt x="0" y="456"/>
                  </a:lnTo>
                  <a:lnTo>
                    <a:pt x="1061" y="1668"/>
                  </a:lnTo>
                  <a:lnTo>
                    <a:pt x="2122" y="1668"/>
                  </a:lnTo>
                  <a:lnTo>
                    <a:pt x="106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3" name="Google Shape;90;p7">
              <a:extLst>
                <a:ext uri="{FF2B5EF4-FFF2-40B4-BE49-F238E27FC236}">
                  <a16:creationId xmlns:a16="http://schemas.microsoft.com/office/drawing/2014/main" id="{674D3BFC-3AE5-32E7-8091-CEC2C8B0E087}"/>
                </a:ext>
              </a:extLst>
            </p:cNvPr>
            <p:cNvSpPr/>
            <p:nvPr/>
          </p:nvSpPr>
          <p:spPr>
            <a:xfrm>
              <a:off x="5843015" y="20315444"/>
              <a:ext cx="24087" cy="24884"/>
            </a:xfrm>
            <a:custGeom>
              <a:avLst/>
              <a:gdLst/>
              <a:ahLst/>
              <a:cxnLst/>
              <a:rect l="l" t="t" r="r" b="b"/>
              <a:pathLst>
                <a:path w="1214" h="1517" extrusionOk="0">
                  <a:moveTo>
                    <a:pt x="607" y="1"/>
                  </a:moveTo>
                  <a:lnTo>
                    <a:pt x="1" y="304"/>
                  </a:lnTo>
                  <a:lnTo>
                    <a:pt x="759" y="1517"/>
                  </a:lnTo>
                  <a:lnTo>
                    <a:pt x="1213" y="91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4" name="Google Shape;91;p7">
              <a:extLst>
                <a:ext uri="{FF2B5EF4-FFF2-40B4-BE49-F238E27FC236}">
                  <a16:creationId xmlns:a16="http://schemas.microsoft.com/office/drawing/2014/main" id="{9C4525DD-2223-DAD1-FED1-FC84C92C668F}"/>
                </a:ext>
              </a:extLst>
            </p:cNvPr>
            <p:cNvSpPr/>
            <p:nvPr/>
          </p:nvSpPr>
          <p:spPr>
            <a:xfrm>
              <a:off x="5821963" y="20330371"/>
              <a:ext cx="21071" cy="22390"/>
            </a:xfrm>
            <a:custGeom>
              <a:avLst/>
              <a:gdLst/>
              <a:ahLst/>
              <a:cxnLst/>
              <a:rect l="l" t="t" r="r" b="b"/>
              <a:pathLst>
                <a:path w="1062" h="1365" extrusionOk="0">
                  <a:moveTo>
                    <a:pt x="455" y="0"/>
                  </a:moveTo>
                  <a:lnTo>
                    <a:pt x="0" y="607"/>
                  </a:lnTo>
                  <a:lnTo>
                    <a:pt x="455" y="1365"/>
                  </a:lnTo>
                  <a:lnTo>
                    <a:pt x="1062" y="758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5" name="Google Shape;92;p7">
              <a:extLst>
                <a:ext uri="{FF2B5EF4-FFF2-40B4-BE49-F238E27FC236}">
                  <a16:creationId xmlns:a16="http://schemas.microsoft.com/office/drawing/2014/main" id="{6154BB7F-550C-3E73-464F-884211F0744D}"/>
                </a:ext>
              </a:extLst>
            </p:cNvPr>
            <p:cNvSpPr/>
            <p:nvPr/>
          </p:nvSpPr>
          <p:spPr>
            <a:xfrm>
              <a:off x="5870078" y="20656107"/>
              <a:ext cx="51151" cy="14943"/>
            </a:xfrm>
            <a:custGeom>
              <a:avLst/>
              <a:gdLst/>
              <a:ahLst/>
              <a:cxnLst/>
              <a:rect l="l" t="t" r="r" b="b"/>
              <a:pathLst>
                <a:path w="2578" h="911" extrusionOk="0">
                  <a:moveTo>
                    <a:pt x="1" y="1"/>
                  </a:moveTo>
                  <a:lnTo>
                    <a:pt x="607" y="910"/>
                  </a:lnTo>
                  <a:lnTo>
                    <a:pt x="2578" y="759"/>
                  </a:lnTo>
                  <a:lnTo>
                    <a:pt x="257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6" name="Google Shape;93;p7">
              <a:extLst>
                <a:ext uri="{FF2B5EF4-FFF2-40B4-BE49-F238E27FC236}">
                  <a16:creationId xmlns:a16="http://schemas.microsoft.com/office/drawing/2014/main" id="{16CBF85D-F142-ED09-828C-1E887A9D5310}"/>
                </a:ext>
              </a:extLst>
            </p:cNvPr>
            <p:cNvSpPr/>
            <p:nvPr/>
          </p:nvSpPr>
          <p:spPr>
            <a:xfrm>
              <a:off x="5575317" y="20427347"/>
              <a:ext cx="171468" cy="139264"/>
            </a:xfrm>
            <a:custGeom>
              <a:avLst/>
              <a:gdLst/>
              <a:ahLst/>
              <a:cxnLst/>
              <a:rect l="l" t="t" r="r" b="b"/>
              <a:pathLst>
                <a:path w="8642" h="8490" extrusionOk="0">
                  <a:moveTo>
                    <a:pt x="8642" y="0"/>
                  </a:moveTo>
                  <a:lnTo>
                    <a:pt x="6974" y="304"/>
                  </a:lnTo>
                  <a:lnTo>
                    <a:pt x="5610" y="2881"/>
                  </a:lnTo>
                  <a:lnTo>
                    <a:pt x="911" y="3790"/>
                  </a:lnTo>
                  <a:lnTo>
                    <a:pt x="1" y="3335"/>
                  </a:lnTo>
                  <a:lnTo>
                    <a:pt x="1" y="5913"/>
                  </a:lnTo>
                  <a:lnTo>
                    <a:pt x="1517" y="8490"/>
                  </a:lnTo>
                  <a:lnTo>
                    <a:pt x="6216" y="8490"/>
                  </a:lnTo>
                  <a:lnTo>
                    <a:pt x="8642" y="5458"/>
                  </a:lnTo>
                  <a:lnTo>
                    <a:pt x="864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7" name="Google Shape;94;p7">
              <a:extLst>
                <a:ext uri="{FF2B5EF4-FFF2-40B4-BE49-F238E27FC236}">
                  <a16:creationId xmlns:a16="http://schemas.microsoft.com/office/drawing/2014/main" id="{00639F35-8129-C363-1931-9052112F7B81}"/>
                </a:ext>
              </a:extLst>
            </p:cNvPr>
            <p:cNvSpPr/>
            <p:nvPr/>
          </p:nvSpPr>
          <p:spPr>
            <a:xfrm>
              <a:off x="5298612" y="20409943"/>
              <a:ext cx="207559" cy="203909"/>
            </a:xfrm>
            <a:custGeom>
              <a:avLst/>
              <a:gdLst/>
              <a:ahLst/>
              <a:cxnLst/>
              <a:rect l="l" t="t" r="r" b="b"/>
              <a:pathLst>
                <a:path w="10461" h="12431" extrusionOk="0">
                  <a:moveTo>
                    <a:pt x="1" y="0"/>
                  </a:moveTo>
                  <a:lnTo>
                    <a:pt x="9096" y="12431"/>
                  </a:lnTo>
                  <a:lnTo>
                    <a:pt x="10460" y="11218"/>
                  </a:lnTo>
                  <a:lnTo>
                    <a:pt x="10460" y="9247"/>
                  </a:lnTo>
                  <a:lnTo>
                    <a:pt x="2729" y="10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8" name="Google Shape;95;p7">
              <a:extLst>
                <a:ext uri="{FF2B5EF4-FFF2-40B4-BE49-F238E27FC236}">
                  <a16:creationId xmlns:a16="http://schemas.microsoft.com/office/drawing/2014/main" id="{B71191FB-122B-3E81-8DEC-CA4A010BF5E4}"/>
                </a:ext>
              </a:extLst>
            </p:cNvPr>
            <p:cNvSpPr/>
            <p:nvPr/>
          </p:nvSpPr>
          <p:spPr>
            <a:xfrm>
              <a:off x="5497123" y="20616329"/>
              <a:ext cx="195535" cy="47258"/>
            </a:xfrm>
            <a:custGeom>
              <a:avLst/>
              <a:gdLst/>
              <a:ahLst/>
              <a:cxnLst/>
              <a:rect l="l" t="t" r="r" b="b"/>
              <a:pathLst>
                <a:path w="9855" h="2881" extrusionOk="0">
                  <a:moveTo>
                    <a:pt x="1517" y="0"/>
                  </a:moveTo>
                  <a:lnTo>
                    <a:pt x="1" y="1213"/>
                  </a:lnTo>
                  <a:lnTo>
                    <a:pt x="9854" y="2881"/>
                  </a:lnTo>
                  <a:lnTo>
                    <a:pt x="9702" y="2123"/>
                  </a:lnTo>
                  <a:lnTo>
                    <a:pt x="6064" y="455"/>
                  </a:lnTo>
                  <a:lnTo>
                    <a:pt x="3942" y="910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9" name="Google Shape;96;p7">
              <a:extLst>
                <a:ext uri="{FF2B5EF4-FFF2-40B4-BE49-F238E27FC236}">
                  <a16:creationId xmlns:a16="http://schemas.microsoft.com/office/drawing/2014/main" id="{468A1683-C963-9606-CFAC-6CC900278CC6}"/>
                </a:ext>
              </a:extLst>
            </p:cNvPr>
            <p:cNvSpPr/>
            <p:nvPr/>
          </p:nvSpPr>
          <p:spPr>
            <a:xfrm>
              <a:off x="5782856" y="20651137"/>
              <a:ext cx="45139" cy="17420"/>
            </a:xfrm>
            <a:custGeom>
              <a:avLst/>
              <a:gdLst/>
              <a:ahLst/>
              <a:cxnLst/>
              <a:rect l="l" t="t" r="r" b="b"/>
              <a:pathLst>
                <a:path w="2275" h="1062" extrusionOk="0">
                  <a:moveTo>
                    <a:pt x="1" y="1"/>
                  </a:moveTo>
                  <a:lnTo>
                    <a:pt x="304" y="1062"/>
                  </a:lnTo>
                  <a:lnTo>
                    <a:pt x="1668" y="1062"/>
                  </a:lnTo>
                  <a:lnTo>
                    <a:pt x="2275" y="455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0" name="Google Shape;97;p7">
              <a:extLst>
                <a:ext uri="{FF2B5EF4-FFF2-40B4-BE49-F238E27FC236}">
                  <a16:creationId xmlns:a16="http://schemas.microsoft.com/office/drawing/2014/main" id="{0541D6DC-4CFD-390D-DA86-B8587510EC43}"/>
                </a:ext>
              </a:extLst>
            </p:cNvPr>
            <p:cNvSpPr/>
            <p:nvPr/>
          </p:nvSpPr>
          <p:spPr>
            <a:xfrm>
              <a:off x="5758809" y="20673527"/>
              <a:ext cx="30079" cy="12434"/>
            </a:xfrm>
            <a:custGeom>
              <a:avLst/>
              <a:gdLst/>
              <a:ahLst/>
              <a:cxnLst/>
              <a:rect l="l" t="t" r="r" b="b"/>
              <a:pathLst>
                <a:path w="1516" h="758" extrusionOk="0">
                  <a:moveTo>
                    <a:pt x="1213" y="0"/>
                  </a:moveTo>
                  <a:lnTo>
                    <a:pt x="0" y="303"/>
                  </a:lnTo>
                  <a:lnTo>
                    <a:pt x="455" y="758"/>
                  </a:lnTo>
                  <a:lnTo>
                    <a:pt x="1516" y="758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1" name="Google Shape;98;p7">
              <a:extLst>
                <a:ext uri="{FF2B5EF4-FFF2-40B4-BE49-F238E27FC236}">
                  <a16:creationId xmlns:a16="http://schemas.microsoft.com/office/drawing/2014/main" id="{F2A18A82-270B-5248-8F46-9DC31B789D23}"/>
                </a:ext>
              </a:extLst>
            </p:cNvPr>
            <p:cNvSpPr/>
            <p:nvPr/>
          </p:nvSpPr>
          <p:spPr>
            <a:xfrm>
              <a:off x="5840019" y="20656107"/>
              <a:ext cx="42123" cy="29854"/>
            </a:xfrm>
            <a:custGeom>
              <a:avLst/>
              <a:gdLst/>
              <a:ahLst/>
              <a:cxnLst/>
              <a:rect l="l" t="t" r="r" b="b"/>
              <a:pathLst>
                <a:path w="2123" h="1820" extrusionOk="0">
                  <a:moveTo>
                    <a:pt x="1516" y="1"/>
                  </a:moveTo>
                  <a:lnTo>
                    <a:pt x="0" y="1668"/>
                  </a:lnTo>
                  <a:lnTo>
                    <a:pt x="1213" y="1820"/>
                  </a:lnTo>
                  <a:lnTo>
                    <a:pt x="2122" y="910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2" name="Google Shape;99;p7">
              <a:extLst>
                <a:ext uri="{FF2B5EF4-FFF2-40B4-BE49-F238E27FC236}">
                  <a16:creationId xmlns:a16="http://schemas.microsoft.com/office/drawing/2014/main" id="{328EF211-A476-66D5-060E-88D92E126CDE}"/>
                </a:ext>
              </a:extLst>
            </p:cNvPr>
            <p:cNvSpPr/>
            <p:nvPr/>
          </p:nvSpPr>
          <p:spPr>
            <a:xfrm>
              <a:off x="5758809" y="20482052"/>
              <a:ext cx="129345" cy="126830"/>
            </a:xfrm>
            <a:custGeom>
              <a:avLst/>
              <a:gdLst/>
              <a:ahLst/>
              <a:cxnLst/>
              <a:rect l="l" t="t" r="r" b="b"/>
              <a:pathLst>
                <a:path w="6519" h="7732" extrusionOk="0">
                  <a:moveTo>
                    <a:pt x="2426" y="0"/>
                  </a:moveTo>
                  <a:lnTo>
                    <a:pt x="758" y="1365"/>
                  </a:lnTo>
                  <a:lnTo>
                    <a:pt x="910" y="3639"/>
                  </a:lnTo>
                  <a:lnTo>
                    <a:pt x="0" y="4851"/>
                  </a:lnTo>
                  <a:lnTo>
                    <a:pt x="606" y="7732"/>
                  </a:lnTo>
                  <a:lnTo>
                    <a:pt x="1668" y="7277"/>
                  </a:lnTo>
                  <a:lnTo>
                    <a:pt x="1364" y="5306"/>
                  </a:lnTo>
                  <a:lnTo>
                    <a:pt x="1971" y="4548"/>
                  </a:lnTo>
                  <a:lnTo>
                    <a:pt x="2577" y="6064"/>
                  </a:lnTo>
                  <a:lnTo>
                    <a:pt x="3941" y="6519"/>
                  </a:lnTo>
                  <a:lnTo>
                    <a:pt x="3941" y="5458"/>
                  </a:lnTo>
                  <a:lnTo>
                    <a:pt x="3183" y="3790"/>
                  </a:lnTo>
                  <a:lnTo>
                    <a:pt x="4548" y="2578"/>
                  </a:lnTo>
                  <a:lnTo>
                    <a:pt x="4548" y="2578"/>
                  </a:lnTo>
                  <a:lnTo>
                    <a:pt x="2274" y="2729"/>
                  </a:lnTo>
                  <a:lnTo>
                    <a:pt x="1819" y="1971"/>
                  </a:lnTo>
                  <a:lnTo>
                    <a:pt x="2729" y="1062"/>
                  </a:lnTo>
                  <a:lnTo>
                    <a:pt x="4396" y="1668"/>
                  </a:lnTo>
                  <a:lnTo>
                    <a:pt x="5306" y="1516"/>
                  </a:lnTo>
                  <a:lnTo>
                    <a:pt x="6519" y="152"/>
                  </a:lnTo>
                  <a:lnTo>
                    <a:pt x="5457" y="0"/>
                  </a:lnTo>
                  <a:lnTo>
                    <a:pt x="4699" y="455"/>
                  </a:lnTo>
                  <a:lnTo>
                    <a:pt x="242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3" name="Google Shape;100;p7">
              <a:extLst>
                <a:ext uri="{FF2B5EF4-FFF2-40B4-BE49-F238E27FC236}">
                  <a16:creationId xmlns:a16="http://schemas.microsoft.com/office/drawing/2014/main" id="{70576337-4738-2246-CE40-AEB65A9ACD43}"/>
                </a:ext>
              </a:extLst>
            </p:cNvPr>
            <p:cNvSpPr/>
            <p:nvPr/>
          </p:nvSpPr>
          <p:spPr>
            <a:xfrm>
              <a:off x="5933252" y="20556654"/>
              <a:ext cx="48135" cy="14927"/>
            </a:xfrm>
            <a:custGeom>
              <a:avLst/>
              <a:gdLst/>
              <a:ahLst/>
              <a:cxnLst/>
              <a:rect l="l" t="t" r="r" b="b"/>
              <a:pathLst>
                <a:path w="2426" h="910" extrusionOk="0">
                  <a:moveTo>
                    <a:pt x="152" y="0"/>
                  </a:moveTo>
                  <a:lnTo>
                    <a:pt x="0" y="910"/>
                  </a:lnTo>
                  <a:lnTo>
                    <a:pt x="0" y="910"/>
                  </a:lnTo>
                  <a:lnTo>
                    <a:pt x="2426" y="607"/>
                  </a:lnTo>
                  <a:lnTo>
                    <a:pt x="242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4" name="Google Shape;101;p7">
              <a:extLst>
                <a:ext uri="{FF2B5EF4-FFF2-40B4-BE49-F238E27FC236}">
                  <a16:creationId xmlns:a16="http://schemas.microsoft.com/office/drawing/2014/main" id="{873259FD-9C00-84BE-0C72-A395C5206E31}"/>
                </a:ext>
              </a:extLst>
            </p:cNvPr>
            <p:cNvSpPr/>
            <p:nvPr/>
          </p:nvSpPr>
          <p:spPr>
            <a:xfrm>
              <a:off x="5927241" y="20459678"/>
              <a:ext cx="30099" cy="52228"/>
            </a:xfrm>
            <a:custGeom>
              <a:avLst/>
              <a:gdLst/>
              <a:ahLst/>
              <a:cxnLst/>
              <a:rect l="l" t="t" r="r" b="b"/>
              <a:pathLst>
                <a:path w="1517" h="3184" extrusionOk="0">
                  <a:moveTo>
                    <a:pt x="1061" y="0"/>
                  </a:moveTo>
                  <a:lnTo>
                    <a:pt x="303" y="758"/>
                  </a:lnTo>
                  <a:lnTo>
                    <a:pt x="0" y="2880"/>
                  </a:lnTo>
                  <a:lnTo>
                    <a:pt x="1061" y="3184"/>
                  </a:lnTo>
                  <a:lnTo>
                    <a:pt x="910" y="1364"/>
                  </a:lnTo>
                  <a:lnTo>
                    <a:pt x="1516" y="455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5" name="Google Shape;102;p7">
              <a:extLst>
                <a:ext uri="{FF2B5EF4-FFF2-40B4-BE49-F238E27FC236}">
                  <a16:creationId xmlns:a16="http://schemas.microsoft.com/office/drawing/2014/main" id="{0A9FBE9D-C99B-B43B-EF65-97BE8B169790}"/>
                </a:ext>
              </a:extLst>
            </p:cNvPr>
            <p:cNvSpPr/>
            <p:nvPr/>
          </p:nvSpPr>
          <p:spPr>
            <a:xfrm>
              <a:off x="6002419" y="20519353"/>
              <a:ext cx="60178" cy="29854"/>
            </a:xfrm>
            <a:custGeom>
              <a:avLst/>
              <a:gdLst/>
              <a:ahLst/>
              <a:cxnLst/>
              <a:rect l="l" t="t" r="r" b="b"/>
              <a:pathLst>
                <a:path w="3033" h="1820" extrusionOk="0">
                  <a:moveTo>
                    <a:pt x="2730" y="0"/>
                  </a:moveTo>
                  <a:lnTo>
                    <a:pt x="1" y="455"/>
                  </a:lnTo>
                  <a:lnTo>
                    <a:pt x="3033" y="1819"/>
                  </a:lnTo>
                  <a:lnTo>
                    <a:pt x="273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6" name="Google Shape;103;p7">
              <a:extLst>
                <a:ext uri="{FF2B5EF4-FFF2-40B4-BE49-F238E27FC236}">
                  <a16:creationId xmlns:a16="http://schemas.microsoft.com/office/drawing/2014/main" id="{16060E43-B23C-625D-2BE3-8AE7B0C248FA}"/>
                </a:ext>
              </a:extLst>
            </p:cNvPr>
            <p:cNvSpPr/>
            <p:nvPr/>
          </p:nvSpPr>
          <p:spPr>
            <a:xfrm>
              <a:off x="6029502" y="20534264"/>
              <a:ext cx="162440" cy="131817"/>
            </a:xfrm>
            <a:custGeom>
              <a:avLst/>
              <a:gdLst/>
              <a:ahLst/>
              <a:cxnLst/>
              <a:rect l="l" t="t" r="r" b="b"/>
              <a:pathLst>
                <a:path w="8187" h="8036" extrusionOk="0">
                  <a:moveTo>
                    <a:pt x="5458" y="1"/>
                  </a:moveTo>
                  <a:lnTo>
                    <a:pt x="2881" y="2123"/>
                  </a:lnTo>
                  <a:lnTo>
                    <a:pt x="304" y="1062"/>
                  </a:lnTo>
                  <a:lnTo>
                    <a:pt x="0" y="2578"/>
                  </a:lnTo>
                  <a:lnTo>
                    <a:pt x="1516" y="2426"/>
                  </a:lnTo>
                  <a:lnTo>
                    <a:pt x="5458" y="4094"/>
                  </a:lnTo>
                  <a:lnTo>
                    <a:pt x="6064" y="6065"/>
                  </a:lnTo>
                  <a:lnTo>
                    <a:pt x="4851" y="6823"/>
                  </a:lnTo>
                  <a:lnTo>
                    <a:pt x="8186" y="8035"/>
                  </a:lnTo>
                  <a:lnTo>
                    <a:pt x="8186" y="1517"/>
                  </a:lnTo>
                  <a:lnTo>
                    <a:pt x="545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7" name="Google Shape;104;p7">
              <a:extLst>
                <a:ext uri="{FF2B5EF4-FFF2-40B4-BE49-F238E27FC236}">
                  <a16:creationId xmlns:a16="http://schemas.microsoft.com/office/drawing/2014/main" id="{DC2788B1-7FB5-4956-10E7-1B785FCB0A44}"/>
                </a:ext>
              </a:extLst>
            </p:cNvPr>
            <p:cNvSpPr/>
            <p:nvPr/>
          </p:nvSpPr>
          <p:spPr>
            <a:xfrm>
              <a:off x="5755793" y="19830564"/>
              <a:ext cx="75218" cy="74618"/>
            </a:xfrm>
            <a:custGeom>
              <a:avLst/>
              <a:gdLst/>
              <a:ahLst/>
              <a:cxnLst/>
              <a:rect l="l" t="t" r="r" b="b"/>
              <a:pathLst>
                <a:path w="3791" h="4549" extrusionOk="0">
                  <a:moveTo>
                    <a:pt x="1213" y="1"/>
                  </a:moveTo>
                  <a:lnTo>
                    <a:pt x="0" y="1062"/>
                  </a:lnTo>
                  <a:lnTo>
                    <a:pt x="1516" y="4548"/>
                  </a:lnTo>
                  <a:lnTo>
                    <a:pt x="3487" y="4397"/>
                  </a:lnTo>
                  <a:lnTo>
                    <a:pt x="3790" y="2274"/>
                  </a:lnTo>
                  <a:lnTo>
                    <a:pt x="12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8" name="Google Shape;105;p7">
              <a:extLst>
                <a:ext uri="{FF2B5EF4-FFF2-40B4-BE49-F238E27FC236}">
                  <a16:creationId xmlns:a16="http://schemas.microsoft.com/office/drawing/2014/main" id="{8D9B517D-0E7D-C3B8-C1FE-7BF35E5CD720}"/>
                </a:ext>
              </a:extLst>
            </p:cNvPr>
            <p:cNvSpPr/>
            <p:nvPr/>
          </p:nvSpPr>
          <p:spPr>
            <a:xfrm>
              <a:off x="5704662" y="19763426"/>
              <a:ext cx="81230" cy="84559"/>
            </a:xfrm>
            <a:custGeom>
              <a:avLst/>
              <a:gdLst/>
              <a:ahLst/>
              <a:cxnLst/>
              <a:rect l="l" t="t" r="r" b="b"/>
              <a:pathLst>
                <a:path w="4094" h="5155" extrusionOk="0">
                  <a:moveTo>
                    <a:pt x="3790" y="1"/>
                  </a:moveTo>
                  <a:lnTo>
                    <a:pt x="0" y="2729"/>
                  </a:lnTo>
                  <a:lnTo>
                    <a:pt x="1062" y="4852"/>
                  </a:lnTo>
                  <a:lnTo>
                    <a:pt x="2577" y="5155"/>
                  </a:lnTo>
                  <a:lnTo>
                    <a:pt x="3790" y="4094"/>
                  </a:lnTo>
                  <a:lnTo>
                    <a:pt x="2577" y="3184"/>
                  </a:lnTo>
                  <a:lnTo>
                    <a:pt x="4093" y="3032"/>
                  </a:lnTo>
                  <a:lnTo>
                    <a:pt x="379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9" name="Google Shape;106;p7">
              <a:extLst>
                <a:ext uri="{FF2B5EF4-FFF2-40B4-BE49-F238E27FC236}">
                  <a16:creationId xmlns:a16="http://schemas.microsoft.com/office/drawing/2014/main" id="{74F2C932-1BB5-A776-3264-1FEAE2E86EA8}"/>
                </a:ext>
              </a:extLst>
            </p:cNvPr>
            <p:cNvSpPr/>
            <p:nvPr/>
          </p:nvSpPr>
          <p:spPr>
            <a:xfrm>
              <a:off x="5575317" y="20395016"/>
              <a:ext cx="171468" cy="94516"/>
            </a:xfrm>
            <a:custGeom>
              <a:avLst/>
              <a:gdLst/>
              <a:ahLst/>
              <a:cxnLst/>
              <a:rect l="l" t="t" r="r" b="b"/>
              <a:pathLst>
                <a:path w="8642" h="5762" extrusionOk="0">
                  <a:moveTo>
                    <a:pt x="8642" y="1"/>
                  </a:moveTo>
                  <a:lnTo>
                    <a:pt x="6823" y="152"/>
                  </a:lnTo>
                  <a:lnTo>
                    <a:pt x="4852" y="3033"/>
                  </a:lnTo>
                  <a:lnTo>
                    <a:pt x="1" y="5306"/>
                  </a:lnTo>
                  <a:lnTo>
                    <a:pt x="911" y="5761"/>
                  </a:lnTo>
                  <a:lnTo>
                    <a:pt x="5610" y="4852"/>
                  </a:lnTo>
                  <a:lnTo>
                    <a:pt x="6974" y="2275"/>
                  </a:lnTo>
                  <a:lnTo>
                    <a:pt x="8642" y="1971"/>
                  </a:lnTo>
                  <a:lnTo>
                    <a:pt x="864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80" name="Google Shape;107;p7">
              <a:extLst>
                <a:ext uri="{FF2B5EF4-FFF2-40B4-BE49-F238E27FC236}">
                  <a16:creationId xmlns:a16="http://schemas.microsoft.com/office/drawing/2014/main" id="{F2D0A67A-E854-CECD-8063-5693F0AA5D64}"/>
                </a:ext>
              </a:extLst>
            </p:cNvPr>
            <p:cNvSpPr/>
            <p:nvPr/>
          </p:nvSpPr>
          <p:spPr>
            <a:xfrm>
              <a:off x="5394862" y="20395016"/>
              <a:ext cx="90258" cy="96992"/>
            </a:xfrm>
            <a:custGeom>
              <a:avLst/>
              <a:gdLst/>
              <a:ahLst/>
              <a:cxnLst/>
              <a:rect l="l" t="t" r="r" b="b"/>
              <a:pathLst>
                <a:path w="4549" h="5913" extrusionOk="0">
                  <a:moveTo>
                    <a:pt x="1365" y="1"/>
                  </a:moveTo>
                  <a:lnTo>
                    <a:pt x="1" y="152"/>
                  </a:lnTo>
                  <a:lnTo>
                    <a:pt x="910" y="2881"/>
                  </a:lnTo>
                  <a:lnTo>
                    <a:pt x="4245" y="5913"/>
                  </a:lnTo>
                  <a:lnTo>
                    <a:pt x="4548" y="4852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81" name="Google Shape;108;p7">
              <a:extLst>
                <a:ext uri="{FF2B5EF4-FFF2-40B4-BE49-F238E27FC236}">
                  <a16:creationId xmlns:a16="http://schemas.microsoft.com/office/drawing/2014/main" id="{BD123F84-16DB-952B-AC8C-FE6A7064266E}"/>
                </a:ext>
              </a:extLst>
            </p:cNvPr>
            <p:cNvSpPr/>
            <p:nvPr/>
          </p:nvSpPr>
          <p:spPr>
            <a:xfrm>
              <a:off x="6191922" y="20559131"/>
              <a:ext cx="183491" cy="136787"/>
            </a:xfrm>
            <a:custGeom>
              <a:avLst/>
              <a:gdLst/>
              <a:ahLst/>
              <a:cxnLst/>
              <a:rect l="l" t="t" r="r" b="b"/>
              <a:pathLst>
                <a:path w="9248" h="8339" extrusionOk="0">
                  <a:moveTo>
                    <a:pt x="0" y="1"/>
                  </a:moveTo>
                  <a:lnTo>
                    <a:pt x="0" y="6519"/>
                  </a:lnTo>
                  <a:lnTo>
                    <a:pt x="1213" y="6974"/>
                  </a:lnTo>
                  <a:lnTo>
                    <a:pt x="3487" y="4852"/>
                  </a:lnTo>
                  <a:lnTo>
                    <a:pt x="6519" y="7732"/>
                  </a:lnTo>
                  <a:lnTo>
                    <a:pt x="9247" y="8338"/>
                  </a:lnTo>
                  <a:lnTo>
                    <a:pt x="5761" y="4852"/>
                  </a:lnTo>
                  <a:lnTo>
                    <a:pt x="5912" y="30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82" name="Google Shape;109;p7">
              <a:extLst>
                <a:ext uri="{FF2B5EF4-FFF2-40B4-BE49-F238E27FC236}">
                  <a16:creationId xmlns:a16="http://schemas.microsoft.com/office/drawing/2014/main" id="{B9CDCF05-FEA0-DEE0-9E1B-E5E39A5DD19E}"/>
                </a:ext>
              </a:extLst>
            </p:cNvPr>
            <p:cNvSpPr/>
            <p:nvPr/>
          </p:nvSpPr>
          <p:spPr>
            <a:xfrm>
              <a:off x="6339302" y="20586492"/>
              <a:ext cx="66190" cy="39794"/>
            </a:xfrm>
            <a:custGeom>
              <a:avLst/>
              <a:gdLst/>
              <a:ahLst/>
              <a:cxnLst/>
              <a:rect l="l" t="t" r="r" b="b"/>
              <a:pathLst>
                <a:path w="3336" h="2426" extrusionOk="0">
                  <a:moveTo>
                    <a:pt x="3335" y="0"/>
                  </a:moveTo>
                  <a:lnTo>
                    <a:pt x="0" y="1819"/>
                  </a:lnTo>
                  <a:lnTo>
                    <a:pt x="1213" y="2426"/>
                  </a:lnTo>
                  <a:lnTo>
                    <a:pt x="3335" y="1365"/>
                  </a:lnTo>
                  <a:lnTo>
                    <a:pt x="333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83" name="Google Shape;110;p7">
              <a:extLst>
                <a:ext uri="{FF2B5EF4-FFF2-40B4-BE49-F238E27FC236}">
                  <a16:creationId xmlns:a16="http://schemas.microsoft.com/office/drawing/2014/main" id="{8D4CC956-57FA-837B-8C48-756517C1B35A}"/>
                </a:ext>
              </a:extLst>
            </p:cNvPr>
            <p:cNvSpPr/>
            <p:nvPr/>
          </p:nvSpPr>
          <p:spPr>
            <a:xfrm>
              <a:off x="6375394" y="20556654"/>
              <a:ext cx="66190" cy="29854"/>
            </a:xfrm>
            <a:custGeom>
              <a:avLst/>
              <a:gdLst/>
              <a:ahLst/>
              <a:cxnLst/>
              <a:rect l="l" t="t" r="r" b="b"/>
              <a:pathLst>
                <a:path w="3336" h="1820" extrusionOk="0">
                  <a:moveTo>
                    <a:pt x="910" y="0"/>
                  </a:moveTo>
                  <a:lnTo>
                    <a:pt x="0" y="152"/>
                  </a:lnTo>
                  <a:lnTo>
                    <a:pt x="2426" y="1819"/>
                  </a:lnTo>
                  <a:lnTo>
                    <a:pt x="3335" y="1516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84" name="Google Shape;111;p7">
              <a:extLst>
                <a:ext uri="{FF2B5EF4-FFF2-40B4-BE49-F238E27FC236}">
                  <a16:creationId xmlns:a16="http://schemas.microsoft.com/office/drawing/2014/main" id="{470470AD-812B-9895-3158-425913BA727C}"/>
                </a:ext>
              </a:extLst>
            </p:cNvPr>
            <p:cNvSpPr/>
            <p:nvPr/>
          </p:nvSpPr>
          <p:spPr>
            <a:xfrm>
              <a:off x="5232442" y="20019546"/>
              <a:ext cx="141388" cy="318305"/>
            </a:xfrm>
            <a:custGeom>
              <a:avLst/>
              <a:gdLst/>
              <a:ahLst/>
              <a:cxnLst/>
              <a:rect l="l" t="t" r="r" b="b"/>
              <a:pathLst>
                <a:path w="7126" h="19405" extrusionOk="0">
                  <a:moveTo>
                    <a:pt x="2881" y="1"/>
                  </a:moveTo>
                  <a:lnTo>
                    <a:pt x="910" y="1516"/>
                  </a:lnTo>
                  <a:lnTo>
                    <a:pt x="1" y="8186"/>
                  </a:lnTo>
                  <a:lnTo>
                    <a:pt x="1516" y="9399"/>
                  </a:lnTo>
                  <a:lnTo>
                    <a:pt x="1971" y="12431"/>
                  </a:lnTo>
                  <a:lnTo>
                    <a:pt x="3184" y="12734"/>
                  </a:lnTo>
                  <a:lnTo>
                    <a:pt x="3942" y="11825"/>
                  </a:lnTo>
                  <a:lnTo>
                    <a:pt x="5306" y="13341"/>
                  </a:lnTo>
                  <a:lnTo>
                    <a:pt x="6064" y="16372"/>
                  </a:lnTo>
                  <a:lnTo>
                    <a:pt x="5913" y="19404"/>
                  </a:lnTo>
                  <a:lnTo>
                    <a:pt x="7125" y="16979"/>
                  </a:lnTo>
                  <a:lnTo>
                    <a:pt x="5003" y="8944"/>
                  </a:lnTo>
                  <a:lnTo>
                    <a:pt x="6367" y="7883"/>
                  </a:lnTo>
                  <a:lnTo>
                    <a:pt x="6367" y="6822"/>
                  </a:lnTo>
                  <a:lnTo>
                    <a:pt x="3790" y="2426"/>
                  </a:lnTo>
                  <a:lnTo>
                    <a:pt x="4548" y="607"/>
                  </a:lnTo>
                  <a:lnTo>
                    <a:pt x="288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85" name="Google Shape;112;p7">
              <a:extLst>
                <a:ext uri="{FF2B5EF4-FFF2-40B4-BE49-F238E27FC236}">
                  <a16:creationId xmlns:a16="http://schemas.microsoft.com/office/drawing/2014/main" id="{30296F62-0F59-6980-DC67-FE68EF1D59EA}"/>
                </a:ext>
              </a:extLst>
            </p:cNvPr>
            <p:cNvSpPr/>
            <p:nvPr/>
          </p:nvSpPr>
          <p:spPr>
            <a:xfrm>
              <a:off x="5358771" y="20121492"/>
              <a:ext cx="165436" cy="139264"/>
            </a:xfrm>
            <a:custGeom>
              <a:avLst/>
              <a:gdLst/>
              <a:ahLst/>
              <a:cxnLst/>
              <a:rect l="l" t="t" r="r" b="b"/>
              <a:pathLst>
                <a:path w="8338" h="8490" extrusionOk="0">
                  <a:moveTo>
                    <a:pt x="1365" y="1"/>
                  </a:moveTo>
                  <a:lnTo>
                    <a:pt x="0" y="607"/>
                  </a:lnTo>
                  <a:lnTo>
                    <a:pt x="0" y="1668"/>
                  </a:lnTo>
                  <a:lnTo>
                    <a:pt x="1365" y="2426"/>
                  </a:lnTo>
                  <a:lnTo>
                    <a:pt x="1365" y="4397"/>
                  </a:lnTo>
                  <a:lnTo>
                    <a:pt x="4548" y="4397"/>
                  </a:lnTo>
                  <a:lnTo>
                    <a:pt x="6216" y="6822"/>
                  </a:lnTo>
                  <a:lnTo>
                    <a:pt x="4548" y="8490"/>
                  </a:lnTo>
                  <a:lnTo>
                    <a:pt x="8338" y="8490"/>
                  </a:lnTo>
                  <a:lnTo>
                    <a:pt x="8338" y="7580"/>
                  </a:lnTo>
                  <a:lnTo>
                    <a:pt x="4700" y="3639"/>
                  </a:lnTo>
                  <a:lnTo>
                    <a:pt x="3942" y="1213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86" name="Google Shape;113;p7">
              <a:extLst>
                <a:ext uri="{FF2B5EF4-FFF2-40B4-BE49-F238E27FC236}">
                  <a16:creationId xmlns:a16="http://schemas.microsoft.com/office/drawing/2014/main" id="{A13339D8-1543-98A5-095D-4048E3CFB870}"/>
                </a:ext>
              </a:extLst>
            </p:cNvPr>
            <p:cNvSpPr/>
            <p:nvPr/>
          </p:nvSpPr>
          <p:spPr>
            <a:xfrm>
              <a:off x="5331707" y="20148853"/>
              <a:ext cx="150396" cy="248673"/>
            </a:xfrm>
            <a:custGeom>
              <a:avLst/>
              <a:gdLst/>
              <a:ahLst/>
              <a:cxnLst/>
              <a:rect l="l" t="t" r="r" b="b"/>
              <a:pathLst>
                <a:path w="7580" h="15160" extrusionOk="0">
                  <a:moveTo>
                    <a:pt x="1364" y="0"/>
                  </a:moveTo>
                  <a:lnTo>
                    <a:pt x="0" y="1061"/>
                  </a:lnTo>
                  <a:lnTo>
                    <a:pt x="2122" y="9096"/>
                  </a:lnTo>
                  <a:lnTo>
                    <a:pt x="910" y="11521"/>
                  </a:lnTo>
                  <a:lnTo>
                    <a:pt x="910" y="12734"/>
                  </a:lnTo>
                  <a:lnTo>
                    <a:pt x="3032" y="14553"/>
                  </a:lnTo>
                  <a:lnTo>
                    <a:pt x="3184" y="15159"/>
                  </a:lnTo>
                  <a:lnTo>
                    <a:pt x="4548" y="15008"/>
                  </a:lnTo>
                  <a:lnTo>
                    <a:pt x="2426" y="11976"/>
                  </a:lnTo>
                  <a:lnTo>
                    <a:pt x="2880" y="7125"/>
                  </a:lnTo>
                  <a:lnTo>
                    <a:pt x="5306" y="9551"/>
                  </a:lnTo>
                  <a:lnTo>
                    <a:pt x="5306" y="7580"/>
                  </a:lnTo>
                  <a:lnTo>
                    <a:pt x="7580" y="5154"/>
                  </a:lnTo>
                  <a:lnTo>
                    <a:pt x="5912" y="2729"/>
                  </a:lnTo>
                  <a:lnTo>
                    <a:pt x="2729" y="2729"/>
                  </a:lnTo>
                  <a:lnTo>
                    <a:pt x="2729" y="758"/>
                  </a:lnTo>
                  <a:lnTo>
                    <a:pt x="136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87" name="Google Shape;114;p7">
              <a:extLst>
                <a:ext uri="{FF2B5EF4-FFF2-40B4-BE49-F238E27FC236}">
                  <a16:creationId xmlns:a16="http://schemas.microsoft.com/office/drawing/2014/main" id="{681714DF-840C-A873-12BA-AAF6071DECCD}"/>
                </a:ext>
              </a:extLst>
            </p:cNvPr>
            <p:cNvSpPr/>
            <p:nvPr/>
          </p:nvSpPr>
          <p:spPr>
            <a:xfrm>
              <a:off x="5436965" y="20260739"/>
              <a:ext cx="87242" cy="62185"/>
            </a:xfrm>
            <a:custGeom>
              <a:avLst/>
              <a:gdLst/>
              <a:ahLst/>
              <a:cxnLst/>
              <a:rect l="l" t="t" r="r" b="b"/>
              <a:pathLst>
                <a:path w="4397" h="3791" extrusionOk="0">
                  <a:moveTo>
                    <a:pt x="607" y="1"/>
                  </a:moveTo>
                  <a:lnTo>
                    <a:pt x="1" y="759"/>
                  </a:lnTo>
                  <a:lnTo>
                    <a:pt x="1" y="2730"/>
                  </a:lnTo>
                  <a:lnTo>
                    <a:pt x="1062" y="3791"/>
                  </a:lnTo>
                  <a:lnTo>
                    <a:pt x="2426" y="3639"/>
                  </a:lnTo>
                  <a:lnTo>
                    <a:pt x="4397" y="2275"/>
                  </a:lnTo>
                  <a:lnTo>
                    <a:pt x="439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88" name="Google Shape;115;p7">
              <a:extLst>
                <a:ext uri="{FF2B5EF4-FFF2-40B4-BE49-F238E27FC236}">
                  <a16:creationId xmlns:a16="http://schemas.microsoft.com/office/drawing/2014/main" id="{547E35BE-C322-47A7-2A22-6BBB96834905}"/>
                </a:ext>
              </a:extLst>
            </p:cNvPr>
            <p:cNvSpPr/>
            <p:nvPr/>
          </p:nvSpPr>
          <p:spPr>
            <a:xfrm>
              <a:off x="5385834" y="20094148"/>
              <a:ext cx="174483" cy="261107"/>
            </a:xfrm>
            <a:custGeom>
              <a:avLst/>
              <a:gdLst/>
              <a:ahLst/>
              <a:cxnLst/>
              <a:rect l="l" t="t" r="r" b="b"/>
              <a:pathLst>
                <a:path w="8794" h="15918" extrusionOk="0">
                  <a:moveTo>
                    <a:pt x="3336" y="0"/>
                  </a:moveTo>
                  <a:lnTo>
                    <a:pt x="1" y="1668"/>
                  </a:lnTo>
                  <a:lnTo>
                    <a:pt x="2578" y="2880"/>
                  </a:lnTo>
                  <a:lnTo>
                    <a:pt x="3336" y="5306"/>
                  </a:lnTo>
                  <a:lnTo>
                    <a:pt x="6974" y="9247"/>
                  </a:lnTo>
                  <a:lnTo>
                    <a:pt x="6974" y="12431"/>
                  </a:lnTo>
                  <a:lnTo>
                    <a:pt x="5003" y="13795"/>
                  </a:lnTo>
                  <a:lnTo>
                    <a:pt x="5003" y="15917"/>
                  </a:lnTo>
                  <a:lnTo>
                    <a:pt x="8793" y="13492"/>
                  </a:lnTo>
                  <a:lnTo>
                    <a:pt x="8641" y="9702"/>
                  </a:lnTo>
                  <a:lnTo>
                    <a:pt x="4700" y="5609"/>
                  </a:lnTo>
                  <a:lnTo>
                    <a:pt x="5003" y="3335"/>
                  </a:lnTo>
                  <a:lnTo>
                    <a:pt x="6368" y="2577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89" name="Google Shape;116;p7">
              <a:extLst>
                <a:ext uri="{FF2B5EF4-FFF2-40B4-BE49-F238E27FC236}">
                  <a16:creationId xmlns:a16="http://schemas.microsoft.com/office/drawing/2014/main" id="{79C88826-AD1D-E3BA-949B-752BE0FBFC72}"/>
                </a:ext>
              </a:extLst>
            </p:cNvPr>
            <p:cNvSpPr/>
            <p:nvPr/>
          </p:nvSpPr>
          <p:spPr>
            <a:xfrm>
              <a:off x="5127164" y="20051877"/>
              <a:ext cx="108313" cy="101963"/>
            </a:xfrm>
            <a:custGeom>
              <a:avLst/>
              <a:gdLst/>
              <a:ahLst/>
              <a:cxnLst/>
              <a:rect l="l" t="t" r="r" b="b"/>
              <a:pathLst>
                <a:path w="5459" h="6216" extrusionOk="0">
                  <a:moveTo>
                    <a:pt x="759" y="0"/>
                  </a:moveTo>
                  <a:lnTo>
                    <a:pt x="1" y="303"/>
                  </a:lnTo>
                  <a:lnTo>
                    <a:pt x="1062" y="4093"/>
                  </a:lnTo>
                  <a:lnTo>
                    <a:pt x="1820" y="3335"/>
                  </a:lnTo>
                  <a:lnTo>
                    <a:pt x="5307" y="6215"/>
                  </a:lnTo>
                  <a:lnTo>
                    <a:pt x="5458" y="4700"/>
                  </a:lnTo>
                  <a:lnTo>
                    <a:pt x="3639" y="3032"/>
                  </a:lnTo>
                  <a:lnTo>
                    <a:pt x="3336" y="1061"/>
                  </a:lnTo>
                  <a:lnTo>
                    <a:pt x="1972" y="1516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90" name="Google Shape;117;p7">
              <a:extLst>
                <a:ext uri="{FF2B5EF4-FFF2-40B4-BE49-F238E27FC236}">
                  <a16:creationId xmlns:a16="http://schemas.microsoft.com/office/drawing/2014/main" id="{D10874D5-5AEE-E522-7AEC-5041D3C8E126}"/>
                </a:ext>
              </a:extLst>
            </p:cNvPr>
            <p:cNvSpPr/>
            <p:nvPr/>
          </p:nvSpPr>
          <p:spPr>
            <a:xfrm>
              <a:off x="4748198" y="19882776"/>
              <a:ext cx="541407" cy="472479"/>
            </a:xfrm>
            <a:custGeom>
              <a:avLst/>
              <a:gdLst/>
              <a:ahLst/>
              <a:cxnLst/>
              <a:rect l="l" t="t" r="r" b="b"/>
              <a:pathLst>
                <a:path w="27287" h="28804" extrusionOk="0">
                  <a:moveTo>
                    <a:pt x="5761" y="1"/>
                  </a:moveTo>
                  <a:lnTo>
                    <a:pt x="3790" y="1517"/>
                  </a:lnTo>
                  <a:lnTo>
                    <a:pt x="3639" y="2730"/>
                  </a:lnTo>
                  <a:lnTo>
                    <a:pt x="4851" y="3488"/>
                  </a:lnTo>
                  <a:lnTo>
                    <a:pt x="5458" y="5913"/>
                  </a:lnTo>
                  <a:lnTo>
                    <a:pt x="2729" y="8339"/>
                  </a:lnTo>
                  <a:lnTo>
                    <a:pt x="1061" y="8339"/>
                  </a:lnTo>
                  <a:lnTo>
                    <a:pt x="1061" y="10158"/>
                  </a:lnTo>
                  <a:lnTo>
                    <a:pt x="2426" y="10612"/>
                  </a:lnTo>
                  <a:lnTo>
                    <a:pt x="2426" y="12280"/>
                  </a:lnTo>
                  <a:lnTo>
                    <a:pt x="0" y="12886"/>
                  </a:lnTo>
                  <a:lnTo>
                    <a:pt x="152" y="13189"/>
                  </a:lnTo>
                  <a:lnTo>
                    <a:pt x="2123" y="13796"/>
                  </a:lnTo>
                  <a:lnTo>
                    <a:pt x="1213" y="14705"/>
                  </a:lnTo>
                  <a:lnTo>
                    <a:pt x="2123" y="15766"/>
                  </a:lnTo>
                  <a:lnTo>
                    <a:pt x="3639" y="15918"/>
                  </a:lnTo>
                  <a:lnTo>
                    <a:pt x="3942" y="14705"/>
                  </a:lnTo>
                  <a:lnTo>
                    <a:pt x="4548" y="14705"/>
                  </a:lnTo>
                  <a:lnTo>
                    <a:pt x="9399" y="28803"/>
                  </a:lnTo>
                  <a:lnTo>
                    <a:pt x="12582" y="26984"/>
                  </a:lnTo>
                  <a:lnTo>
                    <a:pt x="13037" y="21224"/>
                  </a:lnTo>
                  <a:lnTo>
                    <a:pt x="20162" y="14402"/>
                  </a:lnTo>
                  <a:lnTo>
                    <a:pt x="19101" y="10612"/>
                  </a:lnTo>
                  <a:lnTo>
                    <a:pt x="19859" y="10309"/>
                  </a:lnTo>
                  <a:lnTo>
                    <a:pt x="21072" y="11825"/>
                  </a:lnTo>
                  <a:lnTo>
                    <a:pt x="22436" y="11370"/>
                  </a:lnTo>
                  <a:lnTo>
                    <a:pt x="22739" y="13341"/>
                  </a:lnTo>
                  <a:lnTo>
                    <a:pt x="24558" y="15009"/>
                  </a:lnTo>
                  <a:lnTo>
                    <a:pt x="25316" y="9854"/>
                  </a:lnTo>
                  <a:lnTo>
                    <a:pt x="27287" y="8339"/>
                  </a:lnTo>
                  <a:lnTo>
                    <a:pt x="23952" y="6823"/>
                  </a:lnTo>
                  <a:lnTo>
                    <a:pt x="21526" y="8945"/>
                  </a:lnTo>
                  <a:lnTo>
                    <a:pt x="21072" y="10006"/>
                  </a:lnTo>
                  <a:lnTo>
                    <a:pt x="19101" y="9551"/>
                  </a:lnTo>
                  <a:lnTo>
                    <a:pt x="19252" y="8187"/>
                  </a:lnTo>
                  <a:lnTo>
                    <a:pt x="18798" y="8035"/>
                  </a:lnTo>
                  <a:lnTo>
                    <a:pt x="17433" y="10006"/>
                  </a:lnTo>
                  <a:lnTo>
                    <a:pt x="10612" y="7429"/>
                  </a:lnTo>
                  <a:lnTo>
                    <a:pt x="10612" y="5155"/>
                  </a:lnTo>
                  <a:lnTo>
                    <a:pt x="8944" y="4549"/>
                  </a:lnTo>
                  <a:lnTo>
                    <a:pt x="8641" y="759"/>
                  </a:lnTo>
                  <a:lnTo>
                    <a:pt x="7125" y="1"/>
                  </a:lnTo>
                  <a:close/>
                </a:path>
              </a:pathLst>
            </a:custGeom>
            <a:solidFill>
              <a:srgbClr val="FFFFA7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2591" name="Google Shape;118;p7">
              <a:extLst>
                <a:ext uri="{FF2B5EF4-FFF2-40B4-BE49-F238E27FC236}">
                  <a16:creationId xmlns:a16="http://schemas.microsoft.com/office/drawing/2014/main" id="{5272975B-5558-929E-26B3-52993257FBE3}"/>
                </a:ext>
              </a:extLst>
            </p:cNvPr>
            <p:cNvSpPr/>
            <p:nvPr/>
          </p:nvSpPr>
          <p:spPr>
            <a:xfrm>
              <a:off x="4958732" y="19967334"/>
              <a:ext cx="162440" cy="79589"/>
            </a:xfrm>
            <a:custGeom>
              <a:avLst/>
              <a:gdLst/>
              <a:ahLst/>
              <a:cxnLst/>
              <a:rect l="l" t="t" r="r" b="b"/>
              <a:pathLst>
                <a:path w="8187" h="4852" extrusionOk="0">
                  <a:moveTo>
                    <a:pt x="1" y="0"/>
                  </a:moveTo>
                  <a:lnTo>
                    <a:pt x="1" y="2274"/>
                  </a:lnTo>
                  <a:lnTo>
                    <a:pt x="6822" y="4851"/>
                  </a:lnTo>
                  <a:lnTo>
                    <a:pt x="8187" y="28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92" name="Google Shape;119;p7">
              <a:extLst>
                <a:ext uri="{FF2B5EF4-FFF2-40B4-BE49-F238E27FC236}">
                  <a16:creationId xmlns:a16="http://schemas.microsoft.com/office/drawing/2014/main" id="{02450775-F34D-1811-84A2-0655A907E1CF}"/>
                </a:ext>
              </a:extLst>
            </p:cNvPr>
            <p:cNvSpPr/>
            <p:nvPr/>
          </p:nvSpPr>
          <p:spPr>
            <a:xfrm>
              <a:off x="5127164" y="20017053"/>
              <a:ext cx="48155" cy="29870"/>
            </a:xfrm>
            <a:custGeom>
              <a:avLst/>
              <a:gdLst/>
              <a:ahLst/>
              <a:cxnLst/>
              <a:rect l="l" t="t" r="r" b="b"/>
              <a:pathLst>
                <a:path w="2427" h="1821" extrusionOk="0">
                  <a:moveTo>
                    <a:pt x="152" y="1"/>
                  </a:moveTo>
                  <a:lnTo>
                    <a:pt x="1" y="1365"/>
                  </a:lnTo>
                  <a:lnTo>
                    <a:pt x="1972" y="1820"/>
                  </a:lnTo>
                  <a:lnTo>
                    <a:pt x="2426" y="759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93" name="Google Shape;120;p7">
              <a:extLst>
                <a:ext uri="{FF2B5EF4-FFF2-40B4-BE49-F238E27FC236}">
                  <a16:creationId xmlns:a16="http://schemas.microsoft.com/office/drawing/2014/main" id="{3A24C872-1403-E0C7-50C4-4AEB8855D9A9}"/>
                </a:ext>
              </a:extLst>
            </p:cNvPr>
            <p:cNvSpPr/>
            <p:nvPr/>
          </p:nvSpPr>
          <p:spPr>
            <a:xfrm>
              <a:off x="4275977" y="19549576"/>
              <a:ext cx="688787" cy="236240"/>
            </a:xfrm>
            <a:custGeom>
              <a:avLst/>
              <a:gdLst/>
              <a:ahLst/>
              <a:cxnLst/>
              <a:rect l="l" t="t" r="r" b="b"/>
              <a:pathLst>
                <a:path w="34715" h="14402" extrusionOk="0">
                  <a:moveTo>
                    <a:pt x="16676" y="1"/>
                  </a:moveTo>
                  <a:lnTo>
                    <a:pt x="10763" y="1365"/>
                  </a:lnTo>
                  <a:lnTo>
                    <a:pt x="10763" y="4094"/>
                  </a:lnTo>
                  <a:lnTo>
                    <a:pt x="0" y="4094"/>
                  </a:lnTo>
                  <a:lnTo>
                    <a:pt x="0" y="7580"/>
                  </a:lnTo>
                  <a:lnTo>
                    <a:pt x="1516" y="9399"/>
                  </a:lnTo>
                  <a:lnTo>
                    <a:pt x="4548" y="8187"/>
                  </a:lnTo>
                  <a:lnTo>
                    <a:pt x="6367" y="9399"/>
                  </a:lnTo>
                  <a:lnTo>
                    <a:pt x="4093" y="10461"/>
                  </a:lnTo>
                  <a:lnTo>
                    <a:pt x="4093" y="11976"/>
                  </a:lnTo>
                  <a:lnTo>
                    <a:pt x="5458" y="13189"/>
                  </a:lnTo>
                  <a:lnTo>
                    <a:pt x="7428" y="12734"/>
                  </a:lnTo>
                  <a:lnTo>
                    <a:pt x="9096" y="14099"/>
                  </a:lnTo>
                  <a:lnTo>
                    <a:pt x="9096" y="14099"/>
                  </a:lnTo>
                  <a:lnTo>
                    <a:pt x="8793" y="10612"/>
                  </a:lnTo>
                  <a:lnTo>
                    <a:pt x="11218" y="10006"/>
                  </a:lnTo>
                  <a:lnTo>
                    <a:pt x="14705" y="12280"/>
                  </a:lnTo>
                  <a:lnTo>
                    <a:pt x="17433" y="11673"/>
                  </a:lnTo>
                  <a:lnTo>
                    <a:pt x="19556" y="14402"/>
                  </a:lnTo>
                  <a:lnTo>
                    <a:pt x="21526" y="14402"/>
                  </a:lnTo>
                  <a:lnTo>
                    <a:pt x="23346" y="12734"/>
                  </a:lnTo>
                  <a:lnTo>
                    <a:pt x="27893" y="12583"/>
                  </a:lnTo>
                  <a:lnTo>
                    <a:pt x="30925" y="13947"/>
                  </a:lnTo>
                  <a:lnTo>
                    <a:pt x="30167" y="10309"/>
                  </a:lnTo>
                  <a:lnTo>
                    <a:pt x="34715" y="6974"/>
                  </a:lnTo>
                  <a:lnTo>
                    <a:pt x="31986" y="5306"/>
                  </a:lnTo>
                  <a:lnTo>
                    <a:pt x="1667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94" name="Google Shape;121;p7">
              <a:extLst>
                <a:ext uri="{FF2B5EF4-FFF2-40B4-BE49-F238E27FC236}">
                  <a16:creationId xmlns:a16="http://schemas.microsoft.com/office/drawing/2014/main" id="{CC523DB3-7FF3-0B71-5BDF-5DF9CE015683}"/>
                </a:ext>
              </a:extLst>
            </p:cNvPr>
            <p:cNvSpPr/>
            <p:nvPr/>
          </p:nvSpPr>
          <p:spPr>
            <a:xfrm>
              <a:off x="4269965" y="19818130"/>
              <a:ext cx="369979" cy="251167"/>
            </a:xfrm>
            <a:custGeom>
              <a:avLst/>
              <a:gdLst/>
              <a:ahLst/>
              <a:cxnLst/>
              <a:rect l="l" t="t" r="r" b="b"/>
              <a:pathLst>
                <a:path w="18647" h="15312" extrusionOk="0">
                  <a:moveTo>
                    <a:pt x="3942" y="1"/>
                  </a:moveTo>
                  <a:lnTo>
                    <a:pt x="0" y="455"/>
                  </a:lnTo>
                  <a:lnTo>
                    <a:pt x="0" y="1668"/>
                  </a:lnTo>
                  <a:lnTo>
                    <a:pt x="4851" y="9854"/>
                  </a:lnTo>
                  <a:lnTo>
                    <a:pt x="6216" y="10006"/>
                  </a:lnTo>
                  <a:lnTo>
                    <a:pt x="9551" y="13492"/>
                  </a:lnTo>
                  <a:lnTo>
                    <a:pt x="15614" y="15311"/>
                  </a:lnTo>
                  <a:lnTo>
                    <a:pt x="17433" y="15311"/>
                  </a:lnTo>
                  <a:lnTo>
                    <a:pt x="18646" y="13189"/>
                  </a:lnTo>
                  <a:lnTo>
                    <a:pt x="17282" y="11370"/>
                  </a:lnTo>
                  <a:lnTo>
                    <a:pt x="15311" y="5761"/>
                  </a:lnTo>
                  <a:lnTo>
                    <a:pt x="16069" y="4094"/>
                  </a:lnTo>
                  <a:lnTo>
                    <a:pt x="15008" y="2426"/>
                  </a:lnTo>
                  <a:lnTo>
                    <a:pt x="11066" y="1213"/>
                  </a:lnTo>
                  <a:lnTo>
                    <a:pt x="8641" y="1971"/>
                  </a:lnTo>
                  <a:lnTo>
                    <a:pt x="8641" y="3032"/>
                  </a:lnTo>
                  <a:lnTo>
                    <a:pt x="5609" y="3032"/>
                  </a:lnTo>
                  <a:lnTo>
                    <a:pt x="394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95" name="Google Shape;122;p7">
              <a:extLst>
                <a:ext uri="{FF2B5EF4-FFF2-40B4-BE49-F238E27FC236}">
                  <a16:creationId xmlns:a16="http://schemas.microsoft.com/office/drawing/2014/main" id="{049F3075-C566-9987-6264-0AD7D38C3EBE}"/>
                </a:ext>
              </a:extLst>
            </p:cNvPr>
            <p:cNvSpPr/>
            <p:nvPr/>
          </p:nvSpPr>
          <p:spPr>
            <a:xfrm>
              <a:off x="4384251" y="19758455"/>
              <a:ext cx="279741" cy="126830"/>
            </a:xfrm>
            <a:custGeom>
              <a:avLst/>
              <a:gdLst/>
              <a:ahLst/>
              <a:cxnLst/>
              <a:rect l="l" t="t" r="r" b="b"/>
              <a:pathLst>
                <a:path w="14099" h="7732" extrusionOk="0">
                  <a:moveTo>
                    <a:pt x="1971" y="0"/>
                  </a:moveTo>
                  <a:lnTo>
                    <a:pt x="1" y="455"/>
                  </a:lnTo>
                  <a:lnTo>
                    <a:pt x="3033" y="3032"/>
                  </a:lnTo>
                  <a:lnTo>
                    <a:pt x="2881" y="5609"/>
                  </a:lnTo>
                  <a:lnTo>
                    <a:pt x="5306" y="4851"/>
                  </a:lnTo>
                  <a:lnTo>
                    <a:pt x="9248" y="6064"/>
                  </a:lnTo>
                  <a:lnTo>
                    <a:pt x="10309" y="7732"/>
                  </a:lnTo>
                  <a:lnTo>
                    <a:pt x="14099" y="5761"/>
                  </a:lnTo>
                  <a:lnTo>
                    <a:pt x="7884" y="758"/>
                  </a:lnTo>
                  <a:lnTo>
                    <a:pt x="5155" y="758"/>
                  </a:lnTo>
                  <a:lnTo>
                    <a:pt x="3639" y="1365"/>
                  </a:lnTo>
                  <a:lnTo>
                    <a:pt x="197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96" name="Google Shape;123;p7">
              <a:extLst>
                <a:ext uri="{FF2B5EF4-FFF2-40B4-BE49-F238E27FC236}">
                  <a16:creationId xmlns:a16="http://schemas.microsoft.com/office/drawing/2014/main" id="{0103E394-06AF-F4AA-7A2B-69BEAA655E4A}"/>
                </a:ext>
              </a:extLst>
            </p:cNvPr>
            <p:cNvSpPr/>
            <p:nvPr/>
          </p:nvSpPr>
          <p:spPr>
            <a:xfrm>
              <a:off x="4606829" y="19860402"/>
              <a:ext cx="282757" cy="233763"/>
            </a:xfrm>
            <a:custGeom>
              <a:avLst/>
              <a:gdLst/>
              <a:ahLst/>
              <a:cxnLst/>
              <a:rect l="l" t="t" r="r" b="b"/>
              <a:pathLst>
                <a:path w="14251" h="14251" extrusionOk="0">
                  <a:moveTo>
                    <a:pt x="11370" y="1"/>
                  </a:moveTo>
                  <a:lnTo>
                    <a:pt x="8338" y="455"/>
                  </a:lnTo>
                  <a:lnTo>
                    <a:pt x="7277" y="4700"/>
                  </a:lnTo>
                  <a:lnTo>
                    <a:pt x="3790" y="8035"/>
                  </a:lnTo>
                  <a:lnTo>
                    <a:pt x="1" y="8035"/>
                  </a:lnTo>
                  <a:lnTo>
                    <a:pt x="304" y="8793"/>
                  </a:lnTo>
                  <a:lnTo>
                    <a:pt x="1668" y="10612"/>
                  </a:lnTo>
                  <a:lnTo>
                    <a:pt x="455" y="12734"/>
                  </a:lnTo>
                  <a:lnTo>
                    <a:pt x="5761" y="12734"/>
                  </a:lnTo>
                  <a:lnTo>
                    <a:pt x="7125" y="14250"/>
                  </a:lnTo>
                  <a:lnTo>
                    <a:pt x="9551" y="13644"/>
                  </a:lnTo>
                  <a:lnTo>
                    <a:pt x="9551" y="11976"/>
                  </a:lnTo>
                  <a:lnTo>
                    <a:pt x="8186" y="11522"/>
                  </a:lnTo>
                  <a:lnTo>
                    <a:pt x="8186" y="9703"/>
                  </a:lnTo>
                  <a:lnTo>
                    <a:pt x="9854" y="9703"/>
                  </a:lnTo>
                  <a:lnTo>
                    <a:pt x="12583" y="7277"/>
                  </a:lnTo>
                  <a:lnTo>
                    <a:pt x="11976" y="4852"/>
                  </a:lnTo>
                  <a:lnTo>
                    <a:pt x="10764" y="4094"/>
                  </a:lnTo>
                  <a:lnTo>
                    <a:pt x="10915" y="2881"/>
                  </a:lnTo>
                  <a:lnTo>
                    <a:pt x="12886" y="1365"/>
                  </a:lnTo>
                  <a:lnTo>
                    <a:pt x="14250" y="1365"/>
                  </a:lnTo>
                  <a:lnTo>
                    <a:pt x="1137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97" name="Google Shape;124;p7">
              <a:extLst>
                <a:ext uri="{FF2B5EF4-FFF2-40B4-BE49-F238E27FC236}">
                  <a16:creationId xmlns:a16="http://schemas.microsoft.com/office/drawing/2014/main" id="{0EF8BF36-998B-4EF1-FD97-344E65D34B02}"/>
                </a:ext>
              </a:extLst>
            </p:cNvPr>
            <p:cNvSpPr/>
            <p:nvPr/>
          </p:nvSpPr>
          <p:spPr>
            <a:xfrm>
              <a:off x="4450421" y="19713691"/>
              <a:ext cx="297796" cy="149220"/>
            </a:xfrm>
            <a:custGeom>
              <a:avLst/>
              <a:gdLst/>
              <a:ahLst/>
              <a:cxnLst/>
              <a:rect l="l" t="t" r="r" b="b"/>
              <a:pathLst>
                <a:path w="15009" h="9097" extrusionOk="0">
                  <a:moveTo>
                    <a:pt x="2426" y="1"/>
                  </a:moveTo>
                  <a:lnTo>
                    <a:pt x="1" y="607"/>
                  </a:lnTo>
                  <a:lnTo>
                    <a:pt x="304" y="4094"/>
                  </a:lnTo>
                  <a:lnTo>
                    <a:pt x="1820" y="3487"/>
                  </a:lnTo>
                  <a:lnTo>
                    <a:pt x="4549" y="3487"/>
                  </a:lnTo>
                  <a:lnTo>
                    <a:pt x="10764" y="8490"/>
                  </a:lnTo>
                  <a:lnTo>
                    <a:pt x="12886" y="9096"/>
                  </a:lnTo>
                  <a:lnTo>
                    <a:pt x="12886" y="9096"/>
                  </a:lnTo>
                  <a:lnTo>
                    <a:pt x="11976" y="6368"/>
                  </a:lnTo>
                  <a:lnTo>
                    <a:pt x="14857" y="5458"/>
                  </a:lnTo>
                  <a:lnTo>
                    <a:pt x="15008" y="4245"/>
                  </a:lnTo>
                  <a:lnTo>
                    <a:pt x="10764" y="4397"/>
                  </a:lnTo>
                  <a:lnTo>
                    <a:pt x="8641" y="1668"/>
                  </a:lnTo>
                  <a:lnTo>
                    <a:pt x="5913" y="2275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98" name="Google Shape;125;p7">
              <a:extLst>
                <a:ext uri="{FF2B5EF4-FFF2-40B4-BE49-F238E27FC236}">
                  <a16:creationId xmlns:a16="http://schemas.microsoft.com/office/drawing/2014/main" id="{9D6E4A8D-5BE0-9E91-468F-E62E5A5D68FC}"/>
                </a:ext>
              </a:extLst>
            </p:cNvPr>
            <p:cNvSpPr/>
            <p:nvPr/>
          </p:nvSpPr>
          <p:spPr>
            <a:xfrm>
              <a:off x="4573754" y="19838028"/>
              <a:ext cx="198531" cy="154174"/>
            </a:xfrm>
            <a:custGeom>
              <a:avLst/>
              <a:gdLst/>
              <a:ahLst/>
              <a:cxnLst/>
              <a:rect l="l" t="t" r="r" b="b"/>
              <a:pathLst>
                <a:path w="10006" h="9399" extrusionOk="0">
                  <a:moveTo>
                    <a:pt x="9399" y="0"/>
                  </a:moveTo>
                  <a:lnTo>
                    <a:pt x="6670" y="1516"/>
                  </a:lnTo>
                  <a:lnTo>
                    <a:pt x="4548" y="910"/>
                  </a:lnTo>
                  <a:lnTo>
                    <a:pt x="758" y="2881"/>
                  </a:lnTo>
                  <a:lnTo>
                    <a:pt x="0" y="4548"/>
                  </a:lnTo>
                  <a:lnTo>
                    <a:pt x="1668" y="9399"/>
                  </a:lnTo>
                  <a:lnTo>
                    <a:pt x="5457" y="9399"/>
                  </a:lnTo>
                  <a:lnTo>
                    <a:pt x="8944" y="6064"/>
                  </a:lnTo>
                  <a:lnTo>
                    <a:pt x="10005" y="1819"/>
                  </a:lnTo>
                  <a:lnTo>
                    <a:pt x="939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99" name="Google Shape;126;p7">
              <a:extLst>
                <a:ext uri="{FF2B5EF4-FFF2-40B4-BE49-F238E27FC236}">
                  <a16:creationId xmlns:a16="http://schemas.microsoft.com/office/drawing/2014/main" id="{7F6B0126-AC96-00C1-2664-371964A614A4}"/>
                </a:ext>
              </a:extLst>
            </p:cNvPr>
            <p:cNvSpPr/>
            <p:nvPr/>
          </p:nvSpPr>
          <p:spPr>
            <a:xfrm>
              <a:off x="4688039" y="19813160"/>
              <a:ext cx="144384" cy="54721"/>
            </a:xfrm>
            <a:custGeom>
              <a:avLst/>
              <a:gdLst/>
              <a:ahLst/>
              <a:cxnLst/>
              <a:rect l="l" t="t" r="r" b="b"/>
              <a:pathLst>
                <a:path w="7277" h="3336" extrusionOk="0">
                  <a:moveTo>
                    <a:pt x="910" y="0"/>
                  </a:moveTo>
                  <a:lnTo>
                    <a:pt x="0" y="304"/>
                  </a:lnTo>
                  <a:lnTo>
                    <a:pt x="910" y="3032"/>
                  </a:lnTo>
                  <a:lnTo>
                    <a:pt x="3639" y="1516"/>
                  </a:lnTo>
                  <a:lnTo>
                    <a:pt x="4245" y="3335"/>
                  </a:lnTo>
                  <a:lnTo>
                    <a:pt x="7277" y="2881"/>
                  </a:lnTo>
                  <a:lnTo>
                    <a:pt x="6822" y="2729"/>
                  </a:lnTo>
                  <a:lnTo>
                    <a:pt x="5913" y="455"/>
                  </a:lnTo>
                  <a:lnTo>
                    <a:pt x="3336" y="758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0" name="Google Shape;127;p7">
              <a:extLst>
                <a:ext uri="{FF2B5EF4-FFF2-40B4-BE49-F238E27FC236}">
                  <a16:creationId xmlns:a16="http://schemas.microsoft.com/office/drawing/2014/main" id="{DC15A006-7CDC-B443-EC76-B5A381F0144F}"/>
                </a:ext>
              </a:extLst>
            </p:cNvPr>
            <p:cNvSpPr/>
            <p:nvPr/>
          </p:nvSpPr>
          <p:spPr>
            <a:xfrm>
              <a:off x="4703079" y="19755962"/>
              <a:ext cx="186507" cy="69648"/>
            </a:xfrm>
            <a:custGeom>
              <a:avLst/>
              <a:gdLst/>
              <a:ahLst/>
              <a:cxnLst/>
              <a:rect l="l" t="t" r="r" b="b"/>
              <a:pathLst>
                <a:path w="9400" h="4246" extrusionOk="0">
                  <a:moveTo>
                    <a:pt x="6367" y="1"/>
                  </a:moveTo>
                  <a:lnTo>
                    <a:pt x="1820" y="152"/>
                  </a:lnTo>
                  <a:lnTo>
                    <a:pt x="0" y="1820"/>
                  </a:lnTo>
                  <a:lnTo>
                    <a:pt x="2274" y="1668"/>
                  </a:lnTo>
                  <a:lnTo>
                    <a:pt x="2123" y="2881"/>
                  </a:lnTo>
                  <a:lnTo>
                    <a:pt x="152" y="3487"/>
                  </a:lnTo>
                  <a:lnTo>
                    <a:pt x="2578" y="4245"/>
                  </a:lnTo>
                  <a:lnTo>
                    <a:pt x="5155" y="3942"/>
                  </a:lnTo>
                  <a:lnTo>
                    <a:pt x="4851" y="3033"/>
                  </a:lnTo>
                  <a:lnTo>
                    <a:pt x="9399" y="1365"/>
                  </a:lnTo>
                  <a:lnTo>
                    <a:pt x="636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1" name="Google Shape;128;p7">
              <a:extLst>
                <a:ext uri="{FF2B5EF4-FFF2-40B4-BE49-F238E27FC236}">
                  <a16:creationId xmlns:a16="http://schemas.microsoft.com/office/drawing/2014/main" id="{2F430C29-C5E7-7D46-D830-F6510CF98498}"/>
                </a:ext>
              </a:extLst>
            </p:cNvPr>
            <p:cNvSpPr/>
            <p:nvPr/>
          </p:nvSpPr>
          <p:spPr>
            <a:xfrm>
              <a:off x="4275977" y="19775859"/>
              <a:ext cx="72202" cy="47258"/>
            </a:xfrm>
            <a:custGeom>
              <a:avLst/>
              <a:gdLst/>
              <a:ahLst/>
              <a:cxnLst/>
              <a:rect l="l" t="t" r="r" b="b"/>
              <a:pathLst>
                <a:path w="3639" h="2881" extrusionOk="0">
                  <a:moveTo>
                    <a:pt x="910" y="1"/>
                  </a:moveTo>
                  <a:lnTo>
                    <a:pt x="0" y="1213"/>
                  </a:lnTo>
                  <a:lnTo>
                    <a:pt x="1820" y="2881"/>
                  </a:lnTo>
                  <a:lnTo>
                    <a:pt x="3639" y="2578"/>
                  </a:lnTo>
                  <a:lnTo>
                    <a:pt x="2274" y="304"/>
                  </a:lnTo>
                  <a:lnTo>
                    <a:pt x="91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2" name="Google Shape;129;p7">
              <a:extLst>
                <a:ext uri="{FF2B5EF4-FFF2-40B4-BE49-F238E27FC236}">
                  <a16:creationId xmlns:a16="http://schemas.microsoft.com/office/drawing/2014/main" id="{0E417B66-A250-370C-9A15-BC73B3A2E7CF}"/>
                </a:ext>
              </a:extLst>
            </p:cNvPr>
            <p:cNvSpPr/>
            <p:nvPr/>
          </p:nvSpPr>
          <p:spPr>
            <a:xfrm>
              <a:off x="4200779" y="19750992"/>
              <a:ext cx="93254" cy="44781"/>
            </a:xfrm>
            <a:custGeom>
              <a:avLst/>
              <a:gdLst/>
              <a:ahLst/>
              <a:cxnLst/>
              <a:rect l="l" t="t" r="r" b="b"/>
              <a:pathLst>
                <a:path w="4700" h="2730" extrusionOk="0">
                  <a:moveTo>
                    <a:pt x="1365" y="1"/>
                  </a:moveTo>
                  <a:lnTo>
                    <a:pt x="1" y="304"/>
                  </a:lnTo>
                  <a:lnTo>
                    <a:pt x="1" y="2123"/>
                  </a:lnTo>
                  <a:lnTo>
                    <a:pt x="2578" y="2729"/>
                  </a:lnTo>
                  <a:lnTo>
                    <a:pt x="3790" y="2729"/>
                  </a:lnTo>
                  <a:lnTo>
                    <a:pt x="4700" y="1517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3" name="Google Shape;130;p7">
              <a:extLst>
                <a:ext uri="{FF2B5EF4-FFF2-40B4-BE49-F238E27FC236}">
                  <a16:creationId xmlns:a16="http://schemas.microsoft.com/office/drawing/2014/main" id="{53805699-DC0D-1CE2-D1CA-7F9EC98CA128}"/>
                </a:ext>
              </a:extLst>
            </p:cNvPr>
            <p:cNvSpPr/>
            <p:nvPr/>
          </p:nvSpPr>
          <p:spPr>
            <a:xfrm>
              <a:off x="4251910" y="19795756"/>
              <a:ext cx="60178" cy="29854"/>
            </a:xfrm>
            <a:custGeom>
              <a:avLst/>
              <a:gdLst/>
              <a:ahLst/>
              <a:cxnLst/>
              <a:rect l="l" t="t" r="r" b="b"/>
              <a:pathLst>
                <a:path w="3033" h="1820" extrusionOk="0">
                  <a:moveTo>
                    <a:pt x="1" y="0"/>
                  </a:moveTo>
                  <a:lnTo>
                    <a:pt x="910" y="1819"/>
                  </a:lnTo>
                  <a:lnTo>
                    <a:pt x="3033" y="1668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4" name="Google Shape;131;p7">
              <a:extLst>
                <a:ext uri="{FF2B5EF4-FFF2-40B4-BE49-F238E27FC236}">
                  <a16:creationId xmlns:a16="http://schemas.microsoft.com/office/drawing/2014/main" id="{CD53CF46-3189-9228-F4BF-61DF341DCA35}"/>
                </a:ext>
              </a:extLst>
            </p:cNvPr>
            <p:cNvSpPr/>
            <p:nvPr/>
          </p:nvSpPr>
          <p:spPr>
            <a:xfrm>
              <a:off x="3824808" y="19499842"/>
              <a:ext cx="105297" cy="49751"/>
            </a:xfrm>
            <a:custGeom>
              <a:avLst/>
              <a:gdLst/>
              <a:ahLst/>
              <a:cxnLst/>
              <a:rect l="l" t="t" r="r" b="b"/>
              <a:pathLst>
                <a:path w="5307" h="3033" extrusionOk="0">
                  <a:moveTo>
                    <a:pt x="2729" y="1"/>
                  </a:moveTo>
                  <a:lnTo>
                    <a:pt x="1971" y="153"/>
                  </a:lnTo>
                  <a:lnTo>
                    <a:pt x="2123" y="304"/>
                  </a:lnTo>
                  <a:lnTo>
                    <a:pt x="1971" y="1214"/>
                  </a:lnTo>
                  <a:lnTo>
                    <a:pt x="1" y="304"/>
                  </a:lnTo>
                  <a:lnTo>
                    <a:pt x="1" y="1517"/>
                  </a:lnTo>
                  <a:lnTo>
                    <a:pt x="2729" y="2123"/>
                  </a:lnTo>
                  <a:lnTo>
                    <a:pt x="4548" y="3033"/>
                  </a:lnTo>
                  <a:lnTo>
                    <a:pt x="5306" y="2275"/>
                  </a:lnTo>
                  <a:lnTo>
                    <a:pt x="5003" y="456"/>
                  </a:lnTo>
                  <a:lnTo>
                    <a:pt x="4094" y="759"/>
                  </a:lnTo>
                  <a:lnTo>
                    <a:pt x="272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5" name="Google Shape;132;p7">
              <a:extLst>
                <a:ext uri="{FF2B5EF4-FFF2-40B4-BE49-F238E27FC236}">
                  <a16:creationId xmlns:a16="http://schemas.microsoft.com/office/drawing/2014/main" id="{68E1633F-2E85-C664-1ED1-B1D368EEB9FE}"/>
                </a:ext>
              </a:extLst>
            </p:cNvPr>
            <p:cNvSpPr/>
            <p:nvPr/>
          </p:nvSpPr>
          <p:spPr>
            <a:xfrm>
              <a:off x="3824808" y="19524709"/>
              <a:ext cx="90258" cy="57215"/>
            </a:xfrm>
            <a:custGeom>
              <a:avLst/>
              <a:gdLst/>
              <a:ahLst/>
              <a:cxnLst/>
              <a:rect l="l" t="t" r="r" b="b"/>
              <a:pathLst>
                <a:path w="4549" h="3488" extrusionOk="0">
                  <a:moveTo>
                    <a:pt x="1" y="1"/>
                  </a:moveTo>
                  <a:lnTo>
                    <a:pt x="152" y="1214"/>
                  </a:lnTo>
                  <a:lnTo>
                    <a:pt x="1517" y="1668"/>
                  </a:lnTo>
                  <a:lnTo>
                    <a:pt x="1971" y="2578"/>
                  </a:lnTo>
                  <a:lnTo>
                    <a:pt x="2275" y="3487"/>
                  </a:lnTo>
                  <a:lnTo>
                    <a:pt x="4548" y="1517"/>
                  </a:lnTo>
                  <a:lnTo>
                    <a:pt x="2729" y="6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6" name="Google Shape;133;p7">
              <a:extLst>
                <a:ext uri="{FF2B5EF4-FFF2-40B4-BE49-F238E27FC236}">
                  <a16:creationId xmlns:a16="http://schemas.microsoft.com/office/drawing/2014/main" id="{FED5706E-7E2D-297D-7F33-0D7AEB45776D}"/>
                </a:ext>
              </a:extLst>
            </p:cNvPr>
            <p:cNvSpPr/>
            <p:nvPr/>
          </p:nvSpPr>
          <p:spPr>
            <a:xfrm>
              <a:off x="3869927" y="19537143"/>
              <a:ext cx="150416" cy="77112"/>
            </a:xfrm>
            <a:custGeom>
              <a:avLst/>
              <a:gdLst/>
              <a:ahLst/>
              <a:cxnLst/>
              <a:rect l="l" t="t" r="r" b="b"/>
              <a:pathLst>
                <a:path w="7581" h="4701" extrusionOk="0">
                  <a:moveTo>
                    <a:pt x="3032" y="1"/>
                  </a:moveTo>
                  <a:lnTo>
                    <a:pt x="1" y="2729"/>
                  </a:lnTo>
                  <a:lnTo>
                    <a:pt x="455" y="3942"/>
                  </a:lnTo>
                  <a:lnTo>
                    <a:pt x="4852" y="4700"/>
                  </a:lnTo>
                  <a:lnTo>
                    <a:pt x="7580" y="4094"/>
                  </a:lnTo>
                  <a:lnTo>
                    <a:pt x="5913" y="3487"/>
                  </a:lnTo>
                  <a:lnTo>
                    <a:pt x="6974" y="2881"/>
                  </a:lnTo>
                  <a:lnTo>
                    <a:pt x="515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7" name="Google Shape;134;p7">
              <a:extLst>
                <a:ext uri="{FF2B5EF4-FFF2-40B4-BE49-F238E27FC236}">
                  <a16:creationId xmlns:a16="http://schemas.microsoft.com/office/drawing/2014/main" id="{4AB7DA17-EEE0-7194-4719-2F7FCA2D15C6}"/>
                </a:ext>
              </a:extLst>
            </p:cNvPr>
            <p:cNvSpPr/>
            <p:nvPr/>
          </p:nvSpPr>
          <p:spPr>
            <a:xfrm>
              <a:off x="3848876" y="19472497"/>
              <a:ext cx="75218" cy="39794"/>
            </a:xfrm>
            <a:custGeom>
              <a:avLst/>
              <a:gdLst/>
              <a:ahLst/>
              <a:cxnLst/>
              <a:rect l="l" t="t" r="r" b="b"/>
              <a:pathLst>
                <a:path w="3791" h="2426" extrusionOk="0">
                  <a:moveTo>
                    <a:pt x="3487" y="0"/>
                  </a:moveTo>
                  <a:lnTo>
                    <a:pt x="3032" y="607"/>
                  </a:lnTo>
                  <a:lnTo>
                    <a:pt x="152" y="607"/>
                  </a:lnTo>
                  <a:lnTo>
                    <a:pt x="0" y="1213"/>
                  </a:lnTo>
                  <a:lnTo>
                    <a:pt x="758" y="1820"/>
                  </a:lnTo>
                  <a:lnTo>
                    <a:pt x="1516" y="1668"/>
                  </a:lnTo>
                  <a:lnTo>
                    <a:pt x="2881" y="2426"/>
                  </a:lnTo>
                  <a:lnTo>
                    <a:pt x="3790" y="2123"/>
                  </a:lnTo>
                  <a:lnTo>
                    <a:pt x="348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8" name="Google Shape;135;p7">
              <a:extLst>
                <a:ext uri="{FF2B5EF4-FFF2-40B4-BE49-F238E27FC236}">
                  <a16:creationId xmlns:a16="http://schemas.microsoft.com/office/drawing/2014/main" id="{9D4F7420-1475-EEB7-3FDB-23A292BFC0E4}"/>
                </a:ext>
              </a:extLst>
            </p:cNvPr>
            <p:cNvSpPr/>
            <p:nvPr/>
          </p:nvSpPr>
          <p:spPr>
            <a:xfrm>
              <a:off x="3854887" y="19601804"/>
              <a:ext cx="297796" cy="124337"/>
            </a:xfrm>
            <a:custGeom>
              <a:avLst/>
              <a:gdLst/>
              <a:ahLst/>
              <a:cxnLst/>
              <a:rect l="l" t="t" r="r" b="b"/>
              <a:pathLst>
                <a:path w="15009" h="7580" extrusionOk="0">
                  <a:moveTo>
                    <a:pt x="1213" y="0"/>
                  </a:moveTo>
                  <a:lnTo>
                    <a:pt x="1517" y="758"/>
                  </a:lnTo>
                  <a:lnTo>
                    <a:pt x="1" y="2729"/>
                  </a:lnTo>
                  <a:lnTo>
                    <a:pt x="1" y="3942"/>
                  </a:lnTo>
                  <a:lnTo>
                    <a:pt x="5913" y="3942"/>
                  </a:lnTo>
                  <a:lnTo>
                    <a:pt x="6367" y="5003"/>
                  </a:lnTo>
                  <a:lnTo>
                    <a:pt x="5458" y="6519"/>
                  </a:lnTo>
                  <a:lnTo>
                    <a:pt x="6216" y="6973"/>
                  </a:lnTo>
                  <a:lnTo>
                    <a:pt x="6519" y="6215"/>
                  </a:lnTo>
                  <a:lnTo>
                    <a:pt x="10006" y="6215"/>
                  </a:lnTo>
                  <a:lnTo>
                    <a:pt x="9248" y="6973"/>
                  </a:lnTo>
                  <a:lnTo>
                    <a:pt x="10309" y="7580"/>
                  </a:lnTo>
                  <a:lnTo>
                    <a:pt x="11825" y="7428"/>
                  </a:lnTo>
                  <a:lnTo>
                    <a:pt x="10460" y="5761"/>
                  </a:lnTo>
                  <a:lnTo>
                    <a:pt x="14099" y="5003"/>
                  </a:lnTo>
                  <a:lnTo>
                    <a:pt x="15008" y="2880"/>
                  </a:lnTo>
                  <a:lnTo>
                    <a:pt x="8338" y="152"/>
                  </a:lnTo>
                  <a:lnTo>
                    <a:pt x="5610" y="758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9" name="Google Shape;136;p7">
              <a:extLst>
                <a:ext uri="{FF2B5EF4-FFF2-40B4-BE49-F238E27FC236}">
                  <a16:creationId xmlns:a16="http://schemas.microsoft.com/office/drawing/2014/main" id="{CBDEB6A4-FAC8-DE80-83EE-A5AF8C360EC9}"/>
                </a:ext>
              </a:extLst>
            </p:cNvPr>
            <p:cNvSpPr/>
            <p:nvPr/>
          </p:nvSpPr>
          <p:spPr>
            <a:xfrm>
              <a:off x="3662388" y="19333250"/>
              <a:ext cx="180495" cy="206402"/>
            </a:xfrm>
            <a:custGeom>
              <a:avLst/>
              <a:gdLst/>
              <a:ahLst/>
              <a:cxnLst/>
              <a:rect l="l" t="t" r="r" b="b"/>
              <a:pathLst>
                <a:path w="9097" h="12583" extrusionOk="0">
                  <a:moveTo>
                    <a:pt x="6974" y="0"/>
                  </a:moveTo>
                  <a:lnTo>
                    <a:pt x="910" y="4548"/>
                  </a:lnTo>
                  <a:lnTo>
                    <a:pt x="910" y="8489"/>
                  </a:lnTo>
                  <a:lnTo>
                    <a:pt x="1" y="9854"/>
                  </a:lnTo>
                  <a:lnTo>
                    <a:pt x="2275" y="12582"/>
                  </a:lnTo>
                  <a:lnTo>
                    <a:pt x="6064" y="9247"/>
                  </a:lnTo>
                  <a:lnTo>
                    <a:pt x="4245" y="6974"/>
                  </a:lnTo>
                  <a:lnTo>
                    <a:pt x="8338" y="2729"/>
                  </a:lnTo>
                  <a:lnTo>
                    <a:pt x="9096" y="2729"/>
                  </a:lnTo>
                  <a:lnTo>
                    <a:pt x="803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0" name="Google Shape;137;p7">
              <a:extLst>
                <a:ext uri="{FF2B5EF4-FFF2-40B4-BE49-F238E27FC236}">
                  <a16:creationId xmlns:a16="http://schemas.microsoft.com/office/drawing/2014/main" id="{543760AD-6B13-65E2-E4EA-62BC989AB5DE}"/>
                </a:ext>
              </a:extLst>
            </p:cNvPr>
            <p:cNvSpPr/>
            <p:nvPr/>
          </p:nvSpPr>
          <p:spPr>
            <a:xfrm>
              <a:off x="3563143" y="19315846"/>
              <a:ext cx="303789" cy="184012"/>
            </a:xfrm>
            <a:custGeom>
              <a:avLst/>
              <a:gdLst/>
              <a:ahLst/>
              <a:cxnLst/>
              <a:rect l="l" t="t" r="r" b="b"/>
              <a:pathLst>
                <a:path w="15311" h="11218" extrusionOk="0">
                  <a:moveTo>
                    <a:pt x="15311" y="0"/>
                  </a:moveTo>
                  <a:lnTo>
                    <a:pt x="11824" y="152"/>
                  </a:lnTo>
                  <a:lnTo>
                    <a:pt x="0" y="8489"/>
                  </a:lnTo>
                  <a:lnTo>
                    <a:pt x="1213" y="11218"/>
                  </a:lnTo>
                  <a:lnTo>
                    <a:pt x="4700" y="10612"/>
                  </a:lnTo>
                  <a:lnTo>
                    <a:pt x="5003" y="10915"/>
                  </a:lnTo>
                  <a:lnTo>
                    <a:pt x="5912" y="9550"/>
                  </a:lnTo>
                  <a:lnTo>
                    <a:pt x="5912" y="5609"/>
                  </a:lnTo>
                  <a:lnTo>
                    <a:pt x="11976" y="1061"/>
                  </a:lnTo>
                  <a:lnTo>
                    <a:pt x="15311" y="1061"/>
                  </a:lnTo>
                  <a:lnTo>
                    <a:pt x="1531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1" name="Google Shape;138;p7">
              <a:extLst>
                <a:ext uri="{FF2B5EF4-FFF2-40B4-BE49-F238E27FC236}">
                  <a16:creationId xmlns:a16="http://schemas.microsoft.com/office/drawing/2014/main" id="{3A6ED163-6885-03B5-E8A8-D37D74CDCD5F}"/>
                </a:ext>
              </a:extLst>
            </p:cNvPr>
            <p:cNvSpPr/>
            <p:nvPr/>
          </p:nvSpPr>
          <p:spPr>
            <a:xfrm>
              <a:off x="3815780" y="19313353"/>
              <a:ext cx="150416" cy="154191"/>
            </a:xfrm>
            <a:custGeom>
              <a:avLst/>
              <a:gdLst/>
              <a:ahLst/>
              <a:cxnLst/>
              <a:rect l="l" t="t" r="r" b="b"/>
              <a:pathLst>
                <a:path w="7581" h="9400" extrusionOk="0">
                  <a:moveTo>
                    <a:pt x="4397" y="1"/>
                  </a:moveTo>
                  <a:lnTo>
                    <a:pt x="2578" y="152"/>
                  </a:lnTo>
                  <a:lnTo>
                    <a:pt x="2578" y="1213"/>
                  </a:lnTo>
                  <a:lnTo>
                    <a:pt x="304" y="1213"/>
                  </a:lnTo>
                  <a:lnTo>
                    <a:pt x="1365" y="3942"/>
                  </a:lnTo>
                  <a:lnTo>
                    <a:pt x="1972" y="3942"/>
                  </a:lnTo>
                  <a:lnTo>
                    <a:pt x="1" y="8187"/>
                  </a:lnTo>
                  <a:lnTo>
                    <a:pt x="2275" y="9399"/>
                  </a:lnTo>
                  <a:lnTo>
                    <a:pt x="5610" y="9399"/>
                  </a:lnTo>
                  <a:lnTo>
                    <a:pt x="7581" y="7125"/>
                  </a:lnTo>
                  <a:lnTo>
                    <a:pt x="439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2" name="Google Shape;139;p7">
              <a:extLst>
                <a:ext uri="{FF2B5EF4-FFF2-40B4-BE49-F238E27FC236}">
                  <a16:creationId xmlns:a16="http://schemas.microsoft.com/office/drawing/2014/main" id="{968321B3-D080-3B49-5F8B-0DA8F296568E}"/>
                </a:ext>
              </a:extLst>
            </p:cNvPr>
            <p:cNvSpPr/>
            <p:nvPr/>
          </p:nvSpPr>
          <p:spPr>
            <a:xfrm>
              <a:off x="5824979" y="19586877"/>
              <a:ext cx="120317" cy="116890"/>
            </a:xfrm>
            <a:custGeom>
              <a:avLst/>
              <a:gdLst/>
              <a:ahLst/>
              <a:cxnLst/>
              <a:rect l="l" t="t" r="r" b="b"/>
              <a:pathLst>
                <a:path w="6064" h="7126" extrusionOk="0">
                  <a:moveTo>
                    <a:pt x="0" y="1"/>
                  </a:moveTo>
                  <a:lnTo>
                    <a:pt x="3335" y="4094"/>
                  </a:lnTo>
                  <a:lnTo>
                    <a:pt x="4851" y="7125"/>
                  </a:lnTo>
                  <a:lnTo>
                    <a:pt x="6064" y="7125"/>
                  </a:lnTo>
                  <a:lnTo>
                    <a:pt x="4093" y="4245"/>
                  </a:lnTo>
                  <a:lnTo>
                    <a:pt x="5306" y="4245"/>
                  </a:lnTo>
                  <a:lnTo>
                    <a:pt x="106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3" name="Google Shape;140;p7">
              <a:extLst>
                <a:ext uri="{FF2B5EF4-FFF2-40B4-BE49-F238E27FC236}">
                  <a16:creationId xmlns:a16="http://schemas.microsoft.com/office/drawing/2014/main" id="{8FA354EE-97FB-2E08-920C-D604F03FFF3C}"/>
                </a:ext>
              </a:extLst>
            </p:cNvPr>
            <p:cNvSpPr/>
            <p:nvPr/>
          </p:nvSpPr>
          <p:spPr>
            <a:xfrm>
              <a:off x="3824808" y="19544606"/>
              <a:ext cx="39127" cy="22390"/>
            </a:xfrm>
            <a:custGeom>
              <a:avLst/>
              <a:gdLst/>
              <a:ahLst/>
              <a:cxnLst/>
              <a:rect l="l" t="t" r="r" b="b"/>
              <a:pathLst>
                <a:path w="1972" h="1365" extrusionOk="0">
                  <a:moveTo>
                    <a:pt x="1" y="1"/>
                  </a:moveTo>
                  <a:lnTo>
                    <a:pt x="1" y="1062"/>
                  </a:lnTo>
                  <a:lnTo>
                    <a:pt x="1971" y="1365"/>
                  </a:lnTo>
                  <a:lnTo>
                    <a:pt x="1517" y="4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4" name="Google Shape;141;p7">
              <a:extLst>
                <a:ext uri="{FF2B5EF4-FFF2-40B4-BE49-F238E27FC236}">
                  <a16:creationId xmlns:a16="http://schemas.microsoft.com/office/drawing/2014/main" id="{5D3C70AC-AB81-E272-2DF1-A54C47B351C4}"/>
                </a:ext>
              </a:extLst>
            </p:cNvPr>
            <p:cNvSpPr/>
            <p:nvPr/>
          </p:nvSpPr>
          <p:spPr>
            <a:xfrm>
              <a:off x="3903022" y="19223841"/>
              <a:ext cx="2373126" cy="557005"/>
            </a:xfrm>
            <a:custGeom>
              <a:avLst/>
              <a:gdLst/>
              <a:ahLst/>
              <a:cxnLst/>
              <a:rect l="l" t="t" r="r" b="b"/>
              <a:pathLst>
                <a:path w="119606" h="33957" extrusionOk="0">
                  <a:moveTo>
                    <a:pt x="41839" y="0"/>
                  </a:moveTo>
                  <a:lnTo>
                    <a:pt x="31380" y="4548"/>
                  </a:lnTo>
                  <a:lnTo>
                    <a:pt x="33653" y="7428"/>
                  </a:lnTo>
                  <a:lnTo>
                    <a:pt x="31834" y="9399"/>
                  </a:lnTo>
                  <a:lnTo>
                    <a:pt x="30015" y="3638"/>
                  </a:lnTo>
                  <a:lnTo>
                    <a:pt x="26832" y="3335"/>
                  </a:lnTo>
                  <a:lnTo>
                    <a:pt x="28348" y="6822"/>
                  </a:lnTo>
                  <a:lnTo>
                    <a:pt x="16372" y="7125"/>
                  </a:lnTo>
                  <a:lnTo>
                    <a:pt x="5003" y="11824"/>
                  </a:lnTo>
                  <a:lnTo>
                    <a:pt x="3638" y="8944"/>
                  </a:lnTo>
                  <a:lnTo>
                    <a:pt x="3638" y="8944"/>
                  </a:lnTo>
                  <a:lnTo>
                    <a:pt x="7883" y="9096"/>
                  </a:lnTo>
                  <a:lnTo>
                    <a:pt x="10005" y="8035"/>
                  </a:lnTo>
                  <a:lnTo>
                    <a:pt x="1819" y="5458"/>
                  </a:lnTo>
                  <a:lnTo>
                    <a:pt x="0" y="5458"/>
                  </a:lnTo>
                  <a:lnTo>
                    <a:pt x="3184" y="12582"/>
                  </a:lnTo>
                  <a:lnTo>
                    <a:pt x="1213" y="14856"/>
                  </a:lnTo>
                  <a:lnTo>
                    <a:pt x="758" y="15159"/>
                  </a:lnTo>
                  <a:lnTo>
                    <a:pt x="1061" y="17282"/>
                  </a:lnTo>
                  <a:lnTo>
                    <a:pt x="1364" y="19252"/>
                  </a:lnTo>
                  <a:lnTo>
                    <a:pt x="3487" y="19252"/>
                  </a:lnTo>
                  <a:lnTo>
                    <a:pt x="5306" y="21981"/>
                  </a:lnTo>
                  <a:lnTo>
                    <a:pt x="4245" y="22587"/>
                  </a:lnTo>
                  <a:lnTo>
                    <a:pt x="5912" y="23194"/>
                  </a:lnTo>
                  <a:lnTo>
                    <a:pt x="12582" y="25922"/>
                  </a:lnTo>
                  <a:lnTo>
                    <a:pt x="11673" y="28045"/>
                  </a:lnTo>
                  <a:lnTo>
                    <a:pt x="11976" y="29106"/>
                  </a:lnTo>
                  <a:lnTo>
                    <a:pt x="10915" y="29409"/>
                  </a:lnTo>
                  <a:lnTo>
                    <a:pt x="11218" y="31077"/>
                  </a:lnTo>
                  <a:lnTo>
                    <a:pt x="15008" y="32441"/>
                  </a:lnTo>
                  <a:lnTo>
                    <a:pt x="16372" y="32138"/>
                  </a:lnTo>
                  <a:lnTo>
                    <a:pt x="19707" y="33654"/>
                  </a:lnTo>
                  <a:lnTo>
                    <a:pt x="21071" y="33957"/>
                  </a:lnTo>
                  <a:lnTo>
                    <a:pt x="20162" y="32441"/>
                  </a:lnTo>
                  <a:lnTo>
                    <a:pt x="20162" y="29257"/>
                  </a:lnTo>
                  <a:lnTo>
                    <a:pt x="18797" y="27438"/>
                  </a:lnTo>
                  <a:lnTo>
                    <a:pt x="18797" y="23952"/>
                  </a:lnTo>
                  <a:lnTo>
                    <a:pt x="29560" y="23952"/>
                  </a:lnTo>
                  <a:lnTo>
                    <a:pt x="29560" y="21223"/>
                  </a:lnTo>
                  <a:lnTo>
                    <a:pt x="35473" y="19859"/>
                  </a:lnTo>
                  <a:lnTo>
                    <a:pt x="50783" y="25164"/>
                  </a:lnTo>
                  <a:lnTo>
                    <a:pt x="53512" y="26832"/>
                  </a:lnTo>
                  <a:lnTo>
                    <a:pt x="56695" y="24255"/>
                  </a:lnTo>
                  <a:lnTo>
                    <a:pt x="61091" y="25619"/>
                  </a:lnTo>
                  <a:lnTo>
                    <a:pt x="62153" y="23042"/>
                  </a:lnTo>
                  <a:lnTo>
                    <a:pt x="72916" y="25619"/>
                  </a:lnTo>
                  <a:lnTo>
                    <a:pt x="78070" y="25619"/>
                  </a:lnTo>
                  <a:lnTo>
                    <a:pt x="80040" y="25164"/>
                  </a:lnTo>
                  <a:lnTo>
                    <a:pt x="78979" y="21526"/>
                  </a:lnTo>
                  <a:lnTo>
                    <a:pt x="83527" y="21526"/>
                  </a:lnTo>
                  <a:lnTo>
                    <a:pt x="88226" y="26074"/>
                  </a:lnTo>
                  <a:lnTo>
                    <a:pt x="94593" y="27741"/>
                  </a:lnTo>
                  <a:lnTo>
                    <a:pt x="94593" y="32896"/>
                  </a:lnTo>
                  <a:lnTo>
                    <a:pt x="97322" y="32441"/>
                  </a:lnTo>
                  <a:lnTo>
                    <a:pt x="98838" y="30167"/>
                  </a:lnTo>
                  <a:lnTo>
                    <a:pt x="98838" y="26074"/>
                  </a:lnTo>
                  <a:lnTo>
                    <a:pt x="94593" y="21071"/>
                  </a:lnTo>
                  <a:lnTo>
                    <a:pt x="90349" y="21071"/>
                  </a:lnTo>
                  <a:lnTo>
                    <a:pt x="91107" y="15917"/>
                  </a:lnTo>
                  <a:lnTo>
                    <a:pt x="99747" y="15917"/>
                  </a:lnTo>
                  <a:lnTo>
                    <a:pt x="100657" y="13037"/>
                  </a:lnTo>
                  <a:lnTo>
                    <a:pt x="104295" y="14401"/>
                  </a:lnTo>
                  <a:lnTo>
                    <a:pt x="104295" y="13037"/>
                  </a:lnTo>
                  <a:lnTo>
                    <a:pt x="105205" y="13189"/>
                  </a:lnTo>
                  <a:lnTo>
                    <a:pt x="106721" y="14705"/>
                  </a:lnTo>
                  <a:lnTo>
                    <a:pt x="105205" y="15766"/>
                  </a:lnTo>
                  <a:lnTo>
                    <a:pt x="105053" y="18798"/>
                  </a:lnTo>
                  <a:lnTo>
                    <a:pt x="111117" y="24558"/>
                  </a:lnTo>
                  <a:lnTo>
                    <a:pt x="111117" y="18949"/>
                  </a:lnTo>
                  <a:lnTo>
                    <a:pt x="107782" y="15614"/>
                  </a:lnTo>
                  <a:lnTo>
                    <a:pt x="115968" y="13037"/>
                  </a:lnTo>
                  <a:lnTo>
                    <a:pt x="115968" y="12279"/>
                  </a:lnTo>
                  <a:lnTo>
                    <a:pt x="111875" y="11066"/>
                  </a:lnTo>
                  <a:lnTo>
                    <a:pt x="113542" y="9854"/>
                  </a:lnTo>
                  <a:lnTo>
                    <a:pt x="117180" y="10612"/>
                  </a:lnTo>
                  <a:lnTo>
                    <a:pt x="119606" y="10612"/>
                  </a:lnTo>
                  <a:lnTo>
                    <a:pt x="117635" y="8489"/>
                  </a:lnTo>
                  <a:lnTo>
                    <a:pt x="104901" y="6064"/>
                  </a:lnTo>
                  <a:lnTo>
                    <a:pt x="84891" y="5458"/>
                  </a:lnTo>
                  <a:lnTo>
                    <a:pt x="83830" y="3942"/>
                  </a:lnTo>
                  <a:lnTo>
                    <a:pt x="76857" y="2729"/>
                  </a:lnTo>
                  <a:lnTo>
                    <a:pt x="74886" y="4548"/>
                  </a:lnTo>
                  <a:lnTo>
                    <a:pt x="69277" y="4548"/>
                  </a:lnTo>
                  <a:lnTo>
                    <a:pt x="67004" y="2729"/>
                  </a:lnTo>
                  <a:lnTo>
                    <a:pt x="54270" y="2729"/>
                  </a:lnTo>
                  <a:lnTo>
                    <a:pt x="5351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5" name="Google Shape;142;p7">
              <a:extLst>
                <a:ext uri="{FF2B5EF4-FFF2-40B4-BE49-F238E27FC236}">
                  <a16:creationId xmlns:a16="http://schemas.microsoft.com/office/drawing/2014/main" id="{BD7308DC-2EA1-BC8B-4EC3-1AC88876116F}"/>
                </a:ext>
              </a:extLst>
            </p:cNvPr>
            <p:cNvSpPr/>
            <p:nvPr/>
          </p:nvSpPr>
          <p:spPr>
            <a:xfrm>
              <a:off x="3740602" y="19658986"/>
              <a:ext cx="126329" cy="44781"/>
            </a:xfrm>
            <a:custGeom>
              <a:avLst/>
              <a:gdLst/>
              <a:ahLst/>
              <a:cxnLst/>
              <a:rect l="l" t="t" r="r" b="b"/>
              <a:pathLst>
                <a:path w="6367" h="2730" extrusionOk="0">
                  <a:moveTo>
                    <a:pt x="5609" y="1"/>
                  </a:moveTo>
                  <a:lnTo>
                    <a:pt x="1516" y="759"/>
                  </a:lnTo>
                  <a:lnTo>
                    <a:pt x="0" y="1971"/>
                  </a:lnTo>
                  <a:lnTo>
                    <a:pt x="2274" y="2729"/>
                  </a:lnTo>
                  <a:lnTo>
                    <a:pt x="4548" y="2275"/>
                  </a:lnTo>
                  <a:lnTo>
                    <a:pt x="6367" y="456"/>
                  </a:lnTo>
                  <a:lnTo>
                    <a:pt x="5609" y="456"/>
                  </a:lnTo>
                  <a:lnTo>
                    <a:pt x="560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6" name="Google Shape;143;p7">
              <a:extLst>
                <a:ext uri="{FF2B5EF4-FFF2-40B4-BE49-F238E27FC236}">
                  <a16:creationId xmlns:a16="http://schemas.microsoft.com/office/drawing/2014/main" id="{69C9A737-0DCB-2403-AC8E-44469E3D9E69}"/>
                </a:ext>
              </a:extLst>
            </p:cNvPr>
            <p:cNvSpPr/>
            <p:nvPr/>
          </p:nvSpPr>
          <p:spPr>
            <a:xfrm>
              <a:off x="3749610" y="19639105"/>
              <a:ext cx="102301" cy="32331"/>
            </a:xfrm>
            <a:custGeom>
              <a:avLst/>
              <a:gdLst/>
              <a:ahLst/>
              <a:cxnLst/>
              <a:rect l="l" t="t" r="r" b="b"/>
              <a:pathLst>
                <a:path w="5156" h="1971" extrusionOk="0">
                  <a:moveTo>
                    <a:pt x="1365" y="0"/>
                  </a:moveTo>
                  <a:lnTo>
                    <a:pt x="1" y="910"/>
                  </a:lnTo>
                  <a:lnTo>
                    <a:pt x="1062" y="1971"/>
                  </a:lnTo>
                  <a:lnTo>
                    <a:pt x="5155" y="1213"/>
                  </a:lnTo>
                  <a:lnTo>
                    <a:pt x="5155" y="45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7" name="Google Shape;144;p7">
              <a:extLst>
                <a:ext uri="{FF2B5EF4-FFF2-40B4-BE49-F238E27FC236}">
                  <a16:creationId xmlns:a16="http://schemas.microsoft.com/office/drawing/2014/main" id="{A879F8F0-7E31-2DDC-B044-887770EAB889}"/>
                </a:ext>
              </a:extLst>
            </p:cNvPr>
            <p:cNvSpPr/>
            <p:nvPr/>
          </p:nvSpPr>
          <p:spPr>
            <a:xfrm>
              <a:off x="3590206" y="19678883"/>
              <a:ext cx="51151" cy="24884"/>
            </a:xfrm>
            <a:custGeom>
              <a:avLst/>
              <a:gdLst/>
              <a:ahLst/>
              <a:cxnLst/>
              <a:rect l="l" t="t" r="r" b="b"/>
              <a:pathLst>
                <a:path w="2578" h="1517" extrusionOk="0">
                  <a:moveTo>
                    <a:pt x="1062" y="0"/>
                  </a:moveTo>
                  <a:lnTo>
                    <a:pt x="304" y="304"/>
                  </a:lnTo>
                  <a:lnTo>
                    <a:pt x="1" y="1365"/>
                  </a:lnTo>
                  <a:lnTo>
                    <a:pt x="1365" y="1516"/>
                  </a:lnTo>
                  <a:lnTo>
                    <a:pt x="2578" y="1213"/>
                  </a:lnTo>
                  <a:lnTo>
                    <a:pt x="212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8" name="Google Shape;145;p7">
              <a:extLst>
                <a:ext uri="{FF2B5EF4-FFF2-40B4-BE49-F238E27FC236}">
                  <a16:creationId xmlns:a16="http://schemas.microsoft.com/office/drawing/2014/main" id="{9D75D726-9409-A056-4245-6E161C6F1362}"/>
                </a:ext>
              </a:extLst>
            </p:cNvPr>
            <p:cNvSpPr/>
            <p:nvPr/>
          </p:nvSpPr>
          <p:spPr>
            <a:xfrm>
              <a:off x="3674432" y="19621685"/>
              <a:ext cx="102281" cy="32347"/>
            </a:xfrm>
            <a:custGeom>
              <a:avLst/>
              <a:gdLst/>
              <a:ahLst/>
              <a:cxnLst/>
              <a:rect l="l" t="t" r="r" b="b"/>
              <a:pathLst>
                <a:path w="5155" h="1972" extrusionOk="0">
                  <a:moveTo>
                    <a:pt x="2426" y="1"/>
                  </a:moveTo>
                  <a:lnTo>
                    <a:pt x="0" y="759"/>
                  </a:lnTo>
                  <a:lnTo>
                    <a:pt x="910" y="1972"/>
                  </a:lnTo>
                  <a:lnTo>
                    <a:pt x="3790" y="1972"/>
                  </a:lnTo>
                  <a:lnTo>
                    <a:pt x="5154" y="1062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9" name="Google Shape;146;p7">
              <a:extLst>
                <a:ext uri="{FF2B5EF4-FFF2-40B4-BE49-F238E27FC236}">
                  <a16:creationId xmlns:a16="http://schemas.microsoft.com/office/drawing/2014/main" id="{39A5EA2C-591C-0EF0-CC77-C915D6EF689E}"/>
                </a:ext>
              </a:extLst>
            </p:cNvPr>
            <p:cNvSpPr/>
            <p:nvPr/>
          </p:nvSpPr>
          <p:spPr>
            <a:xfrm>
              <a:off x="3304473" y="19768396"/>
              <a:ext cx="45139" cy="94516"/>
            </a:xfrm>
            <a:custGeom>
              <a:avLst/>
              <a:gdLst/>
              <a:ahLst/>
              <a:cxnLst/>
              <a:rect l="l" t="t" r="r" b="b"/>
              <a:pathLst>
                <a:path w="2275" h="5762" extrusionOk="0">
                  <a:moveTo>
                    <a:pt x="152" y="1"/>
                  </a:moveTo>
                  <a:lnTo>
                    <a:pt x="0" y="3942"/>
                  </a:lnTo>
                  <a:lnTo>
                    <a:pt x="1062" y="5610"/>
                  </a:lnTo>
                  <a:lnTo>
                    <a:pt x="1516" y="5761"/>
                  </a:lnTo>
                  <a:lnTo>
                    <a:pt x="2274" y="456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0" name="Google Shape;147;p7">
              <a:extLst>
                <a:ext uri="{FF2B5EF4-FFF2-40B4-BE49-F238E27FC236}">
                  <a16:creationId xmlns:a16="http://schemas.microsoft.com/office/drawing/2014/main" id="{BA382410-37D3-D0B4-517D-612AE3E1B41F}"/>
                </a:ext>
              </a:extLst>
            </p:cNvPr>
            <p:cNvSpPr/>
            <p:nvPr/>
          </p:nvSpPr>
          <p:spPr>
            <a:xfrm>
              <a:off x="3936097" y="19666449"/>
              <a:ext cx="45139" cy="42288"/>
            </a:xfrm>
            <a:custGeom>
              <a:avLst/>
              <a:gdLst/>
              <a:ahLst/>
              <a:cxnLst/>
              <a:rect l="l" t="t" r="r" b="b"/>
              <a:pathLst>
                <a:path w="2275" h="2578" extrusionOk="0">
                  <a:moveTo>
                    <a:pt x="1" y="1"/>
                  </a:moveTo>
                  <a:lnTo>
                    <a:pt x="1213" y="2578"/>
                  </a:lnTo>
                  <a:lnTo>
                    <a:pt x="2274" y="1062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1" name="Google Shape;148;p7">
              <a:extLst>
                <a:ext uri="{FF2B5EF4-FFF2-40B4-BE49-F238E27FC236}">
                  <a16:creationId xmlns:a16="http://schemas.microsoft.com/office/drawing/2014/main" id="{1390BA14-3F2A-BE87-E354-3FB9473911C1}"/>
                </a:ext>
              </a:extLst>
            </p:cNvPr>
            <p:cNvSpPr/>
            <p:nvPr/>
          </p:nvSpPr>
          <p:spPr>
            <a:xfrm>
              <a:off x="3716535" y="19554547"/>
              <a:ext cx="168452" cy="92022"/>
            </a:xfrm>
            <a:custGeom>
              <a:avLst/>
              <a:gdLst/>
              <a:ahLst/>
              <a:cxnLst/>
              <a:rect l="l" t="t" r="r" b="b"/>
              <a:pathLst>
                <a:path w="8490" h="5610" extrusionOk="0">
                  <a:moveTo>
                    <a:pt x="3184" y="1"/>
                  </a:moveTo>
                  <a:lnTo>
                    <a:pt x="304" y="759"/>
                  </a:lnTo>
                  <a:lnTo>
                    <a:pt x="0" y="759"/>
                  </a:lnTo>
                  <a:lnTo>
                    <a:pt x="304" y="4094"/>
                  </a:lnTo>
                  <a:lnTo>
                    <a:pt x="3032" y="5155"/>
                  </a:lnTo>
                  <a:lnTo>
                    <a:pt x="3184" y="5155"/>
                  </a:lnTo>
                  <a:lnTo>
                    <a:pt x="6822" y="5610"/>
                  </a:lnTo>
                  <a:lnTo>
                    <a:pt x="8490" y="3639"/>
                  </a:lnTo>
                  <a:lnTo>
                    <a:pt x="8186" y="2881"/>
                  </a:lnTo>
                  <a:lnTo>
                    <a:pt x="7732" y="1668"/>
                  </a:lnTo>
                  <a:lnTo>
                    <a:pt x="7428" y="759"/>
                  </a:lnTo>
                  <a:lnTo>
                    <a:pt x="5458" y="456"/>
                  </a:lnTo>
                  <a:lnTo>
                    <a:pt x="3487" y="456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2" name="Google Shape;149;p7">
              <a:extLst>
                <a:ext uri="{FF2B5EF4-FFF2-40B4-BE49-F238E27FC236}">
                  <a16:creationId xmlns:a16="http://schemas.microsoft.com/office/drawing/2014/main" id="{65B08C65-F841-9BD2-3AE4-B1280E1C793A}"/>
                </a:ext>
              </a:extLst>
            </p:cNvPr>
            <p:cNvSpPr/>
            <p:nvPr/>
          </p:nvSpPr>
          <p:spPr>
            <a:xfrm>
              <a:off x="3830820" y="19666449"/>
              <a:ext cx="147400" cy="77095"/>
            </a:xfrm>
            <a:custGeom>
              <a:avLst/>
              <a:gdLst/>
              <a:ahLst/>
              <a:cxnLst/>
              <a:rect l="l" t="t" r="r" b="b"/>
              <a:pathLst>
                <a:path w="7429" h="4700" extrusionOk="0">
                  <a:moveTo>
                    <a:pt x="1820" y="1"/>
                  </a:moveTo>
                  <a:lnTo>
                    <a:pt x="1" y="1820"/>
                  </a:lnTo>
                  <a:lnTo>
                    <a:pt x="1668" y="4700"/>
                  </a:lnTo>
                  <a:lnTo>
                    <a:pt x="5761" y="4245"/>
                  </a:lnTo>
                  <a:lnTo>
                    <a:pt x="6974" y="4548"/>
                  </a:lnTo>
                  <a:lnTo>
                    <a:pt x="7429" y="3032"/>
                  </a:lnTo>
                  <a:lnTo>
                    <a:pt x="6519" y="2578"/>
                  </a:lnTo>
                  <a:lnTo>
                    <a:pt x="530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3" name="Google Shape;150;p7">
              <a:extLst>
                <a:ext uri="{FF2B5EF4-FFF2-40B4-BE49-F238E27FC236}">
                  <a16:creationId xmlns:a16="http://schemas.microsoft.com/office/drawing/2014/main" id="{75151F9F-BEEF-1D5D-C1F2-6BFEB2418435}"/>
                </a:ext>
              </a:extLst>
            </p:cNvPr>
            <p:cNvSpPr/>
            <p:nvPr/>
          </p:nvSpPr>
          <p:spPr>
            <a:xfrm>
              <a:off x="3581178" y="19554547"/>
              <a:ext cx="141388" cy="129323"/>
            </a:xfrm>
            <a:custGeom>
              <a:avLst/>
              <a:gdLst/>
              <a:ahLst/>
              <a:cxnLst/>
              <a:rect l="l" t="t" r="r" b="b"/>
              <a:pathLst>
                <a:path w="7126" h="7884" extrusionOk="0">
                  <a:moveTo>
                    <a:pt x="1820" y="1"/>
                  </a:moveTo>
                  <a:lnTo>
                    <a:pt x="2123" y="607"/>
                  </a:lnTo>
                  <a:lnTo>
                    <a:pt x="152" y="1820"/>
                  </a:lnTo>
                  <a:lnTo>
                    <a:pt x="1" y="5003"/>
                  </a:lnTo>
                  <a:lnTo>
                    <a:pt x="1214" y="5610"/>
                  </a:lnTo>
                  <a:lnTo>
                    <a:pt x="759" y="7884"/>
                  </a:lnTo>
                  <a:lnTo>
                    <a:pt x="1517" y="7580"/>
                  </a:lnTo>
                  <a:lnTo>
                    <a:pt x="4094" y="7580"/>
                  </a:lnTo>
                  <a:lnTo>
                    <a:pt x="4397" y="7429"/>
                  </a:lnTo>
                  <a:lnTo>
                    <a:pt x="6368" y="6823"/>
                  </a:lnTo>
                  <a:lnTo>
                    <a:pt x="5610" y="6065"/>
                  </a:lnTo>
                  <a:lnTo>
                    <a:pt x="4700" y="4852"/>
                  </a:lnTo>
                  <a:lnTo>
                    <a:pt x="7126" y="4094"/>
                  </a:lnTo>
                  <a:lnTo>
                    <a:pt x="6822" y="759"/>
                  </a:lnTo>
                  <a:lnTo>
                    <a:pt x="3336" y="607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4" name="Google Shape;151;p7">
              <a:extLst>
                <a:ext uri="{FF2B5EF4-FFF2-40B4-BE49-F238E27FC236}">
                  <a16:creationId xmlns:a16="http://schemas.microsoft.com/office/drawing/2014/main" id="{656C636C-A2D8-EE2E-6AFC-2BA1A5EA4385}"/>
                </a:ext>
              </a:extLst>
            </p:cNvPr>
            <p:cNvSpPr/>
            <p:nvPr/>
          </p:nvSpPr>
          <p:spPr>
            <a:xfrm>
              <a:off x="3611257" y="19512275"/>
              <a:ext cx="39127" cy="42288"/>
            </a:xfrm>
            <a:custGeom>
              <a:avLst/>
              <a:gdLst/>
              <a:ahLst/>
              <a:cxnLst/>
              <a:rect l="l" t="t" r="r" b="b"/>
              <a:pathLst>
                <a:path w="1972" h="2578" extrusionOk="0">
                  <a:moveTo>
                    <a:pt x="759" y="1"/>
                  </a:moveTo>
                  <a:lnTo>
                    <a:pt x="1" y="1820"/>
                  </a:lnTo>
                  <a:lnTo>
                    <a:pt x="304" y="2578"/>
                  </a:lnTo>
                  <a:lnTo>
                    <a:pt x="1668" y="2578"/>
                  </a:lnTo>
                  <a:lnTo>
                    <a:pt x="1517" y="2275"/>
                  </a:lnTo>
                  <a:lnTo>
                    <a:pt x="197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5" name="Google Shape;152;p7">
              <a:extLst>
                <a:ext uri="{FF2B5EF4-FFF2-40B4-BE49-F238E27FC236}">
                  <a16:creationId xmlns:a16="http://schemas.microsoft.com/office/drawing/2014/main" id="{149659BB-2A01-FF6F-1367-C8A29F7A549B}"/>
                </a:ext>
              </a:extLst>
            </p:cNvPr>
            <p:cNvSpPr/>
            <p:nvPr/>
          </p:nvSpPr>
          <p:spPr>
            <a:xfrm>
              <a:off x="3653380" y="19529696"/>
              <a:ext cx="30079" cy="22390"/>
            </a:xfrm>
            <a:custGeom>
              <a:avLst/>
              <a:gdLst/>
              <a:ahLst/>
              <a:cxnLst/>
              <a:rect l="l" t="t" r="r" b="b"/>
              <a:pathLst>
                <a:path w="1516" h="1365" extrusionOk="0">
                  <a:moveTo>
                    <a:pt x="910" y="0"/>
                  </a:moveTo>
                  <a:lnTo>
                    <a:pt x="303" y="303"/>
                  </a:lnTo>
                  <a:lnTo>
                    <a:pt x="0" y="1364"/>
                  </a:lnTo>
                  <a:lnTo>
                    <a:pt x="1213" y="1213"/>
                  </a:lnTo>
                  <a:lnTo>
                    <a:pt x="1516" y="758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6" name="Google Shape;153;p7">
              <a:extLst>
                <a:ext uri="{FF2B5EF4-FFF2-40B4-BE49-F238E27FC236}">
                  <a16:creationId xmlns:a16="http://schemas.microsoft.com/office/drawing/2014/main" id="{AF2FA7DA-D153-A229-3950-C97F06DF732C}"/>
                </a:ext>
              </a:extLst>
            </p:cNvPr>
            <p:cNvSpPr/>
            <p:nvPr/>
          </p:nvSpPr>
          <p:spPr>
            <a:xfrm>
              <a:off x="3632309" y="19654016"/>
              <a:ext cx="138392" cy="44781"/>
            </a:xfrm>
            <a:custGeom>
              <a:avLst/>
              <a:gdLst/>
              <a:ahLst/>
              <a:cxnLst/>
              <a:rect l="l" t="t" r="r" b="b"/>
              <a:pathLst>
                <a:path w="6975" h="2730" extrusionOk="0">
                  <a:moveTo>
                    <a:pt x="3033" y="1"/>
                  </a:moveTo>
                  <a:lnTo>
                    <a:pt x="3791" y="759"/>
                  </a:lnTo>
                  <a:lnTo>
                    <a:pt x="1517" y="1516"/>
                  </a:lnTo>
                  <a:lnTo>
                    <a:pt x="1" y="1516"/>
                  </a:lnTo>
                  <a:lnTo>
                    <a:pt x="456" y="2729"/>
                  </a:lnTo>
                  <a:lnTo>
                    <a:pt x="2881" y="2274"/>
                  </a:lnTo>
                  <a:lnTo>
                    <a:pt x="5458" y="2274"/>
                  </a:lnTo>
                  <a:lnTo>
                    <a:pt x="6519" y="1365"/>
                  </a:lnTo>
                  <a:lnTo>
                    <a:pt x="6974" y="1062"/>
                  </a:lnTo>
                  <a:lnTo>
                    <a:pt x="59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7" name="Google Shape;154;p7">
              <a:extLst>
                <a:ext uri="{FF2B5EF4-FFF2-40B4-BE49-F238E27FC236}">
                  <a16:creationId xmlns:a16="http://schemas.microsoft.com/office/drawing/2014/main" id="{E2C3BF9B-03E4-F895-9B33-63F4B08C6804}"/>
                </a:ext>
              </a:extLst>
            </p:cNvPr>
            <p:cNvSpPr/>
            <p:nvPr/>
          </p:nvSpPr>
          <p:spPr>
            <a:xfrm>
              <a:off x="3686456" y="19840504"/>
              <a:ext cx="45139" cy="22407"/>
            </a:xfrm>
            <a:custGeom>
              <a:avLst/>
              <a:gdLst/>
              <a:ahLst/>
              <a:cxnLst/>
              <a:rect l="l" t="t" r="r" b="b"/>
              <a:pathLst>
                <a:path w="2275" h="1366" extrusionOk="0">
                  <a:moveTo>
                    <a:pt x="1" y="1"/>
                  </a:moveTo>
                  <a:lnTo>
                    <a:pt x="1" y="607"/>
                  </a:lnTo>
                  <a:lnTo>
                    <a:pt x="910" y="1214"/>
                  </a:lnTo>
                  <a:lnTo>
                    <a:pt x="2274" y="1365"/>
                  </a:lnTo>
                  <a:lnTo>
                    <a:pt x="227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8" name="Google Shape;155;p7">
              <a:extLst>
                <a:ext uri="{FF2B5EF4-FFF2-40B4-BE49-F238E27FC236}">
                  <a16:creationId xmlns:a16="http://schemas.microsoft.com/office/drawing/2014/main" id="{974C453C-B3FE-1D22-D406-2005BD110C4E}"/>
                </a:ext>
              </a:extLst>
            </p:cNvPr>
            <p:cNvSpPr/>
            <p:nvPr/>
          </p:nvSpPr>
          <p:spPr>
            <a:xfrm>
              <a:off x="3611257" y="19785800"/>
              <a:ext cx="21071" cy="39811"/>
            </a:xfrm>
            <a:custGeom>
              <a:avLst/>
              <a:gdLst/>
              <a:ahLst/>
              <a:cxnLst/>
              <a:rect l="l" t="t" r="r" b="b"/>
              <a:pathLst>
                <a:path w="1062" h="2427" extrusionOk="0">
                  <a:moveTo>
                    <a:pt x="1" y="1"/>
                  </a:moveTo>
                  <a:lnTo>
                    <a:pt x="1" y="2426"/>
                  </a:lnTo>
                  <a:lnTo>
                    <a:pt x="1062" y="2426"/>
                  </a:lnTo>
                  <a:lnTo>
                    <a:pt x="1062" y="3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9" name="Google Shape;156;p7">
              <a:extLst>
                <a:ext uri="{FF2B5EF4-FFF2-40B4-BE49-F238E27FC236}">
                  <a16:creationId xmlns:a16="http://schemas.microsoft.com/office/drawing/2014/main" id="{21FCDD25-7D30-78E9-5F48-3CC0413E491C}"/>
                </a:ext>
              </a:extLst>
            </p:cNvPr>
            <p:cNvSpPr/>
            <p:nvPr/>
          </p:nvSpPr>
          <p:spPr>
            <a:xfrm>
              <a:off x="3587210" y="19691317"/>
              <a:ext cx="204543" cy="151697"/>
            </a:xfrm>
            <a:custGeom>
              <a:avLst/>
              <a:gdLst/>
              <a:ahLst/>
              <a:cxnLst/>
              <a:rect l="l" t="t" r="r" b="b"/>
              <a:pathLst>
                <a:path w="10309" h="9248" extrusionOk="0">
                  <a:moveTo>
                    <a:pt x="5154" y="0"/>
                  </a:moveTo>
                  <a:lnTo>
                    <a:pt x="1516" y="758"/>
                  </a:lnTo>
                  <a:lnTo>
                    <a:pt x="152" y="607"/>
                  </a:lnTo>
                  <a:lnTo>
                    <a:pt x="0" y="1668"/>
                  </a:lnTo>
                  <a:lnTo>
                    <a:pt x="1364" y="2274"/>
                  </a:lnTo>
                  <a:lnTo>
                    <a:pt x="2880" y="2274"/>
                  </a:lnTo>
                  <a:lnTo>
                    <a:pt x="7731" y="7125"/>
                  </a:lnTo>
                  <a:lnTo>
                    <a:pt x="8034" y="9248"/>
                  </a:lnTo>
                  <a:lnTo>
                    <a:pt x="8944" y="8641"/>
                  </a:lnTo>
                  <a:lnTo>
                    <a:pt x="9247" y="7277"/>
                  </a:lnTo>
                  <a:lnTo>
                    <a:pt x="10308" y="6974"/>
                  </a:lnTo>
                  <a:lnTo>
                    <a:pt x="4396" y="1820"/>
                  </a:lnTo>
                  <a:lnTo>
                    <a:pt x="6064" y="1820"/>
                  </a:lnTo>
                  <a:lnTo>
                    <a:pt x="515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0" name="Google Shape;157;p7">
              <a:extLst>
                <a:ext uri="{FF2B5EF4-FFF2-40B4-BE49-F238E27FC236}">
                  <a16:creationId xmlns:a16="http://schemas.microsoft.com/office/drawing/2014/main" id="{85128257-C2A4-62FF-FA36-1F73BC27E89E}"/>
                </a:ext>
              </a:extLst>
            </p:cNvPr>
            <p:cNvSpPr/>
            <p:nvPr/>
          </p:nvSpPr>
          <p:spPr>
            <a:xfrm>
              <a:off x="3623301" y="19758455"/>
              <a:ext cx="15059" cy="19914"/>
            </a:xfrm>
            <a:custGeom>
              <a:avLst/>
              <a:gdLst/>
              <a:ahLst/>
              <a:cxnLst/>
              <a:rect l="l" t="t" r="r" b="b"/>
              <a:pathLst>
                <a:path w="759" h="1214" extrusionOk="0">
                  <a:moveTo>
                    <a:pt x="0" y="0"/>
                  </a:moveTo>
                  <a:lnTo>
                    <a:pt x="0" y="1062"/>
                  </a:lnTo>
                  <a:lnTo>
                    <a:pt x="455" y="1213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1" name="Google Shape;158;p7">
              <a:extLst>
                <a:ext uri="{FF2B5EF4-FFF2-40B4-BE49-F238E27FC236}">
                  <a16:creationId xmlns:a16="http://schemas.microsoft.com/office/drawing/2014/main" id="{D20388AD-A925-E674-6633-7124B21C17E8}"/>
                </a:ext>
              </a:extLst>
            </p:cNvPr>
            <p:cNvSpPr/>
            <p:nvPr/>
          </p:nvSpPr>
          <p:spPr>
            <a:xfrm>
              <a:off x="3400723" y="19614238"/>
              <a:ext cx="213571" cy="164131"/>
            </a:xfrm>
            <a:custGeom>
              <a:avLst/>
              <a:gdLst/>
              <a:ahLst/>
              <a:cxnLst/>
              <a:rect l="l" t="t" r="r" b="b"/>
              <a:pathLst>
                <a:path w="10764" h="10006" extrusionOk="0">
                  <a:moveTo>
                    <a:pt x="6367" y="0"/>
                  </a:moveTo>
                  <a:lnTo>
                    <a:pt x="1668" y="2729"/>
                  </a:lnTo>
                  <a:lnTo>
                    <a:pt x="0" y="2729"/>
                  </a:lnTo>
                  <a:lnTo>
                    <a:pt x="0" y="3487"/>
                  </a:lnTo>
                  <a:lnTo>
                    <a:pt x="1971" y="4548"/>
                  </a:lnTo>
                  <a:lnTo>
                    <a:pt x="2274" y="8034"/>
                  </a:lnTo>
                  <a:lnTo>
                    <a:pt x="5154" y="10005"/>
                  </a:lnTo>
                  <a:lnTo>
                    <a:pt x="6216" y="8792"/>
                  </a:lnTo>
                  <a:lnTo>
                    <a:pt x="10460" y="8792"/>
                  </a:lnTo>
                  <a:lnTo>
                    <a:pt x="10612" y="6973"/>
                  </a:lnTo>
                  <a:lnTo>
                    <a:pt x="10763" y="6973"/>
                  </a:lnTo>
                  <a:lnTo>
                    <a:pt x="9399" y="6367"/>
                  </a:lnTo>
                  <a:lnTo>
                    <a:pt x="10309" y="1971"/>
                  </a:lnTo>
                  <a:lnTo>
                    <a:pt x="636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2" name="Google Shape;159;p7">
              <a:extLst>
                <a:ext uri="{FF2B5EF4-FFF2-40B4-BE49-F238E27FC236}">
                  <a16:creationId xmlns:a16="http://schemas.microsoft.com/office/drawing/2014/main" id="{C02D4C34-D41B-09D0-A758-03367034BC95}"/>
                </a:ext>
              </a:extLst>
            </p:cNvPr>
            <p:cNvSpPr/>
            <p:nvPr/>
          </p:nvSpPr>
          <p:spPr>
            <a:xfrm>
              <a:off x="3527051" y="19601804"/>
              <a:ext cx="57162" cy="29854"/>
            </a:xfrm>
            <a:custGeom>
              <a:avLst/>
              <a:gdLst/>
              <a:ahLst/>
              <a:cxnLst/>
              <a:rect l="l" t="t" r="r" b="b"/>
              <a:pathLst>
                <a:path w="2881" h="1820" extrusionOk="0">
                  <a:moveTo>
                    <a:pt x="1061" y="0"/>
                  </a:moveTo>
                  <a:lnTo>
                    <a:pt x="0" y="758"/>
                  </a:lnTo>
                  <a:lnTo>
                    <a:pt x="2122" y="1819"/>
                  </a:lnTo>
                  <a:lnTo>
                    <a:pt x="2880" y="1516"/>
                  </a:lnTo>
                  <a:lnTo>
                    <a:pt x="2880" y="910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3" name="Google Shape;160;p7">
              <a:extLst>
                <a:ext uri="{FF2B5EF4-FFF2-40B4-BE49-F238E27FC236}">
                  <a16:creationId xmlns:a16="http://schemas.microsoft.com/office/drawing/2014/main" id="{085AE249-ABC2-1998-4E15-8F972387B816}"/>
                </a:ext>
              </a:extLst>
            </p:cNvPr>
            <p:cNvSpPr/>
            <p:nvPr/>
          </p:nvSpPr>
          <p:spPr>
            <a:xfrm>
              <a:off x="3548103" y="19584400"/>
              <a:ext cx="36111" cy="32331"/>
            </a:xfrm>
            <a:custGeom>
              <a:avLst/>
              <a:gdLst/>
              <a:ahLst/>
              <a:cxnLst/>
              <a:rect l="l" t="t" r="r" b="b"/>
              <a:pathLst>
                <a:path w="1820" h="1971" extrusionOk="0">
                  <a:moveTo>
                    <a:pt x="1819" y="0"/>
                  </a:moveTo>
                  <a:lnTo>
                    <a:pt x="0" y="1061"/>
                  </a:lnTo>
                  <a:lnTo>
                    <a:pt x="1819" y="1971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4" name="Google Shape;161;p7">
              <a:extLst>
                <a:ext uri="{FF2B5EF4-FFF2-40B4-BE49-F238E27FC236}">
                  <a16:creationId xmlns:a16="http://schemas.microsoft.com/office/drawing/2014/main" id="{8B01AAB1-F7C8-2DBE-7844-2DA6045D0032}"/>
                </a:ext>
              </a:extLst>
            </p:cNvPr>
            <p:cNvSpPr/>
            <p:nvPr/>
          </p:nvSpPr>
          <p:spPr>
            <a:xfrm>
              <a:off x="3569154" y="19626672"/>
              <a:ext cx="15059" cy="9957"/>
            </a:xfrm>
            <a:custGeom>
              <a:avLst/>
              <a:gdLst/>
              <a:ahLst/>
              <a:cxnLst/>
              <a:rect l="l" t="t" r="r" b="b"/>
              <a:pathLst>
                <a:path w="759" h="607" extrusionOk="0">
                  <a:moveTo>
                    <a:pt x="758" y="0"/>
                  </a:moveTo>
                  <a:lnTo>
                    <a:pt x="0" y="303"/>
                  </a:lnTo>
                  <a:lnTo>
                    <a:pt x="607" y="606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5" name="Google Shape;162;p7">
              <a:extLst>
                <a:ext uri="{FF2B5EF4-FFF2-40B4-BE49-F238E27FC236}">
                  <a16:creationId xmlns:a16="http://schemas.microsoft.com/office/drawing/2014/main" id="{4EBD52D0-688A-F9BB-5F6C-5A9F42CB482C}"/>
                </a:ext>
              </a:extLst>
            </p:cNvPr>
            <p:cNvSpPr/>
            <p:nvPr/>
          </p:nvSpPr>
          <p:spPr>
            <a:xfrm>
              <a:off x="3388679" y="19507305"/>
              <a:ext cx="111309" cy="124353"/>
            </a:xfrm>
            <a:custGeom>
              <a:avLst/>
              <a:gdLst/>
              <a:ahLst/>
              <a:cxnLst/>
              <a:rect l="l" t="t" r="r" b="b"/>
              <a:pathLst>
                <a:path w="5610" h="7581" extrusionOk="0">
                  <a:moveTo>
                    <a:pt x="456" y="1"/>
                  </a:moveTo>
                  <a:lnTo>
                    <a:pt x="456" y="2426"/>
                  </a:lnTo>
                  <a:lnTo>
                    <a:pt x="1820" y="2578"/>
                  </a:lnTo>
                  <a:lnTo>
                    <a:pt x="1820" y="4094"/>
                  </a:lnTo>
                  <a:lnTo>
                    <a:pt x="911" y="4548"/>
                  </a:lnTo>
                  <a:lnTo>
                    <a:pt x="1820" y="5913"/>
                  </a:lnTo>
                  <a:lnTo>
                    <a:pt x="1" y="7580"/>
                  </a:lnTo>
                  <a:lnTo>
                    <a:pt x="1" y="7580"/>
                  </a:lnTo>
                  <a:lnTo>
                    <a:pt x="2426" y="7277"/>
                  </a:lnTo>
                  <a:lnTo>
                    <a:pt x="4852" y="6822"/>
                  </a:lnTo>
                  <a:lnTo>
                    <a:pt x="5003" y="5913"/>
                  </a:lnTo>
                  <a:lnTo>
                    <a:pt x="5458" y="5913"/>
                  </a:lnTo>
                  <a:lnTo>
                    <a:pt x="5610" y="4852"/>
                  </a:lnTo>
                  <a:lnTo>
                    <a:pt x="3942" y="4548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FFFF6D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6" name="Google Shape;163;p7">
              <a:extLst>
                <a:ext uri="{FF2B5EF4-FFF2-40B4-BE49-F238E27FC236}">
                  <a16:creationId xmlns:a16="http://schemas.microsoft.com/office/drawing/2014/main" id="{7B98D908-353D-C378-FF67-6F44EC354F50}"/>
                </a:ext>
              </a:extLst>
            </p:cNvPr>
            <p:cNvSpPr/>
            <p:nvPr/>
          </p:nvSpPr>
          <p:spPr>
            <a:xfrm>
              <a:off x="3352588" y="19549576"/>
              <a:ext cx="36111" cy="22407"/>
            </a:xfrm>
            <a:custGeom>
              <a:avLst/>
              <a:gdLst/>
              <a:ahLst/>
              <a:cxnLst/>
              <a:rect l="l" t="t" r="r" b="b"/>
              <a:pathLst>
                <a:path w="1820" h="1366" extrusionOk="0">
                  <a:moveTo>
                    <a:pt x="1" y="1"/>
                  </a:moveTo>
                  <a:lnTo>
                    <a:pt x="1062" y="1365"/>
                  </a:lnTo>
                  <a:lnTo>
                    <a:pt x="1820" y="1062"/>
                  </a:lnTo>
                  <a:lnTo>
                    <a:pt x="182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7" name="Google Shape;164;p7">
              <a:extLst>
                <a:ext uri="{FF2B5EF4-FFF2-40B4-BE49-F238E27FC236}">
                  <a16:creationId xmlns:a16="http://schemas.microsoft.com/office/drawing/2014/main" id="{E118AFEA-B9FB-CCBD-A761-4070B8E7DD04}"/>
                </a:ext>
              </a:extLst>
            </p:cNvPr>
            <p:cNvSpPr/>
            <p:nvPr/>
          </p:nvSpPr>
          <p:spPr>
            <a:xfrm>
              <a:off x="3316497" y="19549576"/>
              <a:ext cx="60178" cy="64678"/>
            </a:xfrm>
            <a:custGeom>
              <a:avLst/>
              <a:gdLst/>
              <a:ahLst/>
              <a:cxnLst/>
              <a:rect l="l" t="t" r="r" b="b"/>
              <a:pathLst>
                <a:path w="3033" h="3943" extrusionOk="0">
                  <a:moveTo>
                    <a:pt x="1820" y="1"/>
                  </a:moveTo>
                  <a:lnTo>
                    <a:pt x="1" y="1213"/>
                  </a:lnTo>
                  <a:lnTo>
                    <a:pt x="1" y="3942"/>
                  </a:lnTo>
                  <a:lnTo>
                    <a:pt x="1062" y="3942"/>
                  </a:lnTo>
                  <a:lnTo>
                    <a:pt x="1062" y="3033"/>
                  </a:lnTo>
                  <a:lnTo>
                    <a:pt x="3033" y="3336"/>
                  </a:lnTo>
                  <a:lnTo>
                    <a:pt x="2881" y="1365"/>
                  </a:lnTo>
                  <a:lnTo>
                    <a:pt x="182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8" name="Google Shape;165;p7">
              <a:extLst>
                <a:ext uri="{FF2B5EF4-FFF2-40B4-BE49-F238E27FC236}">
                  <a16:creationId xmlns:a16="http://schemas.microsoft.com/office/drawing/2014/main" id="{7012086F-37FD-A831-41AF-72871978140C}"/>
                </a:ext>
              </a:extLst>
            </p:cNvPr>
            <p:cNvSpPr/>
            <p:nvPr/>
          </p:nvSpPr>
          <p:spPr>
            <a:xfrm>
              <a:off x="3307469" y="19746022"/>
              <a:ext cx="195535" cy="121860"/>
            </a:xfrm>
            <a:custGeom>
              <a:avLst/>
              <a:gdLst/>
              <a:ahLst/>
              <a:cxnLst/>
              <a:rect l="l" t="t" r="r" b="b"/>
              <a:pathLst>
                <a:path w="9855" h="7429" extrusionOk="0">
                  <a:moveTo>
                    <a:pt x="6974" y="0"/>
                  </a:moveTo>
                  <a:lnTo>
                    <a:pt x="1" y="152"/>
                  </a:lnTo>
                  <a:lnTo>
                    <a:pt x="1" y="1365"/>
                  </a:lnTo>
                  <a:lnTo>
                    <a:pt x="2123" y="1820"/>
                  </a:lnTo>
                  <a:lnTo>
                    <a:pt x="1365" y="7125"/>
                  </a:lnTo>
                  <a:lnTo>
                    <a:pt x="5761" y="7428"/>
                  </a:lnTo>
                  <a:lnTo>
                    <a:pt x="9854" y="1971"/>
                  </a:lnTo>
                  <a:lnTo>
                    <a:pt x="697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9" name="Google Shape;166;p7">
              <a:extLst>
                <a:ext uri="{FF2B5EF4-FFF2-40B4-BE49-F238E27FC236}">
                  <a16:creationId xmlns:a16="http://schemas.microsoft.com/office/drawing/2014/main" id="{21804CBE-5527-9F14-AA36-5A8C037F36E0}"/>
                </a:ext>
              </a:extLst>
            </p:cNvPr>
            <p:cNvSpPr/>
            <p:nvPr/>
          </p:nvSpPr>
          <p:spPr>
            <a:xfrm>
              <a:off x="3496972" y="19805697"/>
              <a:ext cx="27083" cy="19914"/>
            </a:xfrm>
            <a:custGeom>
              <a:avLst/>
              <a:gdLst/>
              <a:ahLst/>
              <a:cxnLst/>
              <a:rect l="l" t="t" r="r" b="b"/>
              <a:pathLst>
                <a:path w="1365" h="1214" extrusionOk="0">
                  <a:moveTo>
                    <a:pt x="1365" y="1"/>
                  </a:moveTo>
                  <a:lnTo>
                    <a:pt x="0" y="1213"/>
                  </a:lnTo>
                  <a:lnTo>
                    <a:pt x="1365" y="1213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0" name="Google Shape;167;p7">
              <a:extLst>
                <a:ext uri="{FF2B5EF4-FFF2-40B4-BE49-F238E27FC236}">
                  <a16:creationId xmlns:a16="http://schemas.microsoft.com/office/drawing/2014/main" id="{F9986F48-3149-64FB-3466-F73CA6B8B92D}"/>
                </a:ext>
              </a:extLst>
            </p:cNvPr>
            <p:cNvSpPr/>
            <p:nvPr/>
          </p:nvSpPr>
          <p:spPr>
            <a:xfrm>
              <a:off x="3830820" y="19763426"/>
              <a:ext cx="57182" cy="39811"/>
            </a:xfrm>
            <a:custGeom>
              <a:avLst/>
              <a:gdLst/>
              <a:ahLst/>
              <a:cxnLst/>
              <a:rect l="l" t="t" r="r" b="b"/>
              <a:pathLst>
                <a:path w="2882" h="2427" extrusionOk="0">
                  <a:moveTo>
                    <a:pt x="2275" y="1"/>
                  </a:moveTo>
                  <a:lnTo>
                    <a:pt x="1" y="455"/>
                  </a:lnTo>
                  <a:lnTo>
                    <a:pt x="153" y="2426"/>
                  </a:lnTo>
                  <a:lnTo>
                    <a:pt x="2881" y="1517"/>
                  </a:lnTo>
                  <a:lnTo>
                    <a:pt x="227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1" name="Google Shape;168;p7">
              <a:extLst>
                <a:ext uri="{FF2B5EF4-FFF2-40B4-BE49-F238E27FC236}">
                  <a16:creationId xmlns:a16="http://schemas.microsoft.com/office/drawing/2014/main" id="{D0D4425B-D5E3-3293-0AF9-A06FCADFAB44}"/>
                </a:ext>
              </a:extLst>
            </p:cNvPr>
            <p:cNvSpPr/>
            <p:nvPr/>
          </p:nvSpPr>
          <p:spPr>
            <a:xfrm>
              <a:off x="3800741" y="19696287"/>
              <a:ext cx="75218" cy="74618"/>
            </a:xfrm>
            <a:custGeom>
              <a:avLst/>
              <a:gdLst/>
              <a:ahLst/>
              <a:cxnLst/>
              <a:rect l="l" t="t" r="r" b="b"/>
              <a:pathLst>
                <a:path w="3791" h="4549" extrusionOk="0">
                  <a:moveTo>
                    <a:pt x="1517" y="1"/>
                  </a:moveTo>
                  <a:lnTo>
                    <a:pt x="1" y="304"/>
                  </a:lnTo>
                  <a:lnTo>
                    <a:pt x="456" y="3032"/>
                  </a:lnTo>
                  <a:lnTo>
                    <a:pt x="1517" y="4548"/>
                  </a:lnTo>
                  <a:lnTo>
                    <a:pt x="3791" y="4094"/>
                  </a:lnTo>
                  <a:lnTo>
                    <a:pt x="3184" y="2881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2" name="Google Shape;169;p7">
              <a:extLst>
                <a:ext uri="{FF2B5EF4-FFF2-40B4-BE49-F238E27FC236}">
                  <a16:creationId xmlns:a16="http://schemas.microsoft.com/office/drawing/2014/main" id="{6496ABE5-1C43-755D-1B02-B49A46711978}"/>
                </a:ext>
              </a:extLst>
            </p:cNvPr>
            <p:cNvSpPr/>
            <p:nvPr/>
          </p:nvSpPr>
          <p:spPr>
            <a:xfrm>
              <a:off x="3689471" y="19691317"/>
              <a:ext cx="60158" cy="29854"/>
            </a:xfrm>
            <a:custGeom>
              <a:avLst/>
              <a:gdLst/>
              <a:ahLst/>
              <a:cxnLst/>
              <a:rect l="l" t="t" r="r" b="b"/>
              <a:pathLst>
                <a:path w="3032" h="1820" extrusionOk="0">
                  <a:moveTo>
                    <a:pt x="0" y="0"/>
                  </a:moveTo>
                  <a:lnTo>
                    <a:pt x="910" y="1820"/>
                  </a:lnTo>
                  <a:lnTo>
                    <a:pt x="1213" y="1820"/>
                  </a:lnTo>
                  <a:lnTo>
                    <a:pt x="2426" y="1062"/>
                  </a:lnTo>
                  <a:lnTo>
                    <a:pt x="3032" y="152"/>
                  </a:lnTo>
                  <a:lnTo>
                    <a:pt x="257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3" name="Google Shape;170;p7">
              <a:extLst>
                <a:ext uri="{FF2B5EF4-FFF2-40B4-BE49-F238E27FC236}">
                  <a16:creationId xmlns:a16="http://schemas.microsoft.com/office/drawing/2014/main" id="{3AAA1FF7-D21F-0C4D-7C73-753DF0DC1CA9}"/>
                </a:ext>
              </a:extLst>
            </p:cNvPr>
            <p:cNvSpPr/>
            <p:nvPr/>
          </p:nvSpPr>
          <p:spPr>
            <a:xfrm>
              <a:off x="3936097" y="19785800"/>
              <a:ext cx="333888" cy="84575"/>
            </a:xfrm>
            <a:custGeom>
              <a:avLst/>
              <a:gdLst/>
              <a:ahLst/>
              <a:cxnLst/>
              <a:rect l="l" t="t" r="r" b="b"/>
              <a:pathLst>
                <a:path w="16828" h="5156" extrusionOk="0">
                  <a:moveTo>
                    <a:pt x="13341" y="1"/>
                  </a:moveTo>
                  <a:lnTo>
                    <a:pt x="2881" y="304"/>
                  </a:lnTo>
                  <a:lnTo>
                    <a:pt x="1971" y="1365"/>
                  </a:lnTo>
                  <a:lnTo>
                    <a:pt x="1" y="1365"/>
                  </a:lnTo>
                  <a:lnTo>
                    <a:pt x="1668" y="4700"/>
                  </a:lnTo>
                  <a:lnTo>
                    <a:pt x="9248" y="5155"/>
                  </a:lnTo>
                  <a:lnTo>
                    <a:pt x="16827" y="3639"/>
                  </a:lnTo>
                  <a:lnTo>
                    <a:pt x="16827" y="2426"/>
                  </a:lnTo>
                  <a:lnTo>
                    <a:pt x="15918" y="607"/>
                  </a:lnTo>
                  <a:lnTo>
                    <a:pt x="1334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4" name="Google Shape;171;p7">
              <a:extLst>
                <a:ext uri="{FF2B5EF4-FFF2-40B4-BE49-F238E27FC236}">
                  <a16:creationId xmlns:a16="http://schemas.microsoft.com/office/drawing/2014/main" id="{0A5D5447-D054-880B-E3A1-8FCC7552308A}"/>
                </a:ext>
              </a:extLst>
            </p:cNvPr>
            <p:cNvSpPr/>
            <p:nvPr/>
          </p:nvSpPr>
          <p:spPr>
            <a:xfrm>
              <a:off x="3936097" y="19768396"/>
              <a:ext cx="36111" cy="27377"/>
            </a:xfrm>
            <a:custGeom>
              <a:avLst/>
              <a:gdLst/>
              <a:ahLst/>
              <a:cxnLst/>
              <a:rect l="l" t="t" r="r" b="b"/>
              <a:pathLst>
                <a:path w="1820" h="1669" extrusionOk="0">
                  <a:moveTo>
                    <a:pt x="1062" y="1"/>
                  </a:moveTo>
                  <a:lnTo>
                    <a:pt x="1" y="456"/>
                  </a:lnTo>
                  <a:lnTo>
                    <a:pt x="1" y="1668"/>
                  </a:lnTo>
                  <a:lnTo>
                    <a:pt x="1820" y="1668"/>
                  </a:lnTo>
                  <a:lnTo>
                    <a:pt x="106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5" name="Google Shape;172;p7">
              <a:extLst>
                <a:ext uri="{FF2B5EF4-FFF2-40B4-BE49-F238E27FC236}">
                  <a16:creationId xmlns:a16="http://schemas.microsoft.com/office/drawing/2014/main" id="{E5C623A9-E971-6BC1-F7CF-76EF0F2EE52E}"/>
                </a:ext>
              </a:extLst>
            </p:cNvPr>
            <p:cNvSpPr/>
            <p:nvPr/>
          </p:nvSpPr>
          <p:spPr>
            <a:xfrm>
              <a:off x="3746614" y="19713691"/>
              <a:ext cx="63174" cy="49751"/>
            </a:xfrm>
            <a:custGeom>
              <a:avLst/>
              <a:gdLst/>
              <a:ahLst/>
              <a:cxnLst/>
              <a:rect l="l" t="t" r="r" b="b"/>
              <a:pathLst>
                <a:path w="3184" h="3033" extrusionOk="0">
                  <a:moveTo>
                    <a:pt x="2729" y="1"/>
                  </a:moveTo>
                  <a:lnTo>
                    <a:pt x="0" y="456"/>
                  </a:lnTo>
                  <a:lnTo>
                    <a:pt x="1213" y="2881"/>
                  </a:lnTo>
                  <a:lnTo>
                    <a:pt x="1819" y="3033"/>
                  </a:lnTo>
                  <a:lnTo>
                    <a:pt x="3184" y="1971"/>
                  </a:lnTo>
                  <a:lnTo>
                    <a:pt x="272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6" name="Google Shape;173;p7">
              <a:extLst>
                <a:ext uri="{FF2B5EF4-FFF2-40B4-BE49-F238E27FC236}">
                  <a16:creationId xmlns:a16="http://schemas.microsoft.com/office/drawing/2014/main" id="{3472C2D6-17BA-FBC2-84D1-27324016F5D7}"/>
                </a:ext>
              </a:extLst>
            </p:cNvPr>
            <p:cNvSpPr/>
            <p:nvPr/>
          </p:nvSpPr>
          <p:spPr>
            <a:xfrm>
              <a:off x="3812784" y="19775859"/>
              <a:ext cx="123333" cy="92022"/>
            </a:xfrm>
            <a:custGeom>
              <a:avLst/>
              <a:gdLst/>
              <a:ahLst/>
              <a:cxnLst/>
              <a:rect l="l" t="t" r="r" b="b"/>
              <a:pathLst>
                <a:path w="6216" h="5610" extrusionOk="0">
                  <a:moveTo>
                    <a:pt x="6216" y="1"/>
                  </a:moveTo>
                  <a:lnTo>
                    <a:pt x="0" y="1971"/>
                  </a:lnTo>
                  <a:lnTo>
                    <a:pt x="910" y="3032"/>
                  </a:lnTo>
                  <a:lnTo>
                    <a:pt x="2577" y="3487"/>
                  </a:lnTo>
                  <a:lnTo>
                    <a:pt x="1516" y="3790"/>
                  </a:lnTo>
                  <a:lnTo>
                    <a:pt x="2881" y="5609"/>
                  </a:lnTo>
                  <a:lnTo>
                    <a:pt x="3790" y="4245"/>
                  </a:lnTo>
                  <a:lnTo>
                    <a:pt x="2729" y="2123"/>
                  </a:lnTo>
                  <a:lnTo>
                    <a:pt x="4700" y="1213"/>
                  </a:lnTo>
                  <a:lnTo>
                    <a:pt x="6216" y="1213"/>
                  </a:lnTo>
                  <a:lnTo>
                    <a:pt x="621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7" name="Google Shape;174;p7">
              <a:extLst>
                <a:ext uri="{FF2B5EF4-FFF2-40B4-BE49-F238E27FC236}">
                  <a16:creationId xmlns:a16="http://schemas.microsoft.com/office/drawing/2014/main" id="{248F1ADD-FB36-6A60-CBD7-0EF00E91B6CC}"/>
                </a:ext>
              </a:extLst>
            </p:cNvPr>
            <p:cNvSpPr/>
            <p:nvPr/>
          </p:nvSpPr>
          <p:spPr>
            <a:xfrm>
              <a:off x="3713519" y="19693810"/>
              <a:ext cx="87242" cy="67155"/>
            </a:xfrm>
            <a:custGeom>
              <a:avLst/>
              <a:gdLst/>
              <a:ahLst/>
              <a:cxnLst/>
              <a:rect l="l" t="t" r="r" b="b"/>
              <a:pathLst>
                <a:path w="4397" h="4094" extrusionOk="0">
                  <a:moveTo>
                    <a:pt x="1820" y="0"/>
                  </a:moveTo>
                  <a:lnTo>
                    <a:pt x="1214" y="910"/>
                  </a:lnTo>
                  <a:lnTo>
                    <a:pt x="1" y="1668"/>
                  </a:lnTo>
                  <a:lnTo>
                    <a:pt x="456" y="1668"/>
                  </a:lnTo>
                  <a:lnTo>
                    <a:pt x="2426" y="3941"/>
                  </a:lnTo>
                  <a:lnTo>
                    <a:pt x="2881" y="4093"/>
                  </a:lnTo>
                  <a:lnTo>
                    <a:pt x="1668" y="1668"/>
                  </a:lnTo>
                  <a:lnTo>
                    <a:pt x="4397" y="1213"/>
                  </a:lnTo>
                  <a:lnTo>
                    <a:pt x="4397" y="455"/>
                  </a:lnTo>
                  <a:lnTo>
                    <a:pt x="3639" y="606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8" name="Google Shape;175;p7">
              <a:extLst>
                <a:ext uri="{FF2B5EF4-FFF2-40B4-BE49-F238E27FC236}">
                  <a16:creationId xmlns:a16="http://schemas.microsoft.com/office/drawing/2014/main" id="{381F70C8-B32B-9B4B-F9EE-6DBED0014DD5}"/>
                </a:ext>
              </a:extLst>
            </p:cNvPr>
            <p:cNvSpPr/>
            <p:nvPr/>
          </p:nvSpPr>
          <p:spPr>
            <a:xfrm>
              <a:off x="3782705" y="19746022"/>
              <a:ext cx="51151" cy="62185"/>
            </a:xfrm>
            <a:custGeom>
              <a:avLst/>
              <a:gdLst/>
              <a:ahLst/>
              <a:cxnLst/>
              <a:rect l="l" t="t" r="r" b="b"/>
              <a:pathLst>
                <a:path w="2578" h="3791" extrusionOk="0">
                  <a:moveTo>
                    <a:pt x="1365" y="0"/>
                  </a:moveTo>
                  <a:lnTo>
                    <a:pt x="0" y="1062"/>
                  </a:lnTo>
                  <a:lnTo>
                    <a:pt x="1365" y="3639"/>
                  </a:lnTo>
                  <a:lnTo>
                    <a:pt x="1516" y="3790"/>
                  </a:lnTo>
                  <a:lnTo>
                    <a:pt x="2578" y="3487"/>
                  </a:lnTo>
                  <a:lnTo>
                    <a:pt x="2426" y="1516"/>
                  </a:lnTo>
                  <a:lnTo>
                    <a:pt x="1820" y="758"/>
                  </a:lnTo>
                  <a:lnTo>
                    <a:pt x="136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9" name="Google Shape;176;p7">
              <a:extLst>
                <a:ext uri="{FF2B5EF4-FFF2-40B4-BE49-F238E27FC236}">
                  <a16:creationId xmlns:a16="http://schemas.microsoft.com/office/drawing/2014/main" id="{57B5BA72-93F7-7DF0-2714-4FFE1EE9F759}"/>
                </a:ext>
              </a:extLst>
            </p:cNvPr>
            <p:cNvSpPr/>
            <p:nvPr/>
          </p:nvSpPr>
          <p:spPr>
            <a:xfrm>
              <a:off x="3863915" y="19736081"/>
              <a:ext cx="105297" cy="52228"/>
            </a:xfrm>
            <a:custGeom>
              <a:avLst/>
              <a:gdLst/>
              <a:ahLst/>
              <a:cxnLst/>
              <a:rect l="l" t="t" r="r" b="b"/>
              <a:pathLst>
                <a:path w="5307" h="3184" extrusionOk="0">
                  <a:moveTo>
                    <a:pt x="4093" y="0"/>
                  </a:moveTo>
                  <a:lnTo>
                    <a:pt x="0" y="455"/>
                  </a:lnTo>
                  <a:lnTo>
                    <a:pt x="1213" y="3184"/>
                  </a:lnTo>
                  <a:lnTo>
                    <a:pt x="4700" y="1971"/>
                  </a:lnTo>
                  <a:lnTo>
                    <a:pt x="5306" y="303"/>
                  </a:lnTo>
                  <a:lnTo>
                    <a:pt x="409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0" name="Google Shape;177;p7">
              <a:extLst>
                <a:ext uri="{FF2B5EF4-FFF2-40B4-BE49-F238E27FC236}">
                  <a16:creationId xmlns:a16="http://schemas.microsoft.com/office/drawing/2014/main" id="{67949E8C-1484-E74C-CB31-2E01DC63B222}"/>
                </a:ext>
              </a:extLst>
            </p:cNvPr>
            <p:cNvSpPr/>
            <p:nvPr/>
          </p:nvSpPr>
          <p:spPr>
            <a:xfrm>
              <a:off x="4414330" y="20046907"/>
              <a:ext cx="27083" cy="29854"/>
            </a:xfrm>
            <a:custGeom>
              <a:avLst/>
              <a:gdLst/>
              <a:ahLst/>
              <a:cxnLst/>
              <a:rect l="l" t="t" r="r" b="b"/>
              <a:pathLst>
                <a:path w="1365" h="1820" extrusionOk="0">
                  <a:moveTo>
                    <a:pt x="304" y="0"/>
                  </a:moveTo>
                  <a:lnTo>
                    <a:pt x="1" y="1364"/>
                  </a:lnTo>
                  <a:lnTo>
                    <a:pt x="759" y="1819"/>
                  </a:lnTo>
                  <a:lnTo>
                    <a:pt x="1365" y="136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1" name="Google Shape;178;p7">
              <a:extLst>
                <a:ext uri="{FF2B5EF4-FFF2-40B4-BE49-F238E27FC236}">
                  <a16:creationId xmlns:a16="http://schemas.microsoft.com/office/drawing/2014/main" id="{7FFB62F6-81F2-CB42-E8E9-030A037078FD}"/>
                </a:ext>
              </a:extLst>
            </p:cNvPr>
            <p:cNvSpPr/>
            <p:nvPr/>
          </p:nvSpPr>
          <p:spPr>
            <a:xfrm>
              <a:off x="4044371" y="19885269"/>
              <a:ext cx="42143" cy="17420"/>
            </a:xfrm>
            <a:custGeom>
              <a:avLst/>
              <a:gdLst/>
              <a:ahLst/>
              <a:cxnLst/>
              <a:rect l="l" t="t" r="r" b="b"/>
              <a:pathLst>
                <a:path w="2124" h="1062" extrusionOk="0">
                  <a:moveTo>
                    <a:pt x="2123" y="1"/>
                  </a:moveTo>
                  <a:lnTo>
                    <a:pt x="1" y="759"/>
                  </a:lnTo>
                  <a:lnTo>
                    <a:pt x="1517" y="1062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2" name="Google Shape;179;p7">
              <a:extLst>
                <a:ext uri="{FF2B5EF4-FFF2-40B4-BE49-F238E27FC236}">
                  <a16:creationId xmlns:a16="http://schemas.microsoft.com/office/drawing/2014/main" id="{D8D2952B-C7EF-8A6F-6B39-12BB17DE052F}"/>
                </a:ext>
              </a:extLst>
            </p:cNvPr>
            <p:cNvSpPr/>
            <p:nvPr/>
          </p:nvSpPr>
          <p:spPr>
            <a:xfrm>
              <a:off x="4113557" y="19925063"/>
              <a:ext cx="69206" cy="69632"/>
            </a:xfrm>
            <a:custGeom>
              <a:avLst/>
              <a:gdLst/>
              <a:ahLst/>
              <a:cxnLst/>
              <a:rect l="l" t="t" r="r" b="b"/>
              <a:pathLst>
                <a:path w="3488" h="4245" extrusionOk="0">
                  <a:moveTo>
                    <a:pt x="3184" y="0"/>
                  </a:moveTo>
                  <a:lnTo>
                    <a:pt x="1213" y="1061"/>
                  </a:lnTo>
                  <a:lnTo>
                    <a:pt x="1" y="303"/>
                  </a:lnTo>
                  <a:lnTo>
                    <a:pt x="1" y="4245"/>
                  </a:lnTo>
                  <a:lnTo>
                    <a:pt x="910" y="4245"/>
                  </a:lnTo>
                  <a:lnTo>
                    <a:pt x="2123" y="3790"/>
                  </a:lnTo>
                  <a:lnTo>
                    <a:pt x="2426" y="1516"/>
                  </a:lnTo>
                  <a:lnTo>
                    <a:pt x="3487" y="1061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3" name="Google Shape;180;p7">
              <a:extLst>
                <a:ext uri="{FF2B5EF4-FFF2-40B4-BE49-F238E27FC236}">
                  <a16:creationId xmlns:a16="http://schemas.microsoft.com/office/drawing/2014/main" id="{CCEA6B61-6453-4698-B0D7-503A366777E5}"/>
                </a:ext>
              </a:extLst>
            </p:cNvPr>
            <p:cNvSpPr/>
            <p:nvPr/>
          </p:nvSpPr>
          <p:spPr>
            <a:xfrm>
              <a:off x="4113557" y="19942467"/>
              <a:ext cx="400058" cy="276018"/>
            </a:xfrm>
            <a:custGeom>
              <a:avLst/>
              <a:gdLst/>
              <a:ahLst/>
              <a:cxnLst/>
              <a:rect l="l" t="t" r="r" b="b"/>
              <a:pathLst>
                <a:path w="20163" h="16827" extrusionOk="0">
                  <a:moveTo>
                    <a:pt x="3487" y="0"/>
                  </a:moveTo>
                  <a:lnTo>
                    <a:pt x="2426" y="455"/>
                  </a:lnTo>
                  <a:lnTo>
                    <a:pt x="2123" y="2729"/>
                  </a:lnTo>
                  <a:lnTo>
                    <a:pt x="910" y="3184"/>
                  </a:lnTo>
                  <a:lnTo>
                    <a:pt x="1" y="3184"/>
                  </a:lnTo>
                  <a:lnTo>
                    <a:pt x="7580" y="16372"/>
                  </a:lnTo>
                  <a:lnTo>
                    <a:pt x="7732" y="16827"/>
                  </a:lnTo>
                  <a:lnTo>
                    <a:pt x="8641" y="15462"/>
                  </a:lnTo>
                  <a:lnTo>
                    <a:pt x="11218" y="15766"/>
                  </a:lnTo>
                  <a:lnTo>
                    <a:pt x="11067" y="16827"/>
                  </a:lnTo>
                  <a:lnTo>
                    <a:pt x="14856" y="14856"/>
                  </a:lnTo>
                  <a:lnTo>
                    <a:pt x="20162" y="13340"/>
                  </a:lnTo>
                  <a:lnTo>
                    <a:pt x="20162" y="10612"/>
                  </a:lnTo>
                  <a:lnTo>
                    <a:pt x="17434" y="10157"/>
                  </a:lnTo>
                  <a:lnTo>
                    <a:pt x="16524" y="8641"/>
                  </a:lnTo>
                  <a:lnTo>
                    <a:pt x="14856" y="7428"/>
                  </a:lnTo>
                  <a:lnTo>
                    <a:pt x="12734" y="3942"/>
                  </a:lnTo>
                  <a:lnTo>
                    <a:pt x="11825" y="3942"/>
                  </a:lnTo>
                  <a:lnTo>
                    <a:pt x="11067" y="3184"/>
                  </a:lnTo>
                  <a:lnTo>
                    <a:pt x="9248" y="3032"/>
                  </a:lnTo>
                  <a:lnTo>
                    <a:pt x="348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4" name="Google Shape;181;p7">
              <a:extLst>
                <a:ext uri="{FF2B5EF4-FFF2-40B4-BE49-F238E27FC236}">
                  <a16:creationId xmlns:a16="http://schemas.microsoft.com/office/drawing/2014/main" id="{12C73D70-D82A-0FFC-E305-11AD8F202D4E}"/>
                </a:ext>
              </a:extLst>
            </p:cNvPr>
            <p:cNvSpPr/>
            <p:nvPr/>
          </p:nvSpPr>
          <p:spPr>
            <a:xfrm>
              <a:off x="4318080" y="19977275"/>
              <a:ext cx="48155" cy="29854"/>
            </a:xfrm>
            <a:custGeom>
              <a:avLst/>
              <a:gdLst/>
              <a:ahLst/>
              <a:cxnLst/>
              <a:rect l="l" t="t" r="r" b="b"/>
              <a:pathLst>
                <a:path w="2427" h="1820" extrusionOk="0">
                  <a:moveTo>
                    <a:pt x="152" y="0"/>
                  </a:moveTo>
                  <a:lnTo>
                    <a:pt x="1" y="1062"/>
                  </a:lnTo>
                  <a:lnTo>
                    <a:pt x="759" y="1062"/>
                  </a:lnTo>
                  <a:lnTo>
                    <a:pt x="1517" y="1820"/>
                  </a:lnTo>
                  <a:lnTo>
                    <a:pt x="2426" y="1820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5" name="Google Shape;182;p7">
              <a:extLst>
                <a:ext uri="{FF2B5EF4-FFF2-40B4-BE49-F238E27FC236}">
                  <a16:creationId xmlns:a16="http://schemas.microsoft.com/office/drawing/2014/main" id="{8DF504A6-B2C0-94B0-5BF8-11B5F72A9827}"/>
                </a:ext>
              </a:extLst>
            </p:cNvPr>
            <p:cNvSpPr/>
            <p:nvPr/>
          </p:nvSpPr>
          <p:spPr>
            <a:xfrm>
              <a:off x="4176712" y="19845491"/>
              <a:ext cx="186507" cy="149204"/>
            </a:xfrm>
            <a:custGeom>
              <a:avLst/>
              <a:gdLst/>
              <a:ahLst/>
              <a:cxnLst/>
              <a:rect l="l" t="t" r="r" b="b"/>
              <a:pathLst>
                <a:path w="9400" h="9096" extrusionOk="0">
                  <a:moveTo>
                    <a:pt x="4700" y="0"/>
                  </a:moveTo>
                  <a:lnTo>
                    <a:pt x="2426" y="455"/>
                  </a:lnTo>
                  <a:lnTo>
                    <a:pt x="1668" y="3790"/>
                  </a:lnTo>
                  <a:lnTo>
                    <a:pt x="1" y="4851"/>
                  </a:lnTo>
                  <a:lnTo>
                    <a:pt x="304" y="6064"/>
                  </a:lnTo>
                  <a:lnTo>
                    <a:pt x="6065" y="8944"/>
                  </a:lnTo>
                  <a:lnTo>
                    <a:pt x="7126" y="9096"/>
                  </a:lnTo>
                  <a:lnTo>
                    <a:pt x="7277" y="8034"/>
                  </a:lnTo>
                  <a:lnTo>
                    <a:pt x="9400" y="8034"/>
                  </a:lnTo>
                  <a:lnTo>
                    <a:pt x="470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6" name="Google Shape;183;p7">
              <a:extLst>
                <a:ext uri="{FF2B5EF4-FFF2-40B4-BE49-F238E27FC236}">
                  <a16:creationId xmlns:a16="http://schemas.microsoft.com/office/drawing/2014/main" id="{C7C095A1-8DFC-0E64-A7C6-892D387BD949}"/>
                </a:ext>
              </a:extLst>
            </p:cNvPr>
            <p:cNvSpPr/>
            <p:nvPr/>
          </p:nvSpPr>
          <p:spPr>
            <a:xfrm>
              <a:off x="4441393" y="20061817"/>
              <a:ext cx="93273" cy="52228"/>
            </a:xfrm>
            <a:custGeom>
              <a:avLst/>
              <a:gdLst/>
              <a:ahLst/>
              <a:cxnLst/>
              <a:rect l="l" t="t" r="r" b="b"/>
              <a:pathLst>
                <a:path w="4701" h="3184" extrusionOk="0">
                  <a:moveTo>
                    <a:pt x="3639" y="1"/>
                  </a:moveTo>
                  <a:lnTo>
                    <a:pt x="2123" y="1820"/>
                  </a:lnTo>
                  <a:lnTo>
                    <a:pt x="1" y="1365"/>
                  </a:lnTo>
                  <a:lnTo>
                    <a:pt x="911" y="2881"/>
                  </a:lnTo>
                  <a:lnTo>
                    <a:pt x="2426" y="3184"/>
                  </a:lnTo>
                  <a:lnTo>
                    <a:pt x="4700" y="910"/>
                  </a:lnTo>
                  <a:lnTo>
                    <a:pt x="363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7" name="Google Shape;184;p7">
              <a:extLst>
                <a:ext uri="{FF2B5EF4-FFF2-40B4-BE49-F238E27FC236}">
                  <a16:creationId xmlns:a16="http://schemas.microsoft.com/office/drawing/2014/main" id="{ECF6D97A-7244-BEA8-E6A6-0877BBEB0EED}"/>
                </a:ext>
              </a:extLst>
            </p:cNvPr>
            <p:cNvSpPr/>
            <p:nvPr/>
          </p:nvSpPr>
          <p:spPr>
            <a:xfrm>
              <a:off x="4462464" y="20076744"/>
              <a:ext cx="126329" cy="141741"/>
            </a:xfrm>
            <a:custGeom>
              <a:avLst/>
              <a:gdLst/>
              <a:ahLst/>
              <a:cxnLst/>
              <a:rect l="l" t="t" r="r" b="b"/>
              <a:pathLst>
                <a:path w="6367" h="8641" extrusionOk="0">
                  <a:moveTo>
                    <a:pt x="3638" y="0"/>
                  </a:moveTo>
                  <a:lnTo>
                    <a:pt x="1364" y="2274"/>
                  </a:lnTo>
                  <a:lnTo>
                    <a:pt x="2577" y="2426"/>
                  </a:lnTo>
                  <a:lnTo>
                    <a:pt x="2577" y="5154"/>
                  </a:lnTo>
                  <a:lnTo>
                    <a:pt x="0" y="5912"/>
                  </a:lnTo>
                  <a:lnTo>
                    <a:pt x="0" y="7580"/>
                  </a:lnTo>
                  <a:lnTo>
                    <a:pt x="1364" y="8641"/>
                  </a:lnTo>
                  <a:lnTo>
                    <a:pt x="6367" y="2426"/>
                  </a:lnTo>
                  <a:lnTo>
                    <a:pt x="363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8" name="Google Shape;185;p7">
              <a:extLst>
                <a:ext uri="{FF2B5EF4-FFF2-40B4-BE49-F238E27FC236}">
                  <a16:creationId xmlns:a16="http://schemas.microsoft.com/office/drawing/2014/main" id="{4E2D94F5-7465-5C64-1866-FB60E6391AAA}"/>
                </a:ext>
              </a:extLst>
            </p:cNvPr>
            <p:cNvSpPr/>
            <p:nvPr/>
          </p:nvSpPr>
          <p:spPr>
            <a:xfrm>
              <a:off x="4113557" y="19852938"/>
              <a:ext cx="111309" cy="89545"/>
            </a:xfrm>
            <a:custGeom>
              <a:avLst/>
              <a:gdLst/>
              <a:ahLst/>
              <a:cxnLst/>
              <a:rect l="l" t="t" r="r" b="b"/>
              <a:pathLst>
                <a:path w="5610" h="5459" extrusionOk="0">
                  <a:moveTo>
                    <a:pt x="5609" y="1"/>
                  </a:moveTo>
                  <a:lnTo>
                    <a:pt x="304" y="1062"/>
                  </a:lnTo>
                  <a:lnTo>
                    <a:pt x="1" y="2730"/>
                  </a:lnTo>
                  <a:lnTo>
                    <a:pt x="910" y="3033"/>
                  </a:lnTo>
                  <a:lnTo>
                    <a:pt x="1" y="4700"/>
                  </a:lnTo>
                  <a:lnTo>
                    <a:pt x="1213" y="5458"/>
                  </a:lnTo>
                  <a:lnTo>
                    <a:pt x="4851" y="3336"/>
                  </a:lnTo>
                  <a:lnTo>
                    <a:pt x="560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9" name="Google Shape;186;p7">
              <a:extLst>
                <a:ext uri="{FF2B5EF4-FFF2-40B4-BE49-F238E27FC236}">
                  <a16:creationId xmlns:a16="http://schemas.microsoft.com/office/drawing/2014/main" id="{E9E868F5-8096-6249-46D8-74FE7F7B92FD}"/>
                </a:ext>
              </a:extLst>
            </p:cNvPr>
            <p:cNvSpPr/>
            <p:nvPr/>
          </p:nvSpPr>
          <p:spPr>
            <a:xfrm>
              <a:off x="4266949" y="20173720"/>
              <a:ext cx="222598" cy="116873"/>
            </a:xfrm>
            <a:custGeom>
              <a:avLst/>
              <a:gdLst/>
              <a:ahLst/>
              <a:cxnLst/>
              <a:rect l="l" t="t" r="r" b="b"/>
              <a:pathLst>
                <a:path w="11219" h="7125" extrusionOk="0">
                  <a:moveTo>
                    <a:pt x="9854" y="0"/>
                  </a:moveTo>
                  <a:lnTo>
                    <a:pt x="7125" y="758"/>
                  </a:lnTo>
                  <a:lnTo>
                    <a:pt x="3336" y="2729"/>
                  </a:lnTo>
                  <a:lnTo>
                    <a:pt x="3487" y="1668"/>
                  </a:lnTo>
                  <a:lnTo>
                    <a:pt x="910" y="1364"/>
                  </a:lnTo>
                  <a:lnTo>
                    <a:pt x="1" y="2729"/>
                  </a:lnTo>
                  <a:lnTo>
                    <a:pt x="1365" y="7125"/>
                  </a:lnTo>
                  <a:lnTo>
                    <a:pt x="11218" y="2729"/>
                  </a:lnTo>
                  <a:lnTo>
                    <a:pt x="9854" y="1668"/>
                  </a:lnTo>
                  <a:lnTo>
                    <a:pt x="985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0" name="Google Shape;187;p7">
              <a:extLst>
                <a:ext uri="{FF2B5EF4-FFF2-40B4-BE49-F238E27FC236}">
                  <a16:creationId xmlns:a16="http://schemas.microsoft.com/office/drawing/2014/main" id="{192831B9-6F09-6FDE-2B9C-21DEE531B44A}"/>
                </a:ext>
              </a:extLst>
            </p:cNvPr>
            <p:cNvSpPr/>
            <p:nvPr/>
          </p:nvSpPr>
          <p:spPr>
            <a:xfrm>
              <a:off x="4107545" y="19897703"/>
              <a:ext cx="24087" cy="32347"/>
            </a:xfrm>
            <a:custGeom>
              <a:avLst/>
              <a:gdLst/>
              <a:ahLst/>
              <a:cxnLst/>
              <a:rect l="l" t="t" r="r" b="b"/>
              <a:pathLst>
                <a:path w="1214" h="1972" extrusionOk="0">
                  <a:moveTo>
                    <a:pt x="304" y="1"/>
                  </a:moveTo>
                  <a:lnTo>
                    <a:pt x="0" y="1668"/>
                  </a:lnTo>
                  <a:lnTo>
                    <a:pt x="304" y="1971"/>
                  </a:lnTo>
                  <a:lnTo>
                    <a:pt x="1213" y="304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1" name="Google Shape;188;p7">
              <a:extLst>
                <a:ext uri="{FF2B5EF4-FFF2-40B4-BE49-F238E27FC236}">
                  <a16:creationId xmlns:a16="http://schemas.microsoft.com/office/drawing/2014/main" id="{8860CD20-4A17-7C80-3CF4-A65593EB4A30}"/>
                </a:ext>
              </a:extLst>
            </p:cNvPr>
            <p:cNvSpPr/>
            <p:nvPr/>
          </p:nvSpPr>
          <p:spPr>
            <a:xfrm>
              <a:off x="4092506" y="19925063"/>
              <a:ext cx="21071" cy="69632"/>
            </a:xfrm>
            <a:custGeom>
              <a:avLst/>
              <a:gdLst/>
              <a:ahLst/>
              <a:cxnLst/>
              <a:rect l="l" t="t" r="r" b="b"/>
              <a:pathLst>
                <a:path w="1062" h="4245" extrusionOk="0">
                  <a:moveTo>
                    <a:pt x="758" y="0"/>
                  </a:moveTo>
                  <a:lnTo>
                    <a:pt x="0" y="2425"/>
                  </a:lnTo>
                  <a:lnTo>
                    <a:pt x="1062" y="4245"/>
                  </a:lnTo>
                  <a:lnTo>
                    <a:pt x="1062" y="303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2" name="Google Shape;189;p7">
              <a:extLst>
                <a:ext uri="{FF2B5EF4-FFF2-40B4-BE49-F238E27FC236}">
                  <a16:creationId xmlns:a16="http://schemas.microsoft.com/office/drawing/2014/main" id="{B248F5E7-80AE-1083-A2FF-F9A9220408A4}"/>
                </a:ext>
              </a:extLst>
            </p:cNvPr>
            <p:cNvSpPr/>
            <p:nvPr/>
          </p:nvSpPr>
          <p:spPr>
            <a:xfrm>
              <a:off x="4275977" y="20730709"/>
              <a:ext cx="153412" cy="221329"/>
            </a:xfrm>
            <a:custGeom>
              <a:avLst/>
              <a:gdLst/>
              <a:ahLst/>
              <a:cxnLst/>
              <a:rect l="l" t="t" r="r" b="b"/>
              <a:pathLst>
                <a:path w="7732" h="13493" extrusionOk="0">
                  <a:moveTo>
                    <a:pt x="6216" y="1"/>
                  </a:moveTo>
                  <a:lnTo>
                    <a:pt x="1365" y="5155"/>
                  </a:lnTo>
                  <a:lnTo>
                    <a:pt x="758" y="8641"/>
                  </a:lnTo>
                  <a:lnTo>
                    <a:pt x="0" y="11067"/>
                  </a:lnTo>
                  <a:lnTo>
                    <a:pt x="1062" y="13492"/>
                  </a:lnTo>
                  <a:lnTo>
                    <a:pt x="3487" y="13492"/>
                  </a:lnTo>
                  <a:lnTo>
                    <a:pt x="773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3" name="Google Shape;190;p7">
              <a:extLst>
                <a:ext uri="{FF2B5EF4-FFF2-40B4-BE49-F238E27FC236}">
                  <a16:creationId xmlns:a16="http://schemas.microsoft.com/office/drawing/2014/main" id="{185AAB6E-E804-7AF7-20C1-7949B4B5C5EE}"/>
                </a:ext>
              </a:extLst>
            </p:cNvPr>
            <p:cNvSpPr/>
            <p:nvPr/>
          </p:nvSpPr>
          <p:spPr>
            <a:xfrm>
              <a:off x="3617269" y="20273173"/>
              <a:ext cx="144404" cy="191492"/>
            </a:xfrm>
            <a:custGeom>
              <a:avLst/>
              <a:gdLst/>
              <a:ahLst/>
              <a:cxnLst/>
              <a:rect l="l" t="t" r="r" b="b"/>
              <a:pathLst>
                <a:path w="7278" h="11674" extrusionOk="0">
                  <a:moveTo>
                    <a:pt x="5003" y="1"/>
                  </a:moveTo>
                  <a:lnTo>
                    <a:pt x="5003" y="1972"/>
                  </a:lnTo>
                  <a:lnTo>
                    <a:pt x="2426" y="7277"/>
                  </a:lnTo>
                  <a:lnTo>
                    <a:pt x="304" y="7429"/>
                  </a:lnTo>
                  <a:lnTo>
                    <a:pt x="1" y="9551"/>
                  </a:lnTo>
                  <a:lnTo>
                    <a:pt x="910" y="9551"/>
                  </a:lnTo>
                  <a:lnTo>
                    <a:pt x="910" y="11673"/>
                  </a:lnTo>
                  <a:lnTo>
                    <a:pt x="6974" y="11673"/>
                  </a:lnTo>
                  <a:lnTo>
                    <a:pt x="7277" y="10915"/>
                  </a:lnTo>
                  <a:lnTo>
                    <a:pt x="5458" y="8338"/>
                  </a:lnTo>
                  <a:lnTo>
                    <a:pt x="6065" y="5761"/>
                  </a:lnTo>
                  <a:lnTo>
                    <a:pt x="5307" y="3639"/>
                  </a:lnTo>
                  <a:lnTo>
                    <a:pt x="6823" y="3639"/>
                  </a:lnTo>
                  <a:lnTo>
                    <a:pt x="500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4" name="Google Shape;191;p7">
              <a:extLst>
                <a:ext uri="{FF2B5EF4-FFF2-40B4-BE49-F238E27FC236}">
                  <a16:creationId xmlns:a16="http://schemas.microsoft.com/office/drawing/2014/main" id="{55DB48DC-F609-6BCD-FF0B-43E72F37076D}"/>
                </a:ext>
              </a:extLst>
            </p:cNvPr>
            <p:cNvSpPr/>
            <p:nvPr/>
          </p:nvSpPr>
          <p:spPr>
            <a:xfrm>
              <a:off x="3632309" y="20464648"/>
              <a:ext cx="99285" cy="119366"/>
            </a:xfrm>
            <a:custGeom>
              <a:avLst/>
              <a:gdLst/>
              <a:ahLst/>
              <a:cxnLst/>
              <a:rect l="l" t="t" r="r" b="b"/>
              <a:pathLst>
                <a:path w="5004" h="7277" extrusionOk="0">
                  <a:moveTo>
                    <a:pt x="152" y="0"/>
                  </a:moveTo>
                  <a:lnTo>
                    <a:pt x="1" y="1668"/>
                  </a:lnTo>
                  <a:lnTo>
                    <a:pt x="1" y="4245"/>
                  </a:lnTo>
                  <a:lnTo>
                    <a:pt x="2123" y="7277"/>
                  </a:lnTo>
                  <a:lnTo>
                    <a:pt x="2123" y="4700"/>
                  </a:lnTo>
                  <a:lnTo>
                    <a:pt x="5003" y="4700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5" name="Google Shape;192;p7">
              <a:extLst>
                <a:ext uri="{FF2B5EF4-FFF2-40B4-BE49-F238E27FC236}">
                  <a16:creationId xmlns:a16="http://schemas.microsoft.com/office/drawing/2014/main" id="{9529CC9E-FBAD-83AB-C923-7CFAA41906E6}"/>
                </a:ext>
              </a:extLst>
            </p:cNvPr>
            <p:cNvSpPr/>
            <p:nvPr/>
          </p:nvSpPr>
          <p:spPr>
            <a:xfrm>
              <a:off x="3496972" y="20273173"/>
              <a:ext cx="219582" cy="156684"/>
            </a:xfrm>
            <a:custGeom>
              <a:avLst/>
              <a:gdLst/>
              <a:ahLst/>
              <a:cxnLst/>
              <a:rect l="l" t="t" r="r" b="b"/>
              <a:pathLst>
                <a:path w="11067" h="9552" extrusionOk="0">
                  <a:moveTo>
                    <a:pt x="1516" y="1"/>
                  </a:moveTo>
                  <a:lnTo>
                    <a:pt x="0" y="7429"/>
                  </a:lnTo>
                  <a:lnTo>
                    <a:pt x="2880" y="7884"/>
                  </a:lnTo>
                  <a:lnTo>
                    <a:pt x="3184" y="9551"/>
                  </a:lnTo>
                  <a:lnTo>
                    <a:pt x="6064" y="9551"/>
                  </a:lnTo>
                  <a:lnTo>
                    <a:pt x="6367" y="7429"/>
                  </a:lnTo>
                  <a:lnTo>
                    <a:pt x="8489" y="7277"/>
                  </a:lnTo>
                  <a:lnTo>
                    <a:pt x="11066" y="1972"/>
                  </a:lnTo>
                  <a:lnTo>
                    <a:pt x="1106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6" name="Google Shape;193;p7">
              <a:extLst>
                <a:ext uri="{FF2B5EF4-FFF2-40B4-BE49-F238E27FC236}">
                  <a16:creationId xmlns:a16="http://schemas.microsoft.com/office/drawing/2014/main" id="{02B9A59C-37C3-376A-47C4-06EF32384913}"/>
                </a:ext>
              </a:extLst>
            </p:cNvPr>
            <p:cNvSpPr/>
            <p:nvPr/>
          </p:nvSpPr>
          <p:spPr>
            <a:xfrm>
              <a:off x="3274394" y="20325401"/>
              <a:ext cx="117321" cy="119366"/>
            </a:xfrm>
            <a:custGeom>
              <a:avLst/>
              <a:gdLst/>
              <a:ahLst/>
              <a:cxnLst/>
              <a:rect l="l" t="t" r="r" b="b"/>
              <a:pathLst>
                <a:path w="5913" h="7277" extrusionOk="0">
                  <a:moveTo>
                    <a:pt x="910" y="0"/>
                  </a:moveTo>
                  <a:lnTo>
                    <a:pt x="910" y="2426"/>
                  </a:lnTo>
                  <a:lnTo>
                    <a:pt x="0" y="3184"/>
                  </a:lnTo>
                  <a:lnTo>
                    <a:pt x="758" y="3942"/>
                  </a:lnTo>
                  <a:lnTo>
                    <a:pt x="758" y="7277"/>
                  </a:lnTo>
                  <a:lnTo>
                    <a:pt x="5913" y="5761"/>
                  </a:lnTo>
                  <a:lnTo>
                    <a:pt x="5913" y="910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7" name="Google Shape;194;p7">
              <a:extLst>
                <a:ext uri="{FF2B5EF4-FFF2-40B4-BE49-F238E27FC236}">
                  <a16:creationId xmlns:a16="http://schemas.microsoft.com/office/drawing/2014/main" id="{744088BD-269C-8688-EDE1-38DABB71355B}"/>
                </a:ext>
              </a:extLst>
            </p:cNvPr>
            <p:cNvSpPr/>
            <p:nvPr/>
          </p:nvSpPr>
          <p:spPr>
            <a:xfrm>
              <a:off x="3220247" y="20355238"/>
              <a:ext cx="69206" cy="89529"/>
            </a:xfrm>
            <a:custGeom>
              <a:avLst/>
              <a:gdLst/>
              <a:ahLst/>
              <a:cxnLst/>
              <a:rect l="l" t="t" r="r" b="b"/>
              <a:pathLst>
                <a:path w="3488" h="5458" extrusionOk="0">
                  <a:moveTo>
                    <a:pt x="1668" y="0"/>
                  </a:moveTo>
                  <a:lnTo>
                    <a:pt x="1" y="1668"/>
                  </a:lnTo>
                  <a:lnTo>
                    <a:pt x="3487" y="5458"/>
                  </a:lnTo>
                  <a:lnTo>
                    <a:pt x="3487" y="2123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8" name="Google Shape;195;p7">
              <a:extLst>
                <a:ext uri="{FF2B5EF4-FFF2-40B4-BE49-F238E27FC236}">
                  <a16:creationId xmlns:a16="http://schemas.microsoft.com/office/drawing/2014/main" id="{8AC7F17C-A45F-19F3-07E7-4BD1FF5A9C14}"/>
                </a:ext>
              </a:extLst>
            </p:cNvPr>
            <p:cNvSpPr/>
            <p:nvPr/>
          </p:nvSpPr>
          <p:spPr>
            <a:xfrm>
              <a:off x="3674432" y="20621299"/>
              <a:ext cx="234622" cy="196462"/>
            </a:xfrm>
            <a:custGeom>
              <a:avLst/>
              <a:gdLst/>
              <a:ahLst/>
              <a:cxnLst/>
              <a:rect l="l" t="t" r="r" b="b"/>
              <a:pathLst>
                <a:path w="11825" h="11977" extrusionOk="0">
                  <a:moveTo>
                    <a:pt x="1819" y="1"/>
                  </a:moveTo>
                  <a:lnTo>
                    <a:pt x="1819" y="7125"/>
                  </a:lnTo>
                  <a:lnTo>
                    <a:pt x="0" y="10157"/>
                  </a:lnTo>
                  <a:lnTo>
                    <a:pt x="152" y="11976"/>
                  </a:lnTo>
                  <a:lnTo>
                    <a:pt x="11370" y="11976"/>
                  </a:lnTo>
                  <a:lnTo>
                    <a:pt x="9550" y="9702"/>
                  </a:lnTo>
                  <a:lnTo>
                    <a:pt x="9550" y="7277"/>
                  </a:lnTo>
                  <a:lnTo>
                    <a:pt x="11824" y="7277"/>
                  </a:lnTo>
                  <a:lnTo>
                    <a:pt x="11673" y="4397"/>
                  </a:lnTo>
                  <a:lnTo>
                    <a:pt x="9854" y="3487"/>
                  </a:lnTo>
                  <a:lnTo>
                    <a:pt x="9854" y="304"/>
                  </a:lnTo>
                  <a:lnTo>
                    <a:pt x="7883" y="304"/>
                  </a:lnTo>
                  <a:lnTo>
                    <a:pt x="7580" y="1668"/>
                  </a:lnTo>
                  <a:lnTo>
                    <a:pt x="5457" y="1820"/>
                  </a:lnTo>
                  <a:lnTo>
                    <a:pt x="500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9" name="Google Shape;196;p7">
              <a:extLst>
                <a:ext uri="{FF2B5EF4-FFF2-40B4-BE49-F238E27FC236}">
                  <a16:creationId xmlns:a16="http://schemas.microsoft.com/office/drawing/2014/main" id="{064BE98B-1E42-BF0B-1C93-FCFDED7A48D3}"/>
                </a:ext>
              </a:extLst>
            </p:cNvPr>
            <p:cNvSpPr/>
            <p:nvPr/>
          </p:nvSpPr>
          <p:spPr>
            <a:xfrm>
              <a:off x="3391695" y="20317937"/>
              <a:ext cx="69206" cy="101963"/>
            </a:xfrm>
            <a:custGeom>
              <a:avLst/>
              <a:gdLst/>
              <a:ahLst/>
              <a:cxnLst/>
              <a:rect l="l" t="t" r="r" b="b"/>
              <a:pathLst>
                <a:path w="3488" h="6216" extrusionOk="0">
                  <a:moveTo>
                    <a:pt x="1" y="0"/>
                  </a:moveTo>
                  <a:lnTo>
                    <a:pt x="1" y="6216"/>
                  </a:lnTo>
                  <a:lnTo>
                    <a:pt x="3487" y="5155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0" name="Google Shape;197;p7">
              <a:extLst>
                <a:ext uri="{FF2B5EF4-FFF2-40B4-BE49-F238E27FC236}">
                  <a16:creationId xmlns:a16="http://schemas.microsoft.com/office/drawing/2014/main" id="{81FA7136-940E-2F86-3044-008E0A24AC70}"/>
                </a:ext>
              </a:extLst>
            </p:cNvPr>
            <p:cNvSpPr/>
            <p:nvPr/>
          </p:nvSpPr>
          <p:spPr>
            <a:xfrm>
              <a:off x="3674432" y="20452214"/>
              <a:ext cx="141369" cy="156667"/>
            </a:xfrm>
            <a:custGeom>
              <a:avLst/>
              <a:gdLst/>
              <a:ahLst/>
              <a:cxnLst/>
              <a:rect l="l" t="t" r="r" b="b"/>
              <a:pathLst>
                <a:path w="7125" h="9551" extrusionOk="0">
                  <a:moveTo>
                    <a:pt x="4396" y="0"/>
                  </a:moveTo>
                  <a:lnTo>
                    <a:pt x="4093" y="758"/>
                  </a:lnTo>
                  <a:lnTo>
                    <a:pt x="1516" y="758"/>
                  </a:lnTo>
                  <a:lnTo>
                    <a:pt x="2880" y="5458"/>
                  </a:lnTo>
                  <a:lnTo>
                    <a:pt x="0" y="5458"/>
                  </a:lnTo>
                  <a:lnTo>
                    <a:pt x="0" y="8035"/>
                  </a:lnTo>
                  <a:lnTo>
                    <a:pt x="1213" y="9551"/>
                  </a:lnTo>
                  <a:lnTo>
                    <a:pt x="3942" y="8186"/>
                  </a:lnTo>
                  <a:lnTo>
                    <a:pt x="6670" y="3487"/>
                  </a:lnTo>
                  <a:lnTo>
                    <a:pt x="712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1" name="Google Shape;198;p7">
              <a:extLst>
                <a:ext uri="{FF2B5EF4-FFF2-40B4-BE49-F238E27FC236}">
                  <a16:creationId xmlns:a16="http://schemas.microsoft.com/office/drawing/2014/main" id="{904C04FA-8D35-3CBD-8AF8-6F24EC7FA0E3}"/>
                </a:ext>
              </a:extLst>
            </p:cNvPr>
            <p:cNvSpPr/>
            <p:nvPr/>
          </p:nvSpPr>
          <p:spPr>
            <a:xfrm>
              <a:off x="4143636" y="20168733"/>
              <a:ext cx="126349" cy="129323"/>
            </a:xfrm>
            <a:custGeom>
              <a:avLst/>
              <a:gdLst/>
              <a:ahLst/>
              <a:cxnLst/>
              <a:rect l="l" t="t" r="r" b="b"/>
              <a:pathLst>
                <a:path w="6368" h="7884" extrusionOk="0">
                  <a:moveTo>
                    <a:pt x="2274" y="1"/>
                  </a:moveTo>
                  <a:lnTo>
                    <a:pt x="0" y="5155"/>
                  </a:lnTo>
                  <a:lnTo>
                    <a:pt x="4093" y="5155"/>
                  </a:lnTo>
                  <a:lnTo>
                    <a:pt x="5761" y="7884"/>
                  </a:lnTo>
                  <a:lnTo>
                    <a:pt x="6367" y="7277"/>
                  </a:lnTo>
                  <a:lnTo>
                    <a:pt x="227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2" name="Google Shape;199;p7">
              <a:extLst>
                <a:ext uri="{FF2B5EF4-FFF2-40B4-BE49-F238E27FC236}">
                  <a16:creationId xmlns:a16="http://schemas.microsoft.com/office/drawing/2014/main" id="{78F99E05-8BFE-E1E1-3895-D561549D290F}"/>
                </a:ext>
              </a:extLst>
            </p:cNvPr>
            <p:cNvSpPr/>
            <p:nvPr/>
          </p:nvSpPr>
          <p:spPr>
            <a:xfrm>
              <a:off x="3187172" y="20325401"/>
              <a:ext cx="66190" cy="57198"/>
            </a:xfrm>
            <a:custGeom>
              <a:avLst/>
              <a:gdLst/>
              <a:ahLst/>
              <a:cxnLst/>
              <a:rect l="l" t="t" r="r" b="b"/>
              <a:pathLst>
                <a:path w="3336" h="3487" extrusionOk="0">
                  <a:moveTo>
                    <a:pt x="1668" y="0"/>
                  </a:moveTo>
                  <a:lnTo>
                    <a:pt x="0" y="1668"/>
                  </a:lnTo>
                  <a:lnTo>
                    <a:pt x="1668" y="3487"/>
                  </a:lnTo>
                  <a:lnTo>
                    <a:pt x="3335" y="1819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3" name="Google Shape;200;p7">
              <a:extLst>
                <a:ext uri="{FF2B5EF4-FFF2-40B4-BE49-F238E27FC236}">
                  <a16:creationId xmlns:a16="http://schemas.microsoft.com/office/drawing/2014/main" id="{FEA4F867-D1E4-D3C7-A550-E64EE271BF72}"/>
                </a:ext>
              </a:extLst>
            </p:cNvPr>
            <p:cNvSpPr/>
            <p:nvPr/>
          </p:nvSpPr>
          <p:spPr>
            <a:xfrm>
              <a:off x="4245898" y="20288100"/>
              <a:ext cx="42123" cy="37317"/>
            </a:xfrm>
            <a:custGeom>
              <a:avLst/>
              <a:gdLst/>
              <a:ahLst/>
              <a:cxnLst/>
              <a:rect l="l" t="t" r="r" b="b"/>
              <a:pathLst>
                <a:path w="2123" h="2275" extrusionOk="0">
                  <a:moveTo>
                    <a:pt x="1213" y="0"/>
                  </a:moveTo>
                  <a:lnTo>
                    <a:pt x="1" y="1062"/>
                  </a:lnTo>
                  <a:lnTo>
                    <a:pt x="1062" y="2274"/>
                  </a:lnTo>
                  <a:lnTo>
                    <a:pt x="2123" y="1516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4" name="Google Shape;201;p7">
              <a:extLst>
                <a:ext uri="{FF2B5EF4-FFF2-40B4-BE49-F238E27FC236}">
                  <a16:creationId xmlns:a16="http://schemas.microsoft.com/office/drawing/2014/main" id="{18023988-D797-A571-C160-7E6991E494C0}"/>
                </a:ext>
              </a:extLst>
            </p:cNvPr>
            <p:cNvSpPr/>
            <p:nvPr/>
          </p:nvSpPr>
          <p:spPr>
            <a:xfrm>
              <a:off x="4038359" y="20695901"/>
              <a:ext cx="192519" cy="271047"/>
            </a:xfrm>
            <a:custGeom>
              <a:avLst/>
              <a:gdLst/>
              <a:ahLst/>
              <a:cxnLst/>
              <a:rect l="l" t="t" r="r" b="b"/>
              <a:pathLst>
                <a:path w="9703" h="16524" extrusionOk="0">
                  <a:moveTo>
                    <a:pt x="9096" y="0"/>
                  </a:moveTo>
                  <a:lnTo>
                    <a:pt x="3639" y="1061"/>
                  </a:lnTo>
                  <a:lnTo>
                    <a:pt x="3639" y="2729"/>
                  </a:lnTo>
                  <a:lnTo>
                    <a:pt x="5003" y="3639"/>
                  </a:lnTo>
                  <a:lnTo>
                    <a:pt x="5003" y="5609"/>
                  </a:lnTo>
                  <a:lnTo>
                    <a:pt x="3791" y="6670"/>
                  </a:lnTo>
                  <a:lnTo>
                    <a:pt x="3791" y="4396"/>
                  </a:lnTo>
                  <a:lnTo>
                    <a:pt x="2426" y="3335"/>
                  </a:lnTo>
                  <a:lnTo>
                    <a:pt x="1" y="5003"/>
                  </a:lnTo>
                  <a:lnTo>
                    <a:pt x="2426" y="6670"/>
                  </a:lnTo>
                  <a:lnTo>
                    <a:pt x="2426" y="8944"/>
                  </a:lnTo>
                  <a:lnTo>
                    <a:pt x="910" y="12582"/>
                  </a:lnTo>
                  <a:lnTo>
                    <a:pt x="910" y="16524"/>
                  </a:lnTo>
                  <a:lnTo>
                    <a:pt x="1971" y="16524"/>
                  </a:lnTo>
                  <a:lnTo>
                    <a:pt x="2123" y="15917"/>
                  </a:lnTo>
                  <a:lnTo>
                    <a:pt x="4397" y="14402"/>
                  </a:lnTo>
                  <a:lnTo>
                    <a:pt x="4245" y="9551"/>
                  </a:lnTo>
                  <a:lnTo>
                    <a:pt x="9703" y="5003"/>
                  </a:lnTo>
                  <a:lnTo>
                    <a:pt x="909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5" name="Google Shape;202;p7">
              <a:extLst>
                <a:ext uri="{FF2B5EF4-FFF2-40B4-BE49-F238E27FC236}">
                  <a16:creationId xmlns:a16="http://schemas.microsoft.com/office/drawing/2014/main" id="{2F1AC61E-74D2-6108-849C-181D8CD0360F}"/>
                </a:ext>
              </a:extLst>
            </p:cNvPr>
            <p:cNvSpPr/>
            <p:nvPr/>
          </p:nvSpPr>
          <p:spPr>
            <a:xfrm>
              <a:off x="4239886" y="20305504"/>
              <a:ext cx="210555" cy="236240"/>
            </a:xfrm>
            <a:custGeom>
              <a:avLst/>
              <a:gdLst/>
              <a:ahLst/>
              <a:cxnLst/>
              <a:rect l="l" t="t" r="r" b="b"/>
              <a:pathLst>
                <a:path w="10612" h="14402" extrusionOk="0">
                  <a:moveTo>
                    <a:pt x="10157" y="1"/>
                  </a:moveTo>
                  <a:lnTo>
                    <a:pt x="2881" y="1062"/>
                  </a:lnTo>
                  <a:lnTo>
                    <a:pt x="2426" y="455"/>
                  </a:lnTo>
                  <a:lnTo>
                    <a:pt x="1365" y="1213"/>
                  </a:lnTo>
                  <a:lnTo>
                    <a:pt x="2426" y="2426"/>
                  </a:lnTo>
                  <a:lnTo>
                    <a:pt x="6822" y="3942"/>
                  </a:lnTo>
                  <a:lnTo>
                    <a:pt x="0" y="9551"/>
                  </a:lnTo>
                  <a:lnTo>
                    <a:pt x="0" y="14402"/>
                  </a:lnTo>
                  <a:lnTo>
                    <a:pt x="10612" y="2123"/>
                  </a:lnTo>
                  <a:lnTo>
                    <a:pt x="1015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6" name="Google Shape;203;p7">
              <a:extLst>
                <a:ext uri="{FF2B5EF4-FFF2-40B4-BE49-F238E27FC236}">
                  <a16:creationId xmlns:a16="http://schemas.microsoft.com/office/drawing/2014/main" id="{0C9A779E-0C68-52B5-6217-782E6ABBC846}"/>
                </a:ext>
              </a:extLst>
            </p:cNvPr>
            <p:cNvSpPr/>
            <p:nvPr/>
          </p:nvSpPr>
          <p:spPr>
            <a:xfrm>
              <a:off x="3677428" y="20817745"/>
              <a:ext cx="264701" cy="186505"/>
            </a:xfrm>
            <a:custGeom>
              <a:avLst/>
              <a:gdLst/>
              <a:ahLst/>
              <a:cxnLst/>
              <a:rect l="l" t="t" r="r" b="b"/>
              <a:pathLst>
                <a:path w="13341" h="11370" extrusionOk="0">
                  <a:moveTo>
                    <a:pt x="1" y="0"/>
                  </a:moveTo>
                  <a:lnTo>
                    <a:pt x="3942" y="11370"/>
                  </a:lnTo>
                  <a:lnTo>
                    <a:pt x="8035" y="11370"/>
                  </a:lnTo>
                  <a:lnTo>
                    <a:pt x="8035" y="1061"/>
                  </a:lnTo>
                  <a:lnTo>
                    <a:pt x="13341" y="1061"/>
                  </a:lnTo>
                  <a:lnTo>
                    <a:pt x="1273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7" name="Google Shape;204;p7">
              <a:extLst>
                <a:ext uri="{FF2B5EF4-FFF2-40B4-BE49-F238E27FC236}">
                  <a16:creationId xmlns:a16="http://schemas.microsoft.com/office/drawing/2014/main" id="{C3545A30-96B4-0C2B-C540-AF779E1DA16C}"/>
                </a:ext>
              </a:extLst>
            </p:cNvPr>
            <p:cNvSpPr/>
            <p:nvPr/>
          </p:nvSpPr>
          <p:spPr>
            <a:xfrm>
              <a:off x="4104529" y="20424854"/>
              <a:ext cx="174483" cy="151697"/>
            </a:xfrm>
            <a:custGeom>
              <a:avLst/>
              <a:gdLst/>
              <a:ahLst/>
              <a:cxnLst/>
              <a:rect l="l" t="t" r="r" b="b"/>
              <a:pathLst>
                <a:path w="8794" h="9248" extrusionOk="0">
                  <a:moveTo>
                    <a:pt x="2426" y="1"/>
                  </a:moveTo>
                  <a:lnTo>
                    <a:pt x="607" y="304"/>
                  </a:lnTo>
                  <a:lnTo>
                    <a:pt x="1213" y="2426"/>
                  </a:lnTo>
                  <a:lnTo>
                    <a:pt x="910" y="4397"/>
                  </a:lnTo>
                  <a:lnTo>
                    <a:pt x="1" y="5913"/>
                  </a:lnTo>
                  <a:lnTo>
                    <a:pt x="5155" y="9248"/>
                  </a:lnTo>
                  <a:lnTo>
                    <a:pt x="6822" y="7126"/>
                  </a:lnTo>
                  <a:lnTo>
                    <a:pt x="6822" y="2275"/>
                  </a:lnTo>
                  <a:lnTo>
                    <a:pt x="8793" y="607"/>
                  </a:lnTo>
                  <a:lnTo>
                    <a:pt x="3033" y="607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8" name="Google Shape;205;p7">
              <a:extLst>
                <a:ext uri="{FF2B5EF4-FFF2-40B4-BE49-F238E27FC236}">
                  <a16:creationId xmlns:a16="http://schemas.microsoft.com/office/drawing/2014/main" id="{E826E2F6-F253-A7F5-9CB5-31C114A57CF9}"/>
                </a:ext>
              </a:extLst>
            </p:cNvPr>
            <p:cNvSpPr/>
            <p:nvPr/>
          </p:nvSpPr>
          <p:spPr>
            <a:xfrm>
              <a:off x="4020323" y="20516860"/>
              <a:ext cx="198531" cy="196462"/>
            </a:xfrm>
            <a:custGeom>
              <a:avLst/>
              <a:gdLst/>
              <a:ahLst/>
              <a:cxnLst/>
              <a:rect l="l" t="t" r="r" b="b"/>
              <a:pathLst>
                <a:path w="10006" h="11977" extrusionOk="0">
                  <a:moveTo>
                    <a:pt x="1819" y="1"/>
                  </a:moveTo>
                  <a:lnTo>
                    <a:pt x="0" y="4549"/>
                  </a:lnTo>
                  <a:lnTo>
                    <a:pt x="3335" y="9399"/>
                  </a:lnTo>
                  <a:lnTo>
                    <a:pt x="4548" y="9399"/>
                  </a:lnTo>
                  <a:lnTo>
                    <a:pt x="4548" y="11976"/>
                  </a:lnTo>
                  <a:lnTo>
                    <a:pt x="10005" y="10915"/>
                  </a:lnTo>
                  <a:lnTo>
                    <a:pt x="9399" y="3639"/>
                  </a:lnTo>
                  <a:lnTo>
                    <a:pt x="4245" y="304"/>
                  </a:lnTo>
                  <a:lnTo>
                    <a:pt x="3942" y="759"/>
                  </a:lnTo>
                  <a:lnTo>
                    <a:pt x="2122" y="759"/>
                  </a:lnTo>
                  <a:lnTo>
                    <a:pt x="257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9" name="Google Shape;206;p7">
              <a:extLst>
                <a:ext uri="{FF2B5EF4-FFF2-40B4-BE49-F238E27FC236}">
                  <a16:creationId xmlns:a16="http://schemas.microsoft.com/office/drawing/2014/main" id="{1A3C0CB4-8084-8A41-6043-5B58A60627B6}"/>
                </a:ext>
              </a:extLst>
            </p:cNvPr>
            <p:cNvSpPr/>
            <p:nvPr/>
          </p:nvSpPr>
          <p:spPr>
            <a:xfrm>
              <a:off x="3130029" y="20024516"/>
              <a:ext cx="243630" cy="226299"/>
            </a:xfrm>
            <a:custGeom>
              <a:avLst/>
              <a:gdLst/>
              <a:ahLst/>
              <a:cxnLst/>
              <a:rect l="l" t="t" r="r" b="b"/>
              <a:pathLst>
                <a:path w="12279" h="13796" extrusionOk="0">
                  <a:moveTo>
                    <a:pt x="7883" y="1"/>
                  </a:moveTo>
                  <a:lnTo>
                    <a:pt x="7883" y="1517"/>
                  </a:lnTo>
                  <a:lnTo>
                    <a:pt x="4851" y="1517"/>
                  </a:lnTo>
                  <a:lnTo>
                    <a:pt x="4851" y="4852"/>
                  </a:lnTo>
                  <a:lnTo>
                    <a:pt x="3790" y="6519"/>
                  </a:lnTo>
                  <a:lnTo>
                    <a:pt x="0" y="6519"/>
                  </a:lnTo>
                  <a:lnTo>
                    <a:pt x="0" y="10460"/>
                  </a:lnTo>
                  <a:lnTo>
                    <a:pt x="4548" y="13795"/>
                  </a:lnTo>
                  <a:lnTo>
                    <a:pt x="4548" y="12583"/>
                  </a:lnTo>
                  <a:lnTo>
                    <a:pt x="10005" y="12583"/>
                  </a:lnTo>
                  <a:lnTo>
                    <a:pt x="9399" y="3184"/>
                  </a:lnTo>
                  <a:lnTo>
                    <a:pt x="12279" y="3184"/>
                  </a:lnTo>
                  <a:lnTo>
                    <a:pt x="788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0" name="Google Shape;207;p7">
              <a:extLst>
                <a:ext uri="{FF2B5EF4-FFF2-40B4-BE49-F238E27FC236}">
                  <a16:creationId xmlns:a16="http://schemas.microsoft.com/office/drawing/2014/main" id="{FA4FA402-2742-1A55-741B-A52B7C684884}"/>
                </a:ext>
              </a:extLst>
            </p:cNvPr>
            <p:cNvSpPr/>
            <p:nvPr/>
          </p:nvSpPr>
          <p:spPr>
            <a:xfrm>
              <a:off x="4014292" y="20516860"/>
              <a:ext cx="42143" cy="34841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456" y="1"/>
                  </a:moveTo>
                  <a:lnTo>
                    <a:pt x="1" y="2123"/>
                  </a:lnTo>
                  <a:lnTo>
                    <a:pt x="1365" y="1820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1" name="Google Shape;208;p7">
              <a:extLst>
                <a:ext uri="{FF2B5EF4-FFF2-40B4-BE49-F238E27FC236}">
                  <a16:creationId xmlns:a16="http://schemas.microsoft.com/office/drawing/2014/main" id="{4D395474-8410-F0D3-4543-F3700E3DB9F7}"/>
                </a:ext>
              </a:extLst>
            </p:cNvPr>
            <p:cNvSpPr/>
            <p:nvPr/>
          </p:nvSpPr>
          <p:spPr>
            <a:xfrm>
              <a:off x="4008280" y="20546697"/>
              <a:ext cx="33115" cy="44781"/>
            </a:xfrm>
            <a:custGeom>
              <a:avLst/>
              <a:gdLst/>
              <a:ahLst/>
              <a:cxnLst/>
              <a:rect l="l" t="t" r="r" b="b"/>
              <a:pathLst>
                <a:path w="1669" h="2730" extrusionOk="0">
                  <a:moveTo>
                    <a:pt x="1668" y="1"/>
                  </a:moveTo>
                  <a:lnTo>
                    <a:pt x="304" y="304"/>
                  </a:lnTo>
                  <a:lnTo>
                    <a:pt x="1" y="1972"/>
                  </a:lnTo>
                  <a:lnTo>
                    <a:pt x="607" y="2730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2" name="Google Shape;209;p7">
              <a:extLst>
                <a:ext uri="{FF2B5EF4-FFF2-40B4-BE49-F238E27FC236}">
                  <a16:creationId xmlns:a16="http://schemas.microsoft.com/office/drawing/2014/main" id="{3AC3DB9F-BC71-1660-7292-AFC51E54BD51}"/>
                </a:ext>
              </a:extLst>
            </p:cNvPr>
            <p:cNvSpPr/>
            <p:nvPr/>
          </p:nvSpPr>
          <p:spPr>
            <a:xfrm>
              <a:off x="3151081" y="20295563"/>
              <a:ext cx="141388" cy="82065"/>
            </a:xfrm>
            <a:custGeom>
              <a:avLst/>
              <a:gdLst/>
              <a:ahLst/>
              <a:cxnLst/>
              <a:rect l="l" t="t" r="r" b="b"/>
              <a:pathLst>
                <a:path w="7126" h="5003" extrusionOk="0">
                  <a:moveTo>
                    <a:pt x="1516" y="0"/>
                  </a:moveTo>
                  <a:lnTo>
                    <a:pt x="0" y="1516"/>
                  </a:lnTo>
                  <a:lnTo>
                    <a:pt x="1819" y="3487"/>
                  </a:lnTo>
                  <a:lnTo>
                    <a:pt x="3487" y="1819"/>
                  </a:lnTo>
                  <a:lnTo>
                    <a:pt x="5154" y="3638"/>
                  </a:lnTo>
                  <a:lnTo>
                    <a:pt x="6215" y="5003"/>
                  </a:lnTo>
                  <a:lnTo>
                    <a:pt x="7125" y="4245"/>
                  </a:lnTo>
                  <a:lnTo>
                    <a:pt x="7125" y="1819"/>
                  </a:lnTo>
                  <a:lnTo>
                    <a:pt x="667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3" name="Google Shape;210;p7">
              <a:extLst>
                <a:ext uri="{FF2B5EF4-FFF2-40B4-BE49-F238E27FC236}">
                  <a16:creationId xmlns:a16="http://schemas.microsoft.com/office/drawing/2014/main" id="{7E60EEDE-7F36-4A46-F934-62A094D44E7F}"/>
                </a:ext>
              </a:extLst>
            </p:cNvPr>
            <p:cNvSpPr/>
            <p:nvPr/>
          </p:nvSpPr>
          <p:spPr>
            <a:xfrm>
              <a:off x="3220247" y="20076744"/>
              <a:ext cx="312836" cy="256137"/>
            </a:xfrm>
            <a:custGeom>
              <a:avLst/>
              <a:gdLst/>
              <a:ahLst/>
              <a:cxnLst/>
              <a:rect l="l" t="t" r="r" b="b"/>
              <a:pathLst>
                <a:path w="15767" h="15615" extrusionOk="0">
                  <a:moveTo>
                    <a:pt x="4852" y="0"/>
                  </a:moveTo>
                  <a:lnTo>
                    <a:pt x="5458" y="9399"/>
                  </a:lnTo>
                  <a:lnTo>
                    <a:pt x="1" y="9399"/>
                  </a:lnTo>
                  <a:lnTo>
                    <a:pt x="1" y="10611"/>
                  </a:lnTo>
                  <a:lnTo>
                    <a:pt x="1214" y="13340"/>
                  </a:lnTo>
                  <a:lnTo>
                    <a:pt x="3184" y="13340"/>
                  </a:lnTo>
                  <a:lnTo>
                    <a:pt x="3639" y="15159"/>
                  </a:lnTo>
                  <a:lnTo>
                    <a:pt x="6216" y="15614"/>
                  </a:lnTo>
                  <a:lnTo>
                    <a:pt x="6216" y="13037"/>
                  </a:lnTo>
                  <a:lnTo>
                    <a:pt x="15766" y="9247"/>
                  </a:lnTo>
                  <a:lnTo>
                    <a:pt x="15766" y="5912"/>
                  </a:lnTo>
                  <a:lnTo>
                    <a:pt x="773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4" name="Google Shape;211;p7">
              <a:extLst>
                <a:ext uri="{FF2B5EF4-FFF2-40B4-BE49-F238E27FC236}">
                  <a16:creationId xmlns:a16="http://schemas.microsoft.com/office/drawing/2014/main" id="{A845800B-3764-691B-BDE5-F2B6A09BE9AC}"/>
                </a:ext>
              </a:extLst>
            </p:cNvPr>
            <p:cNvSpPr/>
            <p:nvPr/>
          </p:nvSpPr>
          <p:spPr>
            <a:xfrm>
              <a:off x="3863915" y="20653630"/>
              <a:ext cx="222598" cy="164131"/>
            </a:xfrm>
            <a:custGeom>
              <a:avLst/>
              <a:gdLst/>
              <a:ahLst/>
              <a:cxnLst/>
              <a:rect l="l" t="t" r="r" b="b"/>
              <a:pathLst>
                <a:path w="11219" h="10006" extrusionOk="0">
                  <a:moveTo>
                    <a:pt x="10460" y="0"/>
                  </a:moveTo>
                  <a:lnTo>
                    <a:pt x="7277" y="455"/>
                  </a:lnTo>
                  <a:lnTo>
                    <a:pt x="6670" y="3032"/>
                  </a:lnTo>
                  <a:lnTo>
                    <a:pt x="8641" y="3942"/>
                  </a:lnTo>
                  <a:lnTo>
                    <a:pt x="7883" y="5306"/>
                  </a:lnTo>
                  <a:lnTo>
                    <a:pt x="2123" y="2426"/>
                  </a:lnTo>
                  <a:lnTo>
                    <a:pt x="2274" y="5306"/>
                  </a:lnTo>
                  <a:lnTo>
                    <a:pt x="0" y="5306"/>
                  </a:lnTo>
                  <a:lnTo>
                    <a:pt x="0" y="7731"/>
                  </a:lnTo>
                  <a:lnTo>
                    <a:pt x="1820" y="10005"/>
                  </a:lnTo>
                  <a:lnTo>
                    <a:pt x="5306" y="10005"/>
                  </a:lnTo>
                  <a:lnTo>
                    <a:pt x="11218" y="5912"/>
                  </a:lnTo>
                  <a:lnTo>
                    <a:pt x="11218" y="1061"/>
                  </a:lnTo>
                  <a:lnTo>
                    <a:pt x="1046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5" name="Google Shape;212;p7">
              <a:extLst>
                <a:ext uri="{FF2B5EF4-FFF2-40B4-BE49-F238E27FC236}">
                  <a16:creationId xmlns:a16="http://schemas.microsoft.com/office/drawing/2014/main" id="{D78F08E6-3B05-0C6A-F274-7106D899E5BB}"/>
                </a:ext>
              </a:extLst>
            </p:cNvPr>
            <p:cNvSpPr/>
            <p:nvPr/>
          </p:nvSpPr>
          <p:spPr>
            <a:xfrm>
              <a:off x="3836852" y="20835148"/>
              <a:ext cx="162440" cy="139264"/>
            </a:xfrm>
            <a:custGeom>
              <a:avLst/>
              <a:gdLst/>
              <a:ahLst/>
              <a:cxnLst/>
              <a:rect l="l" t="t" r="r" b="b"/>
              <a:pathLst>
                <a:path w="8187" h="8490" extrusionOk="0">
                  <a:moveTo>
                    <a:pt x="0" y="0"/>
                  </a:moveTo>
                  <a:lnTo>
                    <a:pt x="0" y="6670"/>
                  </a:lnTo>
                  <a:lnTo>
                    <a:pt x="1668" y="8490"/>
                  </a:lnTo>
                  <a:lnTo>
                    <a:pt x="8186" y="4093"/>
                  </a:lnTo>
                  <a:lnTo>
                    <a:pt x="530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6" name="Google Shape;213;p7">
              <a:extLst>
                <a:ext uri="{FF2B5EF4-FFF2-40B4-BE49-F238E27FC236}">
                  <a16:creationId xmlns:a16="http://schemas.microsoft.com/office/drawing/2014/main" id="{242C4A55-AF8C-733B-39DC-A5D4A0C04DFC}"/>
                </a:ext>
              </a:extLst>
            </p:cNvPr>
            <p:cNvSpPr/>
            <p:nvPr/>
          </p:nvSpPr>
          <p:spPr>
            <a:xfrm>
              <a:off x="3343580" y="20255769"/>
              <a:ext cx="162440" cy="84559"/>
            </a:xfrm>
            <a:custGeom>
              <a:avLst/>
              <a:gdLst/>
              <a:ahLst/>
              <a:cxnLst/>
              <a:rect l="l" t="t" r="r" b="b"/>
              <a:pathLst>
                <a:path w="8187" h="5155" extrusionOk="0">
                  <a:moveTo>
                    <a:pt x="5306" y="1"/>
                  </a:moveTo>
                  <a:lnTo>
                    <a:pt x="0" y="2123"/>
                  </a:lnTo>
                  <a:lnTo>
                    <a:pt x="0" y="4700"/>
                  </a:lnTo>
                  <a:lnTo>
                    <a:pt x="2426" y="5155"/>
                  </a:lnTo>
                  <a:lnTo>
                    <a:pt x="2426" y="3790"/>
                  </a:lnTo>
                  <a:lnTo>
                    <a:pt x="5154" y="3790"/>
                  </a:lnTo>
                  <a:lnTo>
                    <a:pt x="8186" y="2729"/>
                  </a:lnTo>
                  <a:lnTo>
                    <a:pt x="530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7" name="Google Shape;214;p7">
              <a:extLst>
                <a:ext uri="{FF2B5EF4-FFF2-40B4-BE49-F238E27FC236}">
                  <a16:creationId xmlns:a16="http://schemas.microsoft.com/office/drawing/2014/main" id="{3057E01D-7DA8-01A1-864F-3DB3DB53D0B7}"/>
                </a:ext>
              </a:extLst>
            </p:cNvPr>
            <p:cNvSpPr/>
            <p:nvPr/>
          </p:nvSpPr>
          <p:spPr>
            <a:xfrm>
              <a:off x="4086494" y="20671034"/>
              <a:ext cx="51151" cy="134293"/>
            </a:xfrm>
            <a:custGeom>
              <a:avLst/>
              <a:gdLst/>
              <a:ahLst/>
              <a:cxnLst/>
              <a:rect l="l" t="t" r="r" b="b"/>
              <a:pathLst>
                <a:path w="2578" h="8187" extrusionOk="0">
                  <a:moveTo>
                    <a:pt x="0" y="0"/>
                  </a:moveTo>
                  <a:lnTo>
                    <a:pt x="0" y="4851"/>
                  </a:lnTo>
                  <a:lnTo>
                    <a:pt x="1365" y="5912"/>
                  </a:lnTo>
                  <a:lnTo>
                    <a:pt x="1365" y="8186"/>
                  </a:lnTo>
                  <a:lnTo>
                    <a:pt x="2577" y="7125"/>
                  </a:lnTo>
                  <a:lnTo>
                    <a:pt x="2577" y="5155"/>
                  </a:lnTo>
                  <a:lnTo>
                    <a:pt x="1213" y="4245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8" name="Google Shape;215;p7">
              <a:extLst>
                <a:ext uri="{FF2B5EF4-FFF2-40B4-BE49-F238E27FC236}">
                  <a16:creationId xmlns:a16="http://schemas.microsoft.com/office/drawing/2014/main" id="{F6B7E6E8-7B9B-7FEF-481E-565B1BBB82F2}"/>
                </a:ext>
              </a:extLst>
            </p:cNvPr>
            <p:cNvSpPr/>
            <p:nvPr/>
          </p:nvSpPr>
          <p:spPr>
            <a:xfrm>
              <a:off x="4086494" y="20253292"/>
              <a:ext cx="288749" cy="181535"/>
            </a:xfrm>
            <a:custGeom>
              <a:avLst/>
              <a:gdLst/>
              <a:ahLst/>
              <a:cxnLst/>
              <a:rect l="l" t="t" r="r" b="b"/>
              <a:pathLst>
                <a:path w="14553" h="11067" extrusionOk="0">
                  <a:moveTo>
                    <a:pt x="2880" y="0"/>
                  </a:moveTo>
                  <a:lnTo>
                    <a:pt x="0" y="6973"/>
                  </a:lnTo>
                  <a:lnTo>
                    <a:pt x="3942" y="11066"/>
                  </a:lnTo>
                  <a:lnTo>
                    <a:pt x="9702" y="11066"/>
                  </a:lnTo>
                  <a:lnTo>
                    <a:pt x="14553" y="7125"/>
                  </a:lnTo>
                  <a:lnTo>
                    <a:pt x="10157" y="5609"/>
                  </a:lnTo>
                  <a:lnTo>
                    <a:pt x="8035" y="3184"/>
                  </a:lnTo>
                  <a:lnTo>
                    <a:pt x="8641" y="2729"/>
                  </a:lnTo>
                  <a:lnTo>
                    <a:pt x="697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9" name="Google Shape;216;p7">
              <a:extLst>
                <a:ext uri="{FF2B5EF4-FFF2-40B4-BE49-F238E27FC236}">
                  <a16:creationId xmlns:a16="http://schemas.microsoft.com/office/drawing/2014/main" id="{08B38516-DE95-EBF6-161F-E8C8AE46BBE5}"/>
                </a:ext>
              </a:extLst>
            </p:cNvPr>
            <p:cNvSpPr/>
            <p:nvPr/>
          </p:nvSpPr>
          <p:spPr>
            <a:xfrm>
              <a:off x="4023319" y="20429840"/>
              <a:ext cx="105297" cy="87036"/>
            </a:xfrm>
            <a:custGeom>
              <a:avLst/>
              <a:gdLst/>
              <a:ahLst/>
              <a:cxnLst/>
              <a:rect l="l" t="t" r="r" b="b"/>
              <a:pathLst>
                <a:path w="5307" h="5306" extrusionOk="0">
                  <a:moveTo>
                    <a:pt x="4700" y="0"/>
                  </a:moveTo>
                  <a:lnTo>
                    <a:pt x="1214" y="455"/>
                  </a:lnTo>
                  <a:lnTo>
                    <a:pt x="1" y="5306"/>
                  </a:lnTo>
                  <a:lnTo>
                    <a:pt x="2426" y="5306"/>
                  </a:lnTo>
                  <a:lnTo>
                    <a:pt x="3184" y="4093"/>
                  </a:lnTo>
                  <a:lnTo>
                    <a:pt x="5003" y="4093"/>
                  </a:lnTo>
                  <a:lnTo>
                    <a:pt x="5306" y="2122"/>
                  </a:lnTo>
                  <a:lnTo>
                    <a:pt x="470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0" name="Google Shape;217;p7">
              <a:extLst>
                <a:ext uri="{FF2B5EF4-FFF2-40B4-BE49-F238E27FC236}">
                  <a16:creationId xmlns:a16="http://schemas.microsoft.com/office/drawing/2014/main" id="{DBD80CAC-82FD-18DA-570E-E7B507AAC396}"/>
                </a:ext>
              </a:extLst>
            </p:cNvPr>
            <p:cNvSpPr/>
            <p:nvPr/>
          </p:nvSpPr>
          <p:spPr>
            <a:xfrm>
              <a:off x="3448837" y="20104088"/>
              <a:ext cx="309820" cy="196462"/>
            </a:xfrm>
            <a:custGeom>
              <a:avLst/>
              <a:gdLst/>
              <a:ahLst/>
              <a:cxnLst/>
              <a:rect l="l" t="t" r="r" b="b"/>
              <a:pathLst>
                <a:path w="15615" h="11977" extrusionOk="0">
                  <a:moveTo>
                    <a:pt x="10612" y="1"/>
                  </a:moveTo>
                  <a:lnTo>
                    <a:pt x="4245" y="4245"/>
                  </a:lnTo>
                  <a:lnTo>
                    <a:pt x="4245" y="7580"/>
                  </a:lnTo>
                  <a:lnTo>
                    <a:pt x="1" y="9248"/>
                  </a:lnTo>
                  <a:lnTo>
                    <a:pt x="2881" y="11976"/>
                  </a:lnTo>
                  <a:lnTo>
                    <a:pt x="3639" y="11673"/>
                  </a:lnTo>
                  <a:lnTo>
                    <a:pt x="3942" y="10309"/>
                  </a:lnTo>
                  <a:lnTo>
                    <a:pt x="13492" y="10309"/>
                  </a:lnTo>
                  <a:lnTo>
                    <a:pt x="15615" y="5913"/>
                  </a:lnTo>
                  <a:lnTo>
                    <a:pt x="1470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1" name="Google Shape;218;p7">
              <a:extLst>
                <a:ext uri="{FF2B5EF4-FFF2-40B4-BE49-F238E27FC236}">
                  <a16:creationId xmlns:a16="http://schemas.microsoft.com/office/drawing/2014/main" id="{0FE124B1-3F65-83D9-4CA9-10C4D009AA7B}"/>
                </a:ext>
              </a:extLst>
            </p:cNvPr>
            <p:cNvSpPr/>
            <p:nvPr/>
          </p:nvSpPr>
          <p:spPr>
            <a:xfrm>
              <a:off x="3133025" y="20014576"/>
              <a:ext cx="153412" cy="116890"/>
            </a:xfrm>
            <a:custGeom>
              <a:avLst/>
              <a:gdLst/>
              <a:ahLst/>
              <a:cxnLst/>
              <a:rect l="l" t="t" r="r" b="b"/>
              <a:pathLst>
                <a:path w="7732" h="7126" extrusionOk="0">
                  <a:moveTo>
                    <a:pt x="4397" y="0"/>
                  </a:moveTo>
                  <a:lnTo>
                    <a:pt x="1" y="5761"/>
                  </a:lnTo>
                  <a:lnTo>
                    <a:pt x="1" y="7125"/>
                  </a:lnTo>
                  <a:lnTo>
                    <a:pt x="3639" y="7125"/>
                  </a:lnTo>
                  <a:lnTo>
                    <a:pt x="4700" y="5458"/>
                  </a:lnTo>
                  <a:lnTo>
                    <a:pt x="4700" y="2123"/>
                  </a:lnTo>
                  <a:lnTo>
                    <a:pt x="7732" y="2123"/>
                  </a:lnTo>
                  <a:lnTo>
                    <a:pt x="773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2" name="Google Shape;219;p7">
              <a:extLst>
                <a:ext uri="{FF2B5EF4-FFF2-40B4-BE49-F238E27FC236}">
                  <a16:creationId xmlns:a16="http://schemas.microsoft.com/office/drawing/2014/main" id="{52596FB8-07C6-A0F9-4EC6-E430D867D2ED}"/>
                </a:ext>
              </a:extLst>
            </p:cNvPr>
            <p:cNvSpPr/>
            <p:nvPr/>
          </p:nvSpPr>
          <p:spPr>
            <a:xfrm>
              <a:off x="3123997" y="20196094"/>
              <a:ext cx="120337" cy="99486"/>
            </a:xfrm>
            <a:custGeom>
              <a:avLst/>
              <a:gdLst/>
              <a:ahLst/>
              <a:cxnLst/>
              <a:rect l="l" t="t" r="r" b="b"/>
              <a:pathLst>
                <a:path w="6065" h="6065" extrusionOk="0">
                  <a:moveTo>
                    <a:pt x="304" y="0"/>
                  </a:moveTo>
                  <a:lnTo>
                    <a:pt x="152" y="3790"/>
                  </a:lnTo>
                  <a:lnTo>
                    <a:pt x="3033" y="4700"/>
                  </a:lnTo>
                  <a:lnTo>
                    <a:pt x="152" y="4700"/>
                  </a:lnTo>
                  <a:lnTo>
                    <a:pt x="1" y="6064"/>
                  </a:lnTo>
                  <a:lnTo>
                    <a:pt x="6065" y="6064"/>
                  </a:lnTo>
                  <a:lnTo>
                    <a:pt x="4852" y="3335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3" name="Google Shape;220;p7">
              <a:extLst>
                <a:ext uri="{FF2B5EF4-FFF2-40B4-BE49-F238E27FC236}">
                  <a16:creationId xmlns:a16="http://schemas.microsoft.com/office/drawing/2014/main" id="{22F488CB-3AFB-46BC-87CB-C0B783E9C2D7}"/>
                </a:ext>
              </a:extLst>
            </p:cNvPr>
            <p:cNvSpPr/>
            <p:nvPr/>
          </p:nvSpPr>
          <p:spPr>
            <a:xfrm>
              <a:off x="3127013" y="20258262"/>
              <a:ext cx="57162" cy="14927"/>
            </a:xfrm>
            <a:custGeom>
              <a:avLst/>
              <a:gdLst/>
              <a:ahLst/>
              <a:cxnLst/>
              <a:rect l="l" t="t" r="r" b="b"/>
              <a:pathLst>
                <a:path w="2881" h="910" extrusionOk="0">
                  <a:moveTo>
                    <a:pt x="0" y="0"/>
                  </a:moveTo>
                  <a:lnTo>
                    <a:pt x="0" y="910"/>
                  </a:lnTo>
                  <a:lnTo>
                    <a:pt x="2881" y="9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4" name="Google Shape;221;p7">
              <a:extLst>
                <a:ext uri="{FF2B5EF4-FFF2-40B4-BE49-F238E27FC236}">
                  <a16:creationId xmlns:a16="http://schemas.microsoft.com/office/drawing/2014/main" id="{92D94C0A-06C6-CFCF-AD19-7D0A1A2300EE}"/>
                </a:ext>
              </a:extLst>
            </p:cNvPr>
            <p:cNvSpPr/>
            <p:nvPr/>
          </p:nvSpPr>
          <p:spPr>
            <a:xfrm>
              <a:off x="3716535" y="20104088"/>
              <a:ext cx="195515" cy="263600"/>
            </a:xfrm>
            <a:custGeom>
              <a:avLst/>
              <a:gdLst/>
              <a:ahLst/>
              <a:cxnLst/>
              <a:rect l="l" t="t" r="r" b="b"/>
              <a:pathLst>
                <a:path w="9854" h="16070" extrusionOk="0">
                  <a:moveTo>
                    <a:pt x="1213" y="1"/>
                  </a:moveTo>
                  <a:lnTo>
                    <a:pt x="2123" y="5913"/>
                  </a:lnTo>
                  <a:lnTo>
                    <a:pt x="0" y="10309"/>
                  </a:lnTo>
                  <a:lnTo>
                    <a:pt x="1820" y="13947"/>
                  </a:lnTo>
                  <a:lnTo>
                    <a:pt x="304" y="13947"/>
                  </a:lnTo>
                  <a:lnTo>
                    <a:pt x="1062" y="16069"/>
                  </a:lnTo>
                  <a:lnTo>
                    <a:pt x="8186" y="12734"/>
                  </a:lnTo>
                  <a:lnTo>
                    <a:pt x="8186" y="9096"/>
                  </a:lnTo>
                  <a:lnTo>
                    <a:pt x="9702" y="7580"/>
                  </a:lnTo>
                  <a:lnTo>
                    <a:pt x="9854" y="3942"/>
                  </a:lnTo>
                  <a:lnTo>
                    <a:pt x="363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5" name="Google Shape;222;p7">
              <a:extLst>
                <a:ext uri="{FF2B5EF4-FFF2-40B4-BE49-F238E27FC236}">
                  <a16:creationId xmlns:a16="http://schemas.microsoft.com/office/drawing/2014/main" id="{3B7F331D-7FDA-B0E7-10DD-7083284B6E96}"/>
                </a:ext>
              </a:extLst>
            </p:cNvPr>
            <p:cNvSpPr/>
            <p:nvPr/>
          </p:nvSpPr>
          <p:spPr>
            <a:xfrm>
              <a:off x="3626297" y="19927540"/>
              <a:ext cx="297796" cy="243703"/>
            </a:xfrm>
            <a:custGeom>
              <a:avLst/>
              <a:gdLst/>
              <a:ahLst/>
              <a:cxnLst/>
              <a:rect l="l" t="t" r="r" b="b"/>
              <a:pathLst>
                <a:path w="15009" h="14857" extrusionOk="0">
                  <a:moveTo>
                    <a:pt x="2578" y="1"/>
                  </a:moveTo>
                  <a:lnTo>
                    <a:pt x="1" y="2729"/>
                  </a:lnTo>
                  <a:lnTo>
                    <a:pt x="1668" y="10764"/>
                  </a:lnTo>
                  <a:lnTo>
                    <a:pt x="8187" y="10764"/>
                  </a:lnTo>
                  <a:lnTo>
                    <a:pt x="14402" y="14857"/>
                  </a:lnTo>
                  <a:lnTo>
                    <a:pt x="15008" y="1213"/>
                  </a:lnTo>
                  <a:lnTo>
                    <a:pt x="11370" y="759"/>
                  </a:lnTo>
                  <a:lnTo>
                    <a:pt x="10006" y="2881"/>
                  </a:lnTo>
                  <a:lnTo>
                    <a:pt x="6671" y="2274"/>
                  </a:lnTo>
                  <a:lnTo>
                    <a:pt x="5458" y="759"/>
                  </a:lnTo>
                  <a:lnTo>
                    <a:pt x="257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6" name="Google Shape;223;p7">
              <a:extLst>
                <a:ext uri="{FF2B5EF4-FFF2-40B4-BE49-F238E27FC236}">
                  <a16:creationId xmlns:a16="http://schemas.microsoft.com/office/drawing/2014/main" id="{F0B3B1AD-B0B4-579A-9387-1FBC03CD3EA3}"/>
                </a:ext>
              </a:extLst>
            </p:cNvPr>
            <p:cNvSpPr/>
            <p:nvPr/>
          </p:nvSpPr>
          <p:spPr>
            <a:xfrm>
              <a:off x="3220247" y="19892732"/>
              <a:ext cx="213571" cy="121860"/>
            </a:xfrm>
            <a:custGeom>
              <a:avLst/>
              <a:gdLst/>
              <a:ahLst/>
              <a:cxnLst/>
              <a:rect l="l" t="t" r="r" b="b"/>
              <a:pathLst>
                <a:path w="10764" h="7429" extrusionOk="0">
                  <a:moveTo>
                    <a:pt x="10764" y="0"/>
                  </a:moveTo>
                  <a:lnTo>
                    <a:pt x="5307" y="607"/>
                  </a:lnTo>
                  <a:lnTo>
                    <a:pt x="1" y="7428"/>
                  </a:lnTo>
                  <a:lnTo>
                    <a:pt x="3336" y="7428"/>
                  </a:lnTo>
                  <a:lnTo>
                    <a:pt x="3336" y="6974"/>
                  </a:lnTo>
                  <a:lnTo>
                    <a:pt x="10764" y="2881"/>
                  </a:lnTo>
                  <a:lnTo>
                    <a:pt x="1076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7" name="Google Shape;224;p7">
              <a:extLst>
                <a:ext uri="{FF2B5EF4-FFF2-40B4-BE49-F238E27FC236}">
                  <a16:creationId xmlns:a16="http://schemas.microsoft.com/office/drawing/2014/main" id="{889CC123-CDA9-ED9F-BF68-70E9921C1CC3}"/>
                </a:ext>
              </a:extLst>
            </p:cNvPr>
            <p:cNvSpPr/>
            <p:nvPr/>
          </p:nvSpPr>
          <p:spPr>
            <a:xfrm>
              <a:off x="3286417" y="19862895"/>
              <a:ext cx="372995" cy="310842"/>
            </a:xfrm>
            <a:custGeom>
              <a:avLst/>
              <a:gdLst/>
              <a:ahLst/>
              <a:cxnLst/>
              <a:rect l="l" t="t" r="r" b="b"/>
              <a:pathLst>
                <a:path w="18799" h="18950" extrusionOk="0">
                  <a:moveTo>
                    <a:pt x="12280" y="0"/>
                  </a:moveTo>
                  <a:lnTo>
                    <a:pt x="7429" y="1819"/>
                  </a:lnTo>
                  <a:lnTo>
                    <a:pt x="7429" y="4700"/>
                  </a:lnTo>
                  <a:lnTo>
                    <a:pt x="1" y="8793"/>
                  </a:lnTo>
                  <a:lnTo>
                    <a:pt x="1" y="9854"/>
                  </a:lnTo>
                  <a:lnTo>
                    <a:pt x="12431" y="18949"/>
                  </a:lnTo>
                  <a:lnTo>
                    <a:pt x="18798" y="14705"/>
                  </a:lnTo>
                  <a:lnTo>
                    <a:pt x="15766" y="152"/>
                  </a:lnTo>
                  <a:lnTo>
                    <a:pt x="1228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8" name="Google Shape;225;p7">
              <a:extLst>
                <a:ext uri="{FF2B5EF4-FFF2-40B4-BE49-F238E27FC236}">
                  <a16:creationId xmlns:a16="http://schemas.microsoft.com/office/drawing/2014/main" id="{6C7B2034-812A-4EE4-2CFB-4F6D4721F8FA}"/>
                </a:ext>
              </a:extLst>
            </p:cNvPr>
            <p:cNvSpPr/>
            <p:nvPr/>
          </p:nvSpPr>
          <p:spPr>
            <a:xfrm>
              <a:off x="3599234" y="19865372"/>
              <a:ext cx="78214" cy="106949"/>
            </a:xfrm>
            <a:custGeom>
              <a:avLst/>
              <a:gdLst/>
              <a:ahLst/>
              <a:cxnLst/>
              <a:rect l="l" t="t" r="r" b="b"/>
              <a:pathLst>
                <a:path w="3942" h="6520" extrusionOk="0">
                  <a:moveTo>
                    <a:pt x="0" y="1"/>
                  </a:moveTo>
                  <a:lnTo>
                    <a:pt x="1365" y="6519"/>
                  </a:lnTo>
                  <a:lnTo>
                    <a:pt x="3942" y="3791"/>
                  </a:lnTo>
                  <a:lnTo>
                    <a:pt x="3032" y="3639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9" name="Google Shape;226;p7">
              <a:extLst>
                <a:ext uri="{FF2B5EF4-FFF2-40B4-BE49-F238E27FC236}">
                  <a16:creationId xmlns:a16="http://schemas.microsoft.com/office/drawing/2014/main" id="{C268E267-A8A1-037B-A160-3486AE9D015B}"/>
                </a:ext>
              </a:extLst>
            </p:cNvPr>
            <p:cNvSpPr/>
            <p:nvPr/>
          </p:nvSpPr>
          <p:spPr>
            <a:xfrm>
              <a:off x="3930086" y="20777950"/>
              <a:ext cx="156428" cy="124353"/>
            </a:xfrm>
            <a:custGeom>
              <a:avLst/>
              <a:gdLst/>
              <a:ahLst/>
              <a:cxnLst/>
              <a:rect l="l" t="t" r="r" b="b"/>
              <a:pathLst>
                <a:path w="7884" h="7581" extrusionOk="0">
                  <a:moveTo>
                    <a:pt x="5458" y="1"/>
                  </a:moveTo>
                  <a:lnTo>
                    <a:pt x="1971" y="2426"/>
                  </a:lnTo>
                  <a:lnTo>
                    <a:pt x="0" y="2426"/>
                  </a:lnTo>
                  <a:lnTo>
                    <a:pt x="3487" y="7580"/>
                  </a:lnTo>
                  <a:lnTo>
                    <a:pt x="6367" y="7580"/>
                  </a:lnTo>
                  <a:lnTo>
                    <a:pt x="7883" y="3942"/>
                  </a:lnTo>
                  <a:lnTo>
                    <a:pt x="7883" y="1668"/>
                  </a:lnTo>
                  <a:lnTo>
                    <a:pt x="545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0" name="Google Shape;227;p7">
              <a:extLst>
                <a:ext uri="{FF2B5EF4-FFF2-40B4-BE49-F238E27FC236}">
                  <a16:creationId xmlns:a16="http://schemas.microsoft.com/office/drawing/2014/main" id="{FB739398-4366-2B3D-8EDC-A83359608396}"/>
                </a:ext>
              </a:extLst>
            </p:cNvPr>
            <p:cNvSpPr/>
            <p:nvPr/>
          </p:nvSpPr>
          <p:spPr>
            <a:xfrm>
              <a:off x="3963161" y="21011697"/>
              <a:ext cx="45139" cy="32347"/>
            </a:xfrm>
            <a:custGeom>
              <a:avLst/>
              <a:gdLst/>
              <a:ahLst/>
              <a:cxnLst/>
              <a:rect l="l" t="t" r="r" b="b"/>
              <a:pathLst>
                <a:path w="2275" h="1972" extrusionOk="0">
                  <a:moveTo>
                    <a:pt x="1062" y="0"/>
                  </a:moveTo>
                  <a:lnTo>
                    <a:pt x="1" y="607"/>
                  </a:lnTo>
                  <a:lnTo>
                    <a:pt x="1" y="1971"/>
                  </a:lnTo>
                  <a:lnTo>
                    <a:pt x="1365" y="1971"/>
                  </a:lnTo>
                  <a:lnTo>
                    <a:pt x="2275" y="1062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1" name="Google Shape;228;p7">
              <a:extLst>
                <a:ext uri="{FF2B5EF4-FFF2-40B4-BE49-F238E27FC236}">
                  <a16:creationId xmlns:a16="http://schemas.microsoft.com/office/drawing/2014/main" id="{4BFFD5A1-AA1E-51B9-C7B9-B3F3B44BE081}"/>
                </a:ext>
              </a:extLst>
            </p:cNvPr>
            <p:cNvSpPr/>
            <p:nvPr/>
          </p:nvSpPr>
          <p:spPr>
            <a:xfrm>
              <a:off x="4035363" y="20961962"/>
              <a:ext cx="21071" cy="27377"/>
            </a:xfrm>
            <a:custGeom>
              <a:avLst/>
              <a:gdLst/>
              <a:ahLst/>
              <a:cxnLst/>
              <a:rect l="l" t="t" r="r" b="b"/>
              <a:pathLst>
                <a:path w="1062" h="1669" extrusionOk="0">
                  <a:moveTo>
                    <a:pt x="0" y="1"/>
                  </a:moveTo>
                  <a:lnTo>
                    <a:pt x="0" y="910"/>
                  </a:lnTo>
                  <a:lnTo>
                    <a:pt x="1061" y="1668"/>
                  </a:lnTo>
                  <a:lnTo>
                    <a:pt x="106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2" name="Google Shape;229;p7">
              <a:extLst>
                <a:ext uri="{FF2B5EF4-FFF2-40B4-BE49-F238E27FC236}">
                  <a16:creationId xmlns:a16="http://schemas.microsoft.com/office/drawing/2014/main" id="{B074EF55-EF91-44E1-D27E-87A44087515B}"/>
                </a:ext>
              </a:extLst>
            </p:cNvPr>
            <p:cNvSpPr/>
            <p:nvPr/>
          </p:nvSpPr>
          <p:spPr>
            <a:xfrm>
              <a:off x="3915046" y="19947437"/>
              <a:ext cx="222598" cy="169101"/>
            </a:xfrm>
            <a:custGeom>
              <a:avLst/>
              <a:gdLst/>
              <a:ahLst/>
              <a:cxnLst/>
              <a:rect l="l" t="t" r="r" b="b"/>
              <a:pathLst>
                <a:path w="11219" h="10309" extrusionOk="0">
                  <a:moveTo>
                    <a:pt x="455" y="0"/>
                  </a:moveTo>
                  <a:lnTo>
                    <a:pt x="0" y="10309"/>
                  </a:lnTo>
                  <a:lnTo>
                    <a:pt x="9399" y="10309"/>
                  </a:lnTo>
                  <a:lnTo>
                    <a:pt x="11218" y="9247"/>
                  </a:lnTo>
                  <a:lnTo>
                    <a:pt x="7277" y="2577"/>
                  </a:lnTo>
                  <a:lnTo>
                    <a:pt x="9399" y="4245"/>
                  </a:lnTo>
                  <a:lnTo>
                    <a:pt x="10006" y="2881"/>
                  </a:lnTo>
                  <a:lnTo>
                    <a:pt x="8944" y="1061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3" name="Google Shape;230;p7">
              <a:extLst>
                <a:ext uri="{FF2B5EF4-FFF2-40B4-BE49-F238E27FC236}">
                  <a16:creationId xmlns:a16="http://schemas.microsoft.com/office/drawing/2014/main" id="{9444C5C4-25FC-6EFA-3736-2D4AB2B36E1A}"/>
                </a:ext>
              </a:extLst>
            </p:cNvPr>
            <p:cNvSpPr/>
            <p:nvPr/>
          </p:nvSpPr>
          <p:spPr>
            <a:xfrm>
              <a:off x="3878955" y="20099118"/>
              <a:ext cx="309820" cy="338186"/>
            </a:xfrm>
            <a:custGeom>
              <a:avLst/>
              <a:gdLst/>
              <a:ahLst/>
              <a:cxnLst/>
              <a:rect l="l" t="t" r="r" b="b"/>
              <a:pathLst>
                <a:path w="15615" h="20617" extrusionOk="0">
                  <a:moveTo>
                    <a:pt x="13037" y="0"/>
                  </a:moveTo>
                  <a:lnTo>
                    <a:pt x="11218" y="1062"/>
                  </a:lnTo>
                  <a:lnTo>
                    <a:pt x="1819" y="1062"/>
                  </a:lnTo>
                  <a:lnTo>
                    <a:pt x="1516" y="7883"/>
                  </a:lnTo>
                  <a:lnTo>
                    <a:pt x="0" y="9399"/>
                  </a:lnTo>
                  <a:lnTo>
                    <a:pt x="0" y="13037"/>
                  </a:lnTo>
                  <a:lnTo>
                    <a:pt x="5458" y="19556"/>
                  </a:lnTo>
                  <a:lnTo>
                    <a:pt x="8490" y="20617"/>
                  </a:lnTo>
                  <a:lnTo>
                    <a:pt x="13795" y="19859"/>
                  </a:lnTo>
                  <a:lnTo>
                    <a:pt x="10460" y="16372"/>
                  </a:lnTo>
                  <a:lnTo>
                    <a:pt x="13340" y="9399"/>
                  </a:lnTo>
                  <a:lnTo>
                    <a:pt x="15614" y="4245"/>
                  </a:lnTo>
                  <a:lnTo>
                    <a:pt x="1303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4" name="Google Shape;231;p7">
              <a:extLst>
                <a:ext uri="{FF2B5EF4-FFF2-40B4-BE49-F238E27FC236}">
                  <a16:creationId xmlns:a16="http://schemas.microsoft.com/office/drawing/2014/main" id="{0290AC3A-E2F0-4688-D2F4-A6C4F689FDF1}"/>
                </a:ext>
              </a:extLst>
            </p:cNvPr>
            <p:cNvSpPr/>
            <p:nvPr/>
          </p:nvSpPr>
          <p:spPr>
            <a:xfrm>
              <a:off x="3698479" y="20419884"/>
              <a:ext cx="372995" cy="320782"/>
            </a:xfrm>
            <a:custGeom>
              <a:avLst/>
              <a:gdLst/>
              <a:ahLst/>
              <a:cxnLst/>
              <a:rect l="l" t="t" r="r" b="b"/>
              <a:pathLst>
                <a:path w="18799" h="19556" extrusionOk="0">
                  <a:moveTo>
                    <a:pt x="14554" y="1"/>
                  </a:moveTo>
                  <a:lnTo>
                    <a:pt x="6216" y="152"/>
                  </a:lnTo>
                  <a:lnTo>
                    <a:pt x="5458" y="5458"/>
                  </a:lnTo>
                  <a:lnTo>
                    <a:pt x="2730" y="10157"/>
                  </a:lnTo>
                  <a:lnTo>
                    <a:pt x="1" y="11522"/>
                  </a:lnTo>
                  <a:lnTo>
                    <a:pt x="607" y="12280"/>
                  </a:lnTo>
                  <a:lnTo>
                    <a:pt x="3791" y="12280"/>
                  </a:lnTo>
                  <a:lnTo>
                    <a:pt x="4245" y="14099"/>
                  </a:lnTo>
                  <a:lnTo>
                    <a:pt x="6368" y="13947"/>
                  </a:lnTo>
                  <a:lnTo>
                    <a:pt x="6671" y="12583"/>
                  </a:lnTo>
                  <a:lnTo>
                    <a:pt x="8642" y="12583"/>
                  </a:lnTo>
                  <a:lnTo>
                    <a:pt x="8642" y="15766"/>
                  </a:lnTo>
                  <a:lnTo>
                    <a:pt x="16221" y="19556"/>
                  </a:lnTo>
                  <a:lnTo>
                    <a:pt x="16979" y="18192"/>
                  </a:lnTo>
                  <a:lnTo>
                    <a:pt x="15008" y="17282"/>
                  </a:lnTo>
                  <a:lnTo>
                    <a:pt x="15615" y="14705"/>
                  </a:lnTo>
                  <a:lnTo>
                    <a:pt x="18798" y="14250"/>
                  </a:lnTo>
                  <a:lnTo>
                    <a:pt x="15615" y="9703"/>
                  </a:lnTo>
                  <a:lnTo>
                    <a:pt x="17586" y="1062"/>
                  </a:lnTo>
                  <a:lnTo>
                    <a:pt x="1455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5" name="Google Shape;232;p7">
              <a:extLst>
                <a:ext uri="{FF2B5EF4-FFF2-40B4-BE49-F238E27FC236}">
                  <a16:creationId xmlns:a16="http://schemas.microsoft.com/office/drawing/2014/main" id="{6C472390-F650-9EAD-99E7-4E81AE35C6F0}"/>
                </a:ext>
              </a:extLst>
            </p:cNvPr>
            <p:cNvSpPr/>
            <p:nvPr/>
          </p:nvSpPr>
          <p:spPr>
            <a:xfrm>
              <a:off x="3725563" y="20312967"/>
              <a:ext cx="261685" cy="139264"/>
            </a:xfrm>
            <a:custGeom>
              <a:avLst/>
              <a:gdLst/>
              <a:ahLst/>
              <a:cxnLst/>
              <a:rect l="l" t="t" r="r" b="b"/>
              <a:pathLst>
                <a:path w="13189" h="8490" extrusionOk="0">
                  <a:moveTo>
                    <a:pt x="7731" y="0"/>
                  </a:moveTo>
                  <a:lnTo>
                    <a:pt x="607" y="3335"/>
                  </a:lnTo>
                  <a:lnTo>
                    <a:pt x="0" y="5912"/>
                  </a:lnTo>
                  <a:lnTo>
                    <a:pt x="1819" y="8489"/>
                  </a:lnTo>
                  <a:lnTo>
                    <a:pt x="4548" y="8489"/>
                  </a:lnTo>
                  <a:lnTo>
                    <a:pt x="4851" y="6670"/>
                  </a:lnTo>
                  <a:lnTo>
                    <a:pt x="13189" y="6519"/>
                  </a:lnTo>
                  <a:lnTo>
                    <a:pt x="773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6" name="Google Shape;233;p7">
              <a:extLst>
                <a:ext uri="{FF2B5EF4-FFF2-40B4-BE49-F238E27FC236}">
                  <a16:creationId xmlns:a16="http://schemas.microsoft.com/office/drawing/2014/main" id="{4A583F28-2959-4A69-BC38-63A114FB1713}"/>
                </a:ext>
              </a:extLst>
            </p:cNvPr>
            <p:cNvSpPr/>
            <p:nvPr/>
          </p:nvSpPr>
          <p:spPr>
            <a:xfrm>
              <a:off x="3469889" y="20295563"/>
              <a:ext cx="51151" cy="101963"/>
            </a:xfrm>
            <a:custGeom>
              <a:avLst/>
              <a:gdLst/>
              <a:ahLst/>
              <a:cxnLst/>
              <a:rect l="l" t="t" r="r" b="b"/>
              <a:pathLst>
                <a:path w="2578" h="6216" extrusionOk="0">
                  <a:moveTo>
                    <a:pt x="2578" y="0"/>
                  </a:moveTo>
                  <a:lnTo>
                    <a:pt x="1" y="910"/>
                  </a:lnTo>
                  <a:lnTo>
                    <a:pt x="910" y="6215"/>
                  </a:lnTo>
                  <a:lnTo>
                    <a:pt x="1365" y="6064"/>
                  </a:lnTo>
                  <a:lnTo>
                    <a:pt x="257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7" name="Google Shape;234;p7">
              <a:extLst>
                <a:ext uri="{FF2B5EF4-FFF2-40B4-BE49-F238E27FC236}">
                  <a16:creationId xmlns:a16="http://schemas.microsoft.com/office/drawing/2014/main" id="{EDFA0D23-1F85-4A15-1202-1F4E85FBD7BF}"/>
                </a:ext>
              </a:extLst>
            </p:cNvPr>
            <p:cNvSpPr/>
            <p:nvPr/>
          </p:nvSpPr>
          <p:spPr>
            <a:xfrm>
              <a:off x="3445841" y="20310474"/>
              <a:ext cx="42123" cy="92022"/>
            </a:xfrm>
            <a:custGeom>
              <a:avLst/>
              <a:gdLst/>
              <a:ahLst/>
              <a:cxnLst/>
              <a:rect l="l" t="t" r="r" b="b"/>
              <a:pathLst>
                <a:path w="2123" h="5610" extrusionOk="0">
                  <a:moveTo>
                    <a:pt x="1213" y="1"/>
                  </a:moveTo>
                  <a:lnTo>
                    <a:pt x="0" y="455"/>
                  </a:lnTo>
                  <a:lnTo>
                    <a:pt x="758" y="5610"/>
                  </a:lnTo>
                  <a:lnTo>
                    <a:pt x="2122" y="5306"/>
                  </a:lnTo>
                  <a:lnTo>
                    <a:pt x="12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8" name="Google Shape;235;p7">
              <a:extLst>
                <a:ext uri="{FF2B5EF4-FFF2-40B4-BE49-F238E27FC236}">
                  <a16:creationId xmlns:a16="http://schemas.microsoft.com/office/drawing/2014/main" id="{81CB4DD7-2AD4-0C4B-4314-A028BB72BF24}"/>
                </a:ext>
              </a:extLst>
            </p:cNvPr>
            <p:cNvSpPr/>
            <p:nvPr/>
          </p:nvSpPr>
          <p:spPr>
            <a:xfrm>
              <a:off x="3123997" y="20295563"/>
              <a:ext cx="57182" cy="24884"/>
            </a:xfrm>
            <a:custGeom>
              <a:avLst/>
              <a:gdLst/>
              <a:ahLst/>
              <a:cxnLst/>
              <a:rect l="l" t="t" r="r" b="b"/>
              <a:pathLst>
                <a:path w="2882" h="1517" extrusionOk="0">
                  <a:moveTo>
                    <a:pt x="1" y="0"/>
                  </a:moveTo>
                  <a:lnTo>
                    <a:pt x="1365" y="1516"/>
                  </a:lnTo>
                  <a:lnTo>
                    <a:pt x="288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9" name="Google Shape;236;p7">
              <a:extLst>
                <a:ext uri="{FF2B5EF4-FFF2-40B4-BE49-F238E27FC236}">
                  <a16:creationId xmlns:a16="http://schemas.microsoft.com/office/drawing/2014/main" id="{1388C729-466D-9E79-0DE7-10050BD0C025}"/>
                </a:ext>
              </a:extLst>
            </p:cNvPr>
            <p:cNvSpPr/>
            <p:nvPr/>
          </p:nvSpPr>
          <p:spPr>
            <a:xfrm>
              <a:off x="898272" y="19308383"/>
              <a:ext cx="613589" cy="233746"/>
            </a:xfrm>
            <a:custGeom>
              <a:avLst/>
              <a:gdLst/>
              <a:ahLst/>
              <a:cxnLst/>
              <a:rect l="l" t="t" r="r" b="b"/>
              <a:pathLst>
                <a:path w="30925" h="14250" extrusionOk="0">
                  <a:moveTo>
                    <a:pt x="17130" y="0"/>
                  </a:moveTo>
                  <a:lnTo>
                    <a:pt x="12431" y="1971"/>
                  </a:lnTo>
                  <a:lnTo>
                    <a:pt x="12431" y="4093"/>
                  </a:lnTo>
                  <a:lnTo>
                    <a:pt x="7125" y="3942"/>
                  </a:lnTo>
                  <a:lnTo>
                    <a:pt x="6215" y="5306"/>
                  </a:lnTo>
                  <a:lnTo>
                    <a:pt x="6215" y="5306"/>
                  </a:lnTo>
                  <a:lnTo>
                    <a:pt x="10612" y="5154"/>
                  </a:lnTo>
                  <a:lnTo>
                    <a:pt x="10612" y="5154"/>
                  </a:lnTo>
                  <a:lnTo>
                    <a:pt x="4851" y="7428"/>
                  </a:lnTo>
                  <a:lnTo>
                    <a:pt x="2122" y="11067"/>
                  </a:lnTo>
                  <a:lnTo>
                    <a:pt x="4548" y="11067"/>
                  </a:lnTo>
                  <a:lnTo>
                    <a:pt x="0" y="14098"/>
                  </a:lnTo>
                  <a:lnTo>
                    <a:pt x="1668" y="14250"/>
                  </a:lnTo>
                  <a:lnTo>
                    <a:pt x="10308" y="10005"/>
                  </a:lnTo>
                  <a:lnTo>
                    <a:pt x="20465" y="9702"/>
                  </a:lnTo>
                  <a:lnTo>
                    <a:pt x="23497" y="12734"/>
                  </a:lnTo>
                  <a:lnTo>
                    <a:pt x="24558" y="11521"/>
                  </a:lnTo>
                  <a:lnTo>
                    <a:pt x="23648" y="10460"/>
                  </a:lnTo>
                  <a:lnTo>
                    <a:pt x="22436" y="10460"/>
                  </a:lnTo>
                  <a:lnTo>
                    <a:pt x="21375" y="9247"/>
                  </a:lnTo>
                  <a:lnTo>
                    <a:pt x="30925" y="910"/>
                  </a:lnTo>
                  <a:lnTo>
                    <a:pt x="28651" y="0"/>
                  </a:lnTo>
                  <a:close/>
                </a:path>
              </a:pathLst>
            </a:custGeom>
            <a:solidFill>
              <a:srgbClr val="1DB954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10" name="Google Shape;237;p7">
              <a:extLst>
                <a:ext uri="{FF2B5EF4-FFF2-40B4-BE49-F238E27FC236}">
                  <a16:creationId xmlns:a16="http://schemas.microsoft.com/office/drawing/2014/main" id="{D0536F42-2070-9AB8-6B71-1466D8BA3CFE}"/>
                </a:ext>
              </a:extLst>
            </p:cNvPr>
            <p:cNvSpPr/>
            <p:nvPr/>
          </p:nvSpPr>
          <p:spPr>
            <a:xfrm>
              <a:off x="1316346" y="19619208"/>
              <a:ext cx="45139" cy="34824"/>
            </a:xfrm>
            <a:custGeom>
              <a:avLst/>
              <a:gdLst/>
              <a:ahLst/>
              <a:cxnLst/>
              <a:rect l="l" t="t" r="r" b="b"/>
              <a:pathLst>
                <a:path w="2275" h="2123" extrusionOk="0">
                  <a:moveTo>
                    <a:pt x="758" y="0"/>
                  </a:moveTo>
                  <a:lnTo>
                    <a:pt x="0" y="607"/>
                  </a:lnTo>
                  <a:lnTo>
                    <a:pt x="1062" y="2123"/>
                  </a:lnTo>
                  <a:lnTo>
                    <a:pt x="2274" y="2123"/>
                  </a:lnTo>
                  <a:lnTo>
                    <a:pt x="2274" y="1365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11" name="Google Shape;238;p7">
              <a:extLst>
                <a:ext uri="{FF2B5EF4-FFF2-40B4-BE49-F238E27FC236}">
                  <a16:creationId xmlns:a16="http://schemas.microsoft.com/office/drawing/2014/main" id="{D04A9B80-D53A-1917-E766-94CBCE9CCB6C}"/>
                </a:ext>
              </a:extLst>
            </p:cNvPr>
            <p:cNvSpPr/>
            <p:nvPr/>
          </p:nvSpPr>
          <p:spPr>
            <a:xfrm>
              <a:off x="2459298" y="19616715"/>
              <a:ext cx="114305" cy="57215"/>
            </a:xfrm>
            <a:custGeom>
              <a:avLst/>
              <a:gdLst/>
              <a:ahLst/>
              <a:cxnLst/>
              <a:rect l="l" t="t" r="r" b="b"/>
              <a:pathLst>
                <a:path w="5761" h="3488" extrusionOk="0">
                  <a:moveTo>
                    <a:pt x="3487" y="1"/>
                  </a:moveTo>
                  <a:lnTo>
                    <a:pt x="0" y="3487"/>
                  </a:lnTo>
                  <a:lnTo>
                    <a:pt x="5761" y="3487"/>
                  </a:lnTo>
                  <a:lnTo>
                    <a:pt x="4548" y="1668"/>
                  </a:lnTo>
                  <a:lnTo>
                    <a:pt x="3487" y="1365"/>
                  </a:lnTo>
                  <a:lnTo>
                    <a:pt x="348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12" name="Google Shape;239;p7">
              <a:extLst>
                <a:ext uri="{FF2B5EF4-FFF2-40B4-BE49-F238E27FC236}">
                  <a16:creationId xmlns:a16="http://schemas.microsoft.com/office/drawing/2014/main" id="{1DBD48E1-496F-680D-D697-F21884BDC5C5}"/>
                </a:ext>
              </a:extLst>
            </p:cNvPr>
            <p:cNvSpPr/>
            <p:nvPr/>
          </p:nvSpPr>
          <p:spPr>
            <a:xfrm>
              <a:off x="2266798" y="19266112"/>
              <a:ext cx="312816" cy="174071"/>
            </a:xfrm>
            <a:custGeom>
              <a:avLst/>
              <a:gdLst/>
              <a:ahLst/>
              <a:cxnLst/>
              <a:rect l="l" t="t" r="r" b="b"/>
              <a:pathLst>
                <a:path w="15766" h="10612" extrusionOk="0">
                  <a:moveTo>
                    <a:pt x="2881" y="0"/>
                  </a:moveTo>
                  <a:lnTo>
                    <a:pt x="0" y="3032"/>
                  </a:lnTo>
                  <a:lnTo>
                    <a:pt x="6822" y="2577"/>
                  </a:lnTo>
                  <a:lnTo>
                    <a:pt x="11067" y="6367"/>
                  </a:lnTo>
                  <a:lnTo>
                    <a:pt x="8338" y="6367"/>
                  </a:lnTo>
                  <a:lnTo>
                    <a:pt x="6822" y="7428"/>
                  </a:lnTo>
                  <a:lnTo>
                    <a:pt x="3639" y="7428"/>
                  </a:lnTo>
                  <a:lnTo>
                    <a:pt x="3639" y="8338"/>
                  </a:lnTo>
                  <a:lnTo>
                    <a:pt x="6822" y="8338"/>
                  </a:lnTo>
                  <a:lnTo>
                    <a:pt x="9702" y="10612"/>
                  </a:lnTo>
                  <a:lnTo>
                    <a:pt x="10460" y="10309"/>
                  </a:lnTo>
                  <a:lnTo>
                    <a:pt x="9702" y="8944"/>
                  </a:lnTo>
                  <a:lnTo>
                    <a:pt x="11673" y="9854"/>
                  </a:lnTo>
                  <a:lnTo>
                    <a:pt x="12279" y="9551"/>
                  </a:lnTo>
                  <a:lnTo>
                    <a:pt x="12279" y="6670"/>
                  </a:lnTo>
                  <a:lnTo>
                    <a:pt x="14402" y="7428"/>
                  </a:lnTo>
                  <a:lnTo>
                    <a:pt x="15766" y="6670"/>
                  </a:lnTo>
                  <a:lnTo>
                    <a:pt x="15008" y="5306"/>
                  </a:lnTo>
                  <a:lnTo>
                    <a:pt x="13795" y="4851"/>
                  </a:lnTo>
                  <a:lnTo>
                    <a:pt x="13644" y="2881"/>
                  </a:lnTo>
                  <a:lnTo>
                    <a:pt x="6670" y="0"/>
                  </a:lnTo>
                  <a:lnTo>
                    <a:pt x="5609" y="0"/>
                  </a:lnTo>
                  <a:lnTo>
                    <a:pt x="3184" y="1971"/>
                  </a:lnTo>
                  <a:lnTo>
                    <a:pt x="3184" y="1971"/>
                  </a:lnTo>
                  <a:lnTo>
                    <a:pt x="409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13" name="Google Shape;240;p7">
              <a:extLst>
                <a:ext uri="{FF2B5EF4-FFF2-40B4-BE49-F238E27FC236}">
                  <a16:creationId xmlns:a16="http://schemas.microsoft.com/office/drawing/2014/main" id="{F12EFE48-EE5E-0637-4DEF-6A90FBD935E4}"/>
                </a:ext>
              </a:extLst>
            </p:cNvPr>
            <p:cNvSpPr/>
            <p:nvPr/>
          </p:nvSpPr>
          <p:spPr>
            <a:xfrm>
              <a:off x="1322358" y="19295949"/>
              <a:ext cx="1242217" cy="447596"/>
            </a:xfrm>
            <a:custGeom>
              <a:avLst/>
              <a:gdLst/>
              <a:ahLst/>
              <a:cxnLst/>
              <a:rect l="l" t="t" r="r" b="b"/>
              <a:pathLst>
                <a:path w="62608" h="27287" extrusionOk="0">
                  <a:moveTo>
                    <a:pt x="44720" y="0"/>
                  </a:moveTo>
                  <a:lnTo>
                    <a:pt x="42295" y="1062"/>
                  </a:lnTo>
                  <a:lnTo>
                    <a:pt x="42901" y="2426"/>
                  </a:lnTo>
                  <a:lnTo>
                    <a:pt x="39566" y="3942"/>
                  </a:lnTo>
                  <a:lnTo>
                    <a:pt x="33957" y="2881"/>
                  </a:lnTo>
                  <a:lnTo>
                    <a:pt x="30925" y="4245"/>
                  </a:lnTo>
                  <a:lnTo>
                    <a:pt x="23497" y="1365"/>
                  </a:lnTo>
                  <a:lnTo>
                    <a:pt x="9551" y="1668"/>
                  </a:lnTo>
                  <a:lnTo>
                    <a:pt x="1" y="10005"/>
                  </a:lnTo>
                  <a:lnTo>
                    <a:pt x="1062" y="11218"/>
                  </a:lnTo>
                  <a:lnTo>
                    <a:pt x="2274" y="11218"/>
                  </a:lnTo>
                  <a:lnTo>
                    <a:pt x="3184" y="12279"/>
                  </a:lnTo>
                  <a:lnTo>
                    <a:pt x="2123" y="13492"/>
                  </a:lnTo>
                  <a:lnTo>
                    <a:pt x="910" y="18798"/>
                  </a:lnTo>
                  <a:lnTo>
                    <a:pt x="3032" y="20768"/>
                  </a:lnTo>
                  <a:lnTo>
                    <a:pt x="3032" y="21830"/>
                  </a:lnTo>
                  <a:lnTo>
                    <a:pt x="26529" y="21830"/>
                  </a:lnTo>
                  <a:lnTo>
                    <a:pt x="29258" y="23042"/>
                  </a:lnTo>
                  <a:lnTo>
                    <a:pt x="33957" y="22133"/>
                  </a:lnTo>
                  <a:lnTo>
                    <a:pt x="34563" y="24103"/>
                  </a:lnTo>
                  <a:lnTo>
                    <a:pt x="35473" y="24861"/>
                  </a:lnTo>
                  <a:lnTo>
                    <a:pt x="37141" y="24710"/>
                  </a:lnTo>
                  <a:lnTo>
                    <a:pt x="37747" y="26529"/>
                  </a:lnTo>
                  <a:lnTo>
                    <a:pt x="39718" y="26529"/>
                  </a:lnTo>
                  <a:lnTo>
                    <a:pt x="41082" y="25619"/>
                  </a:lnTo>
                  <a:lnTo>
                    <a:pt x="45630" y="25619"/>
                  </a:lnTo>
                  <a:lnTo>
                    <a:pt x="47600" y="23952"/>
                  </a:lnTo>
                  <a:lnTo>
                    <a:pt x="49419" y="23952"/>
                  </a:lnTo>
                  <a:lnTo>
                    <a:pt x="48661" y="25923"/>
                  </a:lnTo>
                  <a:lnTo>
                    <a:pt x="48661" y="25923"/>
                  </a:lnTo>
                  <a:lnTo>
                    <a:pt x="51845" y="25468"/>
                  </a:lnTo>
                  <a:lnTo>
                    <a:pt x="49874" y="26377"/>
                  </a:lnTo>
                  <a:lnTo>
                    <a:pt x="50026" y="27287"/>
                  </a:lnTo>
                  <a:lnTo>
                    <a:pt x="55635" y="25316"/>
                  </a:lnTo>
                  <a:lnTo>
                    <a:pt x="52906" y="25165"/>
                  </a:lnTo>
                  <a:lnTo>
                    <a:pt x="51542" y="23952"/>
                  </a:lnTo>
                  <a:lnTo>
                    <a:pt x="52906" y="21981"/>
                  </a:lnTo>
                  <a:lnTo>
                    <a:pt x="52300" y="21526"/>
                  </a:lnTo>
                  <a:lnTo>
                    <a:pt x="48358" y="23194"/>
                  </a:lnTo>
                  <a:lnTo>
                    <a:pt x="48358" y="22284"/>
                  </a:lnTo>
                  <a:lnTo>
                    <a:pt x="51996" y="20465"/>
                  </a:lnTo>
                  <a:lnTo>
                    <a:pt x="58060" y="20162"/>
                  </a:lnTo>
                  <a:lnTo>
                    <a:pt x="62608" y="17737"/>
                  </a:lnTo>
                  <a:lnTo>
                    <a:pt x="62608" y="16675"/>
                  </a:lnTo>
                  <a:lnTo>
                    <a:pt x="59273" y="16069"/>
                  </a:lnTo>
                  <a:lnTo>
                    <a:pt x="58970" y="10612"/>
                  </a:lnTo>
                  <a:lnTo>
                    <a:pt x="54574" y="12431"/>
                  </a:lnTo>
                  <a:lnTo>
                    <a:pt x="54725" y="9854"/>
                  </a:lnTo>
                  <a:lnTo>
                    <a:pt x="52603" y="8035"/>
                  </a:lnTo>
                  <a:lnTo>
                    <a:pt x="49723" y="8035"/>
                  </a:lnTo>
                  <a:lnTo>
                    <a:pt x="42143" y="19253"/>
                  </a:lnTo>
                  <a:lnTo>
                    <a:pt x="40172" y="19253"/>
                  </a:lnTo>
                  <a:lnTo>
                    <a:pt x="40324" y="15614"/>
                  </a:lnTo>
                  <a:lnTo>
                    <a:pt x="33654" y="11976"/>
                  </a:lnTo>
                  <a:lnTo>
                    <a:pt x="40324" y="7125"/>
                  </a:lnTo>
                  <a:lnTo>
                    <a:pt x="43962" y="6367"/>
                  </a:lnTo>
                  <a:lnTo>
                    <a:pt x="43204" y="5306"/>
                  </a:lnTo>
                  <a:lnTo>
                    <a:pt x="48965" y="4548"/>
                  </a:lnTo>
                  <a:lnTo>
                    <a:pt x="51390" y="2123"/>
                  </a:lnTo>
                  <a:lnTo>
                    <a:pt x="49116" y="1971"/>
                  </a:lnTo>
                  <a:lnTo>
                    <a:pt x="46084" y="3942"/>
                  </a:lnTo>
                  <a:lnTo>
                    <a:pt x="46084" y="3942"/>
                  </a:lnTo>
                  <a:lnTo>
                    <a:pt x="46388" y="2274"/>
                  </a:lnTo>
                  <a:lnTo>
                    <a:pt x="45023" y="2123"/>
                  </a:lnTo>
                  <a:lnTo>
                    <a:pt x="4472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2714" name="Google Shape;241;p7">
              <a:extLst>
                <a:ext uri="{FF2B5EF4-FFF2-40B4-BE49-F238E27FC236}">
                  <a16:creationId xmlns:a16="http://schemas.microsoft.com/office/drawing/2014/main" id="{051F6B3A-5747-EDD7-D63F-449FB25DCB08}"/>
                </a:ext>
              </a:extLst>
            </p:cNvPr>
            <p:cNvSpPr/>
            <p:nvPr/>
          </p:nvSpPr>
          <p:spPr>
            <a:xfrm>
              <a:off x="2203624" y="19387955"/>
              <a:ext cx="78234" cy="29854"/>
            </a:xfrm>
            <a:custGeom>
              <a:avLst/>
              <a:gdLst/>
              <a:ahLst/>
              <a:cxnLst/>
              <a:rect l="l" t="t" r="r" b="b"/>
              <a:pathLst>
                <a:path w="3943" h="1820" extrusionOk="0">
                  <a:moveTo>
                    <a:pt x="1820" y="0"/>
                  </a:moveTo>
                  <a:lnTo>
                    <a:pt x="1" y="1516"/>
                  </a:lnTo>
                  <a:lnTo>
                    <a:pt x="3488" y="1819"/>
                  </a:lnTo>
                  <a:lnTo>
                    <a:pt x="3942" y="910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15" name="Google Shape;242;p7">
              <a:extLst>
                <a:ext uri="{FF2B5EF4-FFF2-40B4-BE49-F238E27FC236}">
                  <a16:creationId xmlns:a16="http://schemas.microsoft.com/office/drawing/2014/main" id="{C1D974EB-C642-8B37-04F0-43390BB2259C}"/>
                </a:ext>
              </a:extLst>
            </p:cNvPr>
            <p:cNvSpPr/>
            <p:nvPr/>
          </p:nvSpPr>
          <p:spPr>
            <a:xfrm>
              <a:off x="2101362" y="19315846"/>
              <a:ext cx="45139" cy="27361"/>
            </a:xfrm>
            <a:custGeom>
              <a:avLst/>
              <a:gdLst/>
              <a:ahLst/>
              <a:cxnLst/>
              <a:rect l="l" t="t" r="r" b="b"/>
              <a:pathLst>
                <a:path w="2275" h="1668" extrusionOk="0">
                  <a:moveTo>
                    <a:pt x="1820" y="0"/>
                  </a:moveTo>
                  <a:lnTo>
                    <a:pt x="1" y="758"/>
                  </a:lnTo>
                  <a:lnTo>
                    <a:pt x="607" y="1668"/>
                  </a:lnTo>
                  <a:lnTo>
                    <a:pt x="2275" y="758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16" name="Google Shape;243;p7">
              <a:extLst>
                <a:ext uri="{FF2B5EF4-FFF2-40B4-BE49-F238E27FC236}">
                  <a16:creationId xmlns:a16="http://schemas.microsoft.com/office/drawing/2014/main" id="{F13FCD84-000E-BFEF-E496-EA21578C12E7}"/>
                </a:ext>
              </a:extLst>
            </p:cNvPr>
            <p:cNvSpPr/>
            <p:nvPr/>
          </p:nvSpPr>
          <p:spPr>
            <a:xfrm>
              <a:off x="2125430" y="19261142"/>
              <a:ext cx="78214" cy="37317"/>
            </a:xfrm>
            <a:custGeom>
              <a:avLst/>
              <a:gdLst/>
              <a:ahLst/>
              <a:cxnLst/>
              <a:rect l="l" t="t" r="r" b="b"/>
              <a:pathLst>
                <a:path w="3942" h="2275" extrusionOk="0">
                  <a:moveTo>
                    <a:pt x="3942" y="0"/>
                  </a:moveTo>
                  <a:lnTo>
                    <a:pt x="1" y="1213"/>
                  </a:lnTo>
                  <a:lnTo>
                    <a:pt x="1062" y="2274"/>
                  </a:lnTo>
                  <a:lnTo>
                    <a:pt x="3336" y="1516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17" name="Google Shape;244;p7">
              <a:extLst>
                <a:ext uri="{FF2B5EF4-FFF2-40B4-BE49-F238E27FC236}">
                  <a16:creationId xmlns:a16="http://schemas.microsoft.com/office/drawing/2014/main" id="{C454A07F-DFBC-909B-255A-EABCA75636C7}"/>
                </a:ext>
              </a:extLst>
            </p:cNvPr>
            <p:cNvSpPr/>
            <p:nvPr/>
          </p:nvSpPr>
          <p:spPr>
            <a:xfrm>
              <a:off x="2212652" y="19261142"/>
              <a:ext cx="69206" cy="27361"/>
            </a:xfrm>
            <a:custGeom>
              <a:avLst/>
              <a:gdLst/>
              <a:ahLst/>
              <a:cxnLst/>
              <a:rect l="l" t="t" r="r" b="b"/>
              <a:pathLst>
                <a:path w="3488" h="1668" extrusionOk="0">
                  <a:moveTo>
                    <a:pt x="2729" y="0"/>
                  </a:moveTo>
                  <a:lnTo>
                    <a:pt x="1" y="607"/>
                  </a:lnTo>
                  <a:lnTo>
                    <a:pt x="304" y="1668"/>
                  </a:lnTo>
                  <a:lnTo>
                    <a:pt x="3487" y="758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18" name="Google Shape;245;p7">
              <a:extLst>
                <a:ext uri="{FF2B5EF4-FFF2-40B4-BE49-F238E27FC236}">
                  <a16:creationId xmlns:a16="http://schemas.microsoft.com/office/drawing/2014/main" id="{58E6051C-B4D8-1F32-E6A8-7F693BB0BF45}"/>
                </a:ext>
              </a:extLst>
            </p:cNvPr>
            <p:cNvSpPr/>
            <p:nvPr/>
          </p:nvSpPr>
          <p:spPr>
            <a:xfrm>
              <a:off x="2302889" y="19223841"/>
              <a:ext cx="168452" cy="32331"/>
            </a:xfrm>
            <a:custGeom>
              <a:avLst/>
              <a:gdLst/>
              <a:ahLst/>
              <a:cxnLst/>
              <a:rect l="l" t="t" r="r" b="b"/>
              <a:pathLst>
                <a:path w="8490" h="1971" extrusionOk="0">
                  <a:moveTo>
                    <a:pt x="1668" y="0"/>
                  </a:moveTo>
                  <a:lnTo>
                    <a:pt x="0" y="1365"/>
                  </a:lnTo>
                  <a:lnTo>
                    <a:pt x="6822" y="1971"/>
                  </a:lnTo>
                  <a:lnTo>
                    <a:pt x="8490" y="758"/>
                  </a:lnTo>
                  <a:lnTo>
                    <a:pt x="3487" y="758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19" name="Google Shape;246;p7">
              <a:extLst>
                <a:ext uri="{FF2B5EF4-FFF2-40B4-BE49-F238E27FC236}">
                  <a16:creationId xmlns:a16="http://schemas.microsoft.com/office/drawing/2014/main" id="{B6725909-9318-1803-BF0E-D85763A7032C}"/>
                </a:ext>
              </a:extLst>
            </p:cNvPr>
            <p:cNvSpPr/>
            <p:nvPr/>
          </p:nvSpPr>
          <p:spPr>
            <a:xfrm>
              <a:off x="2387096" y="19141775"/>
              <a:ext cx="379006" cy="92022"/>
            </a:xfrm>
            <a:custGeom>
              <a:avLst/>
              <a:gdLst/>
              <a:ahLst/>
              <a:cxnLst/>
              <a:rect l="l" t="t" r="r" b="b"/>
              <a:pathLst>
                <a:path w="19102" h="5610" extrusionOk="0">
                  <a:moveTo>
                    <a:pt x="19102" y="1"/>
                  </a:moveTo>
                  <a:lnTo>
                    <a:pt x="5155" y="1062"/>
                  </a:lnTo>
                  <a:lnTo>
                    <a:pt x="5155" y="1668"/>
                  </a:lnTo>
                  <a:lnTo>
                    <a:pt x="9854" y="1668"/>
                  </a:lnTo>
                  <a:lnTo>
                    <a:pt x="9248" y="2578"/>
                  </a:lnTo>
                  <a:lnTo>
                    <a:pt x="4246" y="2578"/>
                  </a:lnTo>
                  <a:lnTo>
                    <a:pt x="5004" y="3791"/>
                  </a:lnTo>
                  <a:lnTo>
                    <a:pt x="2881" y="3336"/>
                  </a:lnTo>
                  <a:lnTo>
                    <a:pt x="3639" y="4549"/>
                  </a:lnTo>
                  <a:lnTo>
                    <a:pt x="1" y="4549"/>
                  </a:lnTo>
                  <a:lnTo>
                    <a:pt x="607" y="5003"/>
                  </a:lnTo>
                  <a:lnTo>
                    <a:pt x="4549" y="5003"/>
                  </a:lnTo>
                  <a:lnTo>
                    <a:pt x="5155" y="5610"/>
                  </a:lnTo>
                  <a:lnTo>
                    <a:pt x="10916" y="2881"/>
                  </a:lnTo>
                  <a:lnTo>
                    <a:pt x="15615" y="1971"/>
                  </a:lnTo>
                  <a:lnTo>
                    <a:pt x="1910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0" name="Google Shape;247;p7">
              <a:extLst>
                <a:ext uri="{FF2B5EF4-FFF2-40B4-BE49-F238E27FC236}">
                  <a16:creationId xmlns:a16="http://schemas.microsoft.com/office/drawing/2014/main" id="{B7D42ED4-5F7C-D146-49A5-53E75A6B8131}"/>
                </a:ext>
              </a:extLst>
            </p:cNvPr>
            <p:cNvSpPr/>
            <p:nvPr/>
          </p:nvSpPr>
          <p:spPr>
            <a:xfrm>
              <a:off x="2357036" y="19166642"/>
              <a:ext cx="81230" cy="27377"/>
            </a:xfrm>
            <a:custGeom>
              <a:avLst/>
              <a:gdLst/>
              <a:ahLst/>
              <a:cxnLst/>
              <a:rect l="l" t="t" r="r" b="b"/>
              <a:pathLst>
                <a:path w="4094" h="1669" extrusionOk="0">
                  <a:moveTo>
                    <a:pt x="3032" y="1"/>
                  </a:moveTo>
                  <a:lnTo>
                    <a:pt x="0" y="1213"/>
                  </a:lnTo>
                  <a:lnTo>
                    <a:pt x="2577" y="1668"/>
                  </a:lnTo>
                  <a:lnTo>
                    <a:pt x="4093" y="759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1" name="Google Shape;248;p7">
              <a:extLst>
                <a:ext uri="{FF2B5EF4-FFF2-40B4-BE49-F238E27FC236}">
                  <a16:creationId xmlns:a16="http://schemas.microsoft.com/office/drawing/2014/main" id="{E4C7685E-AC19-EA0A-FA42-6E649A3E23D4}"/>
                </a:ext>
              </a:extLst>
            </p:cNvPr>
            <p:cNvSpPr/>
            <p:nvPr/>
          </p:nvSpPr>
          <p:spPr>
            <a:xfrm>
              <a:off x="1791562" y="19253678"/>
              <a:ext cx="141388" cy="44781"/>
            </a:xfrm>
            <a:custGeom>
              <a:avLst/>
              <a:gdLst/>
              <a:ahLst/>
              <a:cxnLst/>
              <a:rect l="l" t="t" r="r" b="b"/>
              <a:pathLst>
                <a:path w="7126" h="2730" extrusionOk="0">
                  <a:moveTo>
                    <a:pt x="5761" y="0"/>
                  </a:moveTo>
                  <a:lnTo>
                    <a:pt x="1" y="1516"/>
                  </a:lnTo>
                  <a:lnTo>
                    <a:pt x="1062" y="2729"/>
                  </a:lnTo>
                  <a:lnTo>
                    <a:pt x="7126" y="607"/>
                  </a:lnTo>
                  <a:lnTo>
                    <a:pt x="576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2" name="Google Shape;249;p7">
              <a:extLst>
                <a:ext uri="{FF2B5EF4-FFF2-40B4-BE49-F238E27FC236}">
                  <a16:creationId xmlns:a16="http://schemas.microsoft.com/office/drawing/2014/main" id="{635D81FD-D25F-FDA2-F580-A1BAA4382B8A}"/>
                </a:ext>
              </a:extLst>
            </p:cNvPr>
            <p:cNvSpPr/>
            <p:nvPr/>
          </p:nvSpPr>
          <p:spPr>
            <a:xfrm>
              <a:off x="1860748" y="19271082"/>
              <a:ext cx="228610" cy="67155"/>
            </a:xfrm>
            <a:custGeom>
              <a:avLst/>
              <a:gdLst/>
              <a:ahLst/>
              <a:cxnLst/>
              <a:rect l="l" t="t" r="r" b="b"/>
              <a:pathLst>
                <a:path w="11522" h="4094" extrusionOk="0">
                  <a:moveTo>
                    <a:pt x="4397" y="1"/>
                  </a:moveTo>
                  <a:lnTo>
                    <a:pt x="1213" y="1062"/>
                  </a:lnTo>
                  <a:lnTo>
                    <a:pt x="3032" y="1971"/>
                  </a:lnTo>
                  <a:lnTo>
                    <a:pt x="0" y="2729"/>
                  </a:lnTo>
                  <a:lnTo>
                    <a:pt x="3790" y="4093"/>
                  </a:lnTo>
                  <a:lnTo>
                    <a:pt x="6367" y="3032"/>
                  </a:lnTo>
                  <a:lnTo>
                    <a:pt x="9248" y="3790"/>
                  </a:lnTo>
                  <a:lnTo>
                    <a:pt x="11521" y="3184"/>
                  </a:lnTo>
                  <a:lnTo>
                    <a:pt x="9399" y="2274"/>
                  </a:lnTo>
                  <a:lnTo>
                    <a:pt x="10915" y="152"/>
                  </a:lnTo>
                  <a:lnTo>
                    <a:pt x="9399" y="152"/>
                  </a:lnTo>
                  <a:lnTo>
                    <a:pt x="8338" y="1365"/>
                  </a:lnTo>
                  <a:lnTo>
                    <a:pt x="8035" y="152"/>
                  </a:lnTo>
                  <a:lnTo>
                    <a:pt x="6216" y="758"/>
                  </a:lnTo>
                  <a:lnTo>
                    <a:pt x="439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3" name="Google Shape;250;p7">
              <a:extLst>
                <a:ext uri="{FF2B5EF4-FFF2-40B4-BE49-F238E27FC236}">
                  <a16:creationId xmlns:a16="http://schemas.microsoft.com/office/drawing/2014/main" id="{B46B930C-71B7-EFAE-1748-F3EB84697A26}"/>
                </a:ext>
              </a:extLst>
            </p:cNvPr>
            <p:cNvSpPr/>
            <p:nvPr/>
          </p:nvSpPr>
          <p:spPr>
            <a:xfrm>
              <a:off x="1854736" y="20099118"/>
              <a:ext cx="171448" cy="59691"/>
            </a:xfrm>
            <a:custGeom>
              <a:avLst/>
              <a:gdLst/>
              <a:ahLst/>
              <a:cxnLst/>
              <a:rect l="l" t="t" r="r" b="b"/>
              <a:pathLst>
                <a:path w="8641" h="3639" extrusionOk="0">
                  <a:moveTo>
                    <a:pt x="1061" y="0"/>
                  </a:moveTo>
                  <a:lnTo>
                    <a:pt x="0" y="910"/>
                  </a:lnTo>
                  <a:lnTo>
                    <a:pt x="3032" y="910"/>
                  </a:lnTo>
                  <a:lnTo>
                    <a:pt x="5458" y="2577"/>
                  </a:lnTo>
                  <a:lnTo>
                    <a:pt x="4548" y="3639"/>
                  </a:lnTo>
                  <a:lnTo>
                    <a:pt x="8641" y="3639"/>
                  </a:lnTo>
                  <a:lnTo>
                    <a:pt x="363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4" name="Google Shape;251;p7">
              <a:extLst>
                <a:ext uri="{FF2B5EF4-FFF2-40B4-BE49-F238E27FC236}">
                  <a16:creationId xmlns:a16="http://schemas.microsoft.com/office/drawing/2014/main" id="{9C64BC11-E123-7C6D-0516-6CCD6942C590}"/>
                </a:ext>
              </a:extLst>
            </p:cNvPr>
            <p:cNvSpPr/>
            <p:nvPr/>
          </p:nvSpPr>
          <p:spPr>
            <a:xfrm>
              <a:off x="1938942" y="20176197"/>
              <a:ext cx="48155" cy="19914"/>
            </a:xfrm>
            <a:custGeom>
              <a:avLst/>
              <a:gdLst/>
              <a:ahLst/>
              <a:cxnLst/>
              <a:rect l="l" t="t" r="r" b="b"/>
              <a:pathLst>
                <a:path w="2427" h="1214" extrusionOk="0">
                  <a:moveTo>
                    <a:pt x="1" y="1"/>
                  </a:moveTo>
                  <a:lnTo>
                    <a:pt x="1" y="759"/>
                  </a:lnTo>
                  <a:lnTo>
                    <a:pt x="607" y="1213"/>
                  </a:lnTo>
                  <a:lnTo>
                    <a:pt x="2426" y="1213"/>
                  </a:lnTo>
                  <a:lnTo>
                    <a:pt x="2426" y="60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5" name="Google Shape;252;p7">
              <a:extLst>
                <a:ext uri="{FF2B5EF4-FFF2-40B4-BE49-F238E27FC236}">
                  <a16:creationId xmlns:a16="http://schemas.microsoft.com/office/drawing/2014/main" id="{E97ED357-9372-0D8C-85B4-2B465166D59C}"/>
                </a:ext>
              </a:extLst>
            </p:cNvPr>
            <p:cNvSpPr/>
            <p:nvPr/>
          </p:nvSpPr>
          <p:spPr>
            <a:xfrm>
              <a:off x="2152493" y="20181167"/>
              <a:ext cx="27103" cy="9973"/>
            </a:xfrm>
            <a:custGeom>
              <a:avLst/>
              <a:gdLst/>
              <a:ahLst/>
              <a:cxnLst/>
              <a:rect l="l" t="t" r="r" b="b"/>
              <a:pathLst>
                <a:path w="1366" h="608" extrusionOk="0">
                  <a:moveTo>
                    <a:pt x="304" y="1"/>
                  </a:moveTo>
                  <a:lnTo>
                    <a:pt x="1" y="607"/>
                  </a:lnTo>
                  <a:lnTo>
                    <a:pt x="910" y="607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6" name="Google Shape;253;p7">
              <a:extLst>
                <a:ext uri="{FF2B5EF4-FFF2-40B4-BE49-F238E27FC236}">
                  <a16:creationId xmlns:a16="http://schemas.microsoft.com/office/drawing/2014/main" id="{BB6F843D-06E2-8B5F-39EF-F4F800345E28}"/>
                </a:ext>
              </a:extLst>
            </p:cNvPr>
            <p:cNvSpPr/>
            <p:nvPr/>
          </p:nvSpPr>
          <p:spPr>
            <a:xfrm>
              <a:off x="1665253" y="20193601"/>
              <a:ext cx="81210" cy="72142"/>
            </a:xfrm>
            <a:custGeom>
              <a:avLst/>
              <a:gdLst/>
              <a:ahLst/>
              <a:cxnLst/>
              <a:rect l="l" t="t" r="r" b="b"/>
              <a:pathLst>
                <a:path w="4093" h="4398" extrusionOk="0">
                  <a:moveTo>
                    <a:pt x="2274" y="1"/>
                  </a:moveTo>
                  <a:lnTo>
                    <a:pt x="2577" y="1820"/>
                  </a:lnTo>
                  <a:lnTo>
                    <a:pt x="910" y="1820"/>
                  </a:lnTo>
                  <a:lnTo>
                    <a:pt x="0" y="3184"/>
                  </a:lnTo>
                  <a:lnTo>
                    <a:pt x="2425" y="4397"/>
                  </a:lnTo>
                  <a:lnTo>
                    <a:pt x="4093" y="1517"/>
                  </a:lnTo>
                  <a:lnTo>
                    <a:pt x="379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7" name="Google Shape;254;p7">
              <a:extLst>
                <a:ext uri="{FF2B5EF4-FFF2-40B4-BE49-F238E27FC236}">
                  <a16:creationId xmlns:a16="http://schemas.microsoft.com/office/drawing/2014/main" id="{A70A813B-0DF6-E2CB-3102-FE4094E0350D}"/>
                </a:ext>
              </a:extLst>
            </p:cNvPr>
            <p:cNvSpPr/>
            <p:nvPr/>
          </p:nvSpPr>
          <p:spPr>
            <a:xfrm>
              <a:off x="1725392" y="20228425"/>
              <a:ext cx="111309" cy="54721"/>
            </a:xfrm>
            <a:custGeom>
              <a:avLst/>
              <a:gdLst/>
              <a:ahLst/>
              <a:cxnLst/>
              <a:rect l="l" t="t" r="r" b="b"/>
              <a:pathLst>
                <a:path w="5610" h="3336" extrusionOk="0">
                  <a:moveTo>
                    <a:pt x="759" y="0"/>
                  </a:moveTo>
                  <a:lnTo>
                    <a:pt x="1" y="1364"/>
                  </a:lnTo>
                  <a:lnTo>
                    <a:pt x="1365" y="2122"/>
                  </a:lnTo>
                  <a:lnTo>
                    <a:pt x="1062" y="3184"/>
                  </a:lnTo>
                  <a:lnTo>
                    <a:pt x="1517" y="3335"/>
                  </a:lnTo>
                  <a:lnTo>
                    <a:pt x="561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8" name="Google Shape;255;p7">
              <a:extLst>
                <a:ext uri="{FF2B5EF4-FFF2-40B4-BE49-F238E27FC236}">
                  <a16:creationId xmlns:a16="http://schemas.microsoft.com/office/drawing/2014/main" id="{93B7BC7C-B2FE-CBE8-C94F-61952E69B582}"/>
                </a:ext>
              </a:extLst>
            </p:cNvPr>
            <p:cNvSpPr/>
            <p:nvPr/>
          </p:nvSpPr>
          <p:spPr>
            <a:xfrm>
              <a:off x="1713368" y="20250799"/>
              <a:ext cx="39127" cy="29854"/>
            </a:xfrm>
            <a:custGeom>
              <a:avLst/>
              <a:gdLst/>
              <a:ahLst/>
              <a:cxnLst/>
              <a:rect l="l" t="t" r="r" b="b"/>
              <a:pathLst>
                <a:path w="1972" h="1820" extrusionOk="0">
                  <a:moveTo>
                    <a:pt x="607" y="0"/>
                  </a:moveTo>
                  <a:lnTo>
                    <a:pt x="0" y="910"/>
                  </a:lnTo>
                  <a:lnTo>
                    <a:pt x="1668" y="1820"/>
                  </a:lnTo>
                  <a:lnTo>
                    <a:pt x="1971" y="758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9" name="Google Shape;256;p7">
              <a:extLst>
                <a:ext uri="{FF2B5EF4-FFF2-40B4-BE49-F238E27FC236}">
                  <a16:creationId xmlns:a16="http://schemas.microsoft.com/office/drawing/2014/main" id="{7A7009C1-F971-729B-D17B-84E2E34BADD1}"/>
                </a:ext>
              </a:extLst>
            </p:cNvPr>
            <p:cNvSpPr/>
            <p:nvPr/>
          </p:nvSpPr>
          <p:spPr>
            <a:xfrm>
              <a:off x="1740431" y="20168733"/>
              <a:ext cx="36111" cy="49751"/>
            </a:xfrm>
            <a:custGeom>
              <a:avLst/>
              <a:gdLst/>
              <a:ahLst/>
              <a:cxnLst/>
              <a:rect l="l" t="t" r="r" b="b"/>
              <a:pathLst>
                <a:path w="1820" h="3033" extrusionOk="0">
                  <a:moveTo>
                    <a:pt x="1820" y="1"/>
                  </a:moveTo>
                  <a:lnTo>
                    <a:pt x="1" y="1517"/>
                  </a:lnTo>
                  <a:lnTo>
                    <a:pt x="304" y="3033"/>
                  </a:lnTo>
                  <a:lnTo>
                    <a:pt x="182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0" name="Google Shape;257;p7">
              <a:extLst>
                <a:ext uri="{FF2B5EF4-FFF2-40B4-BE49-F238E27FC236}">
                  <a16:creationId xmlns:a16="http://schemas.microsoft.com/office/drawing/2014/main" id="{289B53DD-1574-3417-CFBE-27E46D4E36DD}"/>
                </a:ext>
              </a:extLst>
            </p:cNvPr>
            <p:cNvSpPr/>
            <p:nvPr/>
          </p:nvSpPr>
          <p:spPr>
            <a:xfrm>
              <a:off x="1755471" y="20228425"/>
              <a:ext cx="84246" cy="92022"/>
            </a:xfrm>
            <a:custGeom>
              <a:avLst/>
              <a:gdLst/>
              <a:ahLst/>
              <a:cxnLst/>
              <a:rect l="l" t="t" r="r" b="b"/>
              <a:pathLst>
                <a:path w="4246" h="5610" extrusionOk="0">
                  <a:moveTo>
                    <a:pt x="4094" y="0"/>
                  </a:moveTo>
                  <a:lnTo>
                    <a:pt x="1" y="3335"/>
                  </a:lnTo>
                  <a:lnTo>
                    <a:pt x="1517" y="5457"/>
                  </a:lnTo>
                  <a:lnTo>
                    <a:pt x="4245" y="5609"/>
                  </a:lnTo>
                  <a:lnTo>
                    <a:pt x="409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1" name="Google Shape;258;p7">
              <a:extLst>
                <a:ext uri="{FF2B5EF4-FFF2-40B4-BE49-F238E27FC236}">
                  <a16:creationId xmlns:a16="http://schemas.microsoft.com/office/drawing/2014/main" id="{B10CC72E-EF80-D00C-684B-566768FDB700}"/>
                </a:ext>
              </a:extLst>
            </p:cNvPr>
            <p:cNvSpPr/>
            <p:nvPr/>
          </p:nvSpPr>
          <p:spPr>
            <a:xfrm>
              <a:off x="1869776" y="20482052"/>
              <a:ext cx="120317" cy="114396"/>
            </a:xfrm>
            <a:custGeom>
              <a:avLst/>
              <a:gdLst/>
              <a:ahLst/>
              <a:cxnLst/>
              <a:rect l="l" t="t" r="r" b="b"/>
              <a:pathLst>
                <a:path w="6064" h="6974" extrusionOk="0">
                  <a:moveTo>
                    <a:pt x="2123" y="0"/>
                  </a:moveTo>
                  <a:lnTo>
                    <a:pt x="303" y="2274"/>
                  </a:lnTo>
                  <a:lnTo>
                    <a:pt x="0" y="5913"/>
                  </a:lnTo>
                  <a:lnTo>
                    <a:pt x="2274" y="6974"/>
                  </a:lnTo>
                  <a:lnTo>
                    <a:pt x="6064" y="2274"/>
                  </a:lnTo>
                  <a:lnTo>
                    <a:pt x="212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2" name="Google Shape;259;p7">
              <a:extLst>
                <a:ext uri="{FF2B5EF4-FFF2-40B4-BE49-F238E27FC236}">
                  <a16:creationId xmlns:a16="http://schemas.microsoft.com/office/drawing/2014/main" id="{0E73D77D-DA9F-8755-7F2E-D44442FC1C82}"/>
                </a:ext>
              </a:extLst>
            </p:cNvPr>
            <p:cNvSpPr/>
            <p:nvPr/>
          </p:nvSpPr>
          <p:spPr>
            <a:xfrm>
              <a:off x="1911879" y="20305504"/>
              <a:ext cx="219582" cy="261107"/>
            </a:xfrm>
            <a:custGeom>
              <a:avLst/>
              <a:gdLst/>
              <a:ahLst/>
              <a:cxnLst/>
              <a:rect l="l" t="t" r="r" b="b"/>
              <a:pathLst>
                <a:path w="11067" h="15918" extrusionOk="0">
                  <a:moveTo>
                    <a:pt x="4851" y="1"/>
                  </a:moveTo>
                  <a:lnTo>
                    <a:pt x="2578" y="2881"/>
                  </a:lnTo>
                  <a:lnTo>
                    <a:pt x="1516" y="3032"/>
                  </a:lnTo>
                  <a:lnTo>
                    <a:pt x="1820" y="4093"/>
                  </a:lnTo>
                  <a:lnTo>
                    <a:pt x="1213" y="4851"/>
                  </a:lnTo>
                  <a:lnTo>
                    <a:pt x="1668" y="6367"/>
                  </a:lnTo>
                  <a:lnTo>
                    <a:pt x="1365" y="9096"/>
                  </a:lnTo>
                  <a:lnTo>
                    <a:pt x="1" y="10763"/>
                  </a:lnTo>
                  <a:lnTo>
                    <a:pt x="8944" y="15918"/>
                  </a:lnTo>
                  <a:lnTo>
                    <a:pt x="8944" y="10157"/>
                  </a:lnTo>
                  <a:lnTo>
                    <a:pt x="11067" y="10006"/>
                  </a:lnTo>
                  <a:lnTo>
                    <a:pt x="11067" y="5458"/>
                  </a:lnTo>
                  <a:lnTo>
                    <a:pt x="7580" y="5003"/>
                  </a:lnTo>
                  <a:lnTo>
                    <a:pt x="6216" y="3487"/>
                  </a:lnTo>
                  <a:lnTo>
                    <a:pt x="59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3" name="Google Shape;260;p7">
              <a:extLst>
                <a:ext uri="{FF2B5EF4-FFF2-40B4-BE49-F238E27FC236}">
                  <a16:creationId xmlns:a16="http://schemas.microsoft.com/office/drawing/2014/main" id="{7FAE1226-FB76-FAD2-CD5E-CA7C9F6373CE}"/>
                </a:ext>
              </a:extLst>
            </p:cNvPr>
            <p:cNvSpPr/>
            <p:nvPr/>
          </p:nvSpPr>
          <p:spPr>
            <a:xfrm>
              <a:off x="2308901" y="21431932"/>
              <a:ext cx="108293" cy="37317"/>
            </a:xfrm>
            <a:custGeom>
              <a:avLst/>
              <a:gdLst/>
              <a:ahLst/>
              <a:cxnLst/>
              <a:rect l="l" t="t" r="r" b="b"/>
              <a:pathLst>
                <a:path w="5458" h="2275" extrusionOk="0">
                  <a:moveTo>
                    <a:pt x="1062" y="0"/>
                  </a:moveTo>
                  <a:lnTo>
                    <a:pt x="1" y="910"/>
                  </a:lnTo>
                  <a:lnTo>
                    <a:pt x="1365" y="2123"/>
                  </a:lnTo>
                  <a:lnTo>
                    <a:pt x="5458" y="2274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4" name="Google Shape;261;p7">
              <a:extLst>
                <a:ext uri="{FF2B5EF4-FFF2-40B4-BE49-F238E27FC236}">
                  <a16:creationId xmlns:a16="http://schemas.microsoft.com/office/drawing/2014/main" id="{6BB04EA2-0DB0-D2DD-97BE-FB6AECAEEF85}"/>
                </a:ext>
              </a:extLst>
            </p:cNvPr>
            <p:cNvSpPr/>
            <p:nvPr/>
          </p:nvSpPr>
          <p:spPr>
            <a:xfrm>
              <a:off x="2146481" y="20889853"/>
              <a:ext cx="291785" cy="529661"/>
            </a:xfrm>
            <a:custGeom>
              <a:avLst/>
              <a:gdLst/>
              <a:ahLst/>
              <a:cxnLst/>
              <a:rect l="l" t="t" r="r" b="b"/>
              <a:pathLst>
                <a:path w="14706" h="32290" extrusionOk="0">
                  <a:moveTo>
                    <a:pt x="5458" y="0"/>
                  </a:moveTo>
                  <a:lnTo>
                    <a:pt x="5155" y="455"/>
                  </a:lnTo>
                  <a:lnTo>
                    <a:pt x="1062" y="455"/>
                  </a:lnTo>
                  <a:lnTo>
                    <a:pt x="1" y="10763"/>
                  </a:lnTo>
                  <a:lnTo>
                    <a:pt x="2275" y="20920"/>
                  </a:lnTo>
                  <a:lnTo>
                    <a:pt x="4397" y="24710"/>
                  </a:lnTo>
                  <a:lnTo>
                    <a:pt x="4397" y="27438"/>
                  </a:lnTo>
                  <a:lnTo>
                    <a:pt x="7580" y="32289"/>
                  </a:lnTo>
                  <a:lnTo>
                    <a:pt x="8641" y="32289"/>
                  </a:lnTo>
                  <a:lnTo>
                    <a:pt x="8187" y="20162"/>
                  </a:lnTo>
                  <a:lnTo>
                    <a:pt x="14705" y="17282"/>
                  </a:lnTo>
                  <a:lnTo>
                    <a:pt x="11673" y="13037"/>
                  </a:lnTo>
                  <a:lnTo>
                    <a:pt x="11673" y="8490"/>
                  </a:lnTo>
                  <a:lnTo>
                    <a:pt x="14705" y="5458"/>
                  </a:lnTo>
                  <a:lnTo>
                    <a:pt x="14553" y="4397"/>
                  </a:lnTo>
                  <a:lnTo>
                    <a:pt x="12734" y="5458"/>
                  </a:lnTo>
                  <a:lnTo>
                    <a:pt x="10309" y="5458"/>
                  </a:lnTo>
                  <a:lnTo>
                    <a:pt x="10309" y="3335"/>
                  </a:lnTo>
                  <a:lnTo>
                    <a:pt x="545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5" name="Google Shape;262;p7">
              <a:extLst>
                <a:ext uri="{FF2B5EF4-FFF2-40B4-BE49-F238E27FC236}">
                  <a16:creationId xmlns:a16="http://schemas.microsoft.com/office/drawing/2014/main" id="{DF7B7E57-2E3E-E77E-CB8F-A4CD0CFDF662}"/>
                </a:ext>
              </a:extLst>
            </p:cNvPr>
            <p:cNvSpPr/>
            <p:nvPr/>
          </p:nvSpPr>
          <p:spPr>
            <a:xfrm>
              <a:off x="2378088" y="21029100"/>
              <a:ext cx="99265" cy="96992"/>
            </a:xfrm>
            <a:custGeom>
              <a:avLst/>
              <a:gdLst/>
              <a:ahLst/>
              <a:cxnLst/>
              <a:rect l="l" t="t" r="r" b="b"/>
              <a:pathLst>
                <a:path w="5003" h="5913" extrusionOk="0">
                  <a:moveTo>
                    <a:pt x="0" y="1"/>
                  </a:moveTo>
                  <a:lnTo>
                    <a:pt x="0" y="4548"/>
                  </a:lnTo>
                  <a:lnTo>
                    <a:pt x="3638" y="5913"/>
                  </a:lnTo>
                  <a:lnTo>
                    <a:pt x="5003" y="34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6" name="Google Shape;263;p7">
              <a:extLst>
                <a:ext uri="{FF2B5EF4-FFF2-40B4-BE49-F238E27FC236}">
                  <a16:creationId xmlns:a16="http://schemas.microsoft.com/office/drawing/2014/main" id="{C1623610-F66E-7453-3618-7FA77C4AD020}"/>
                </a:ext>
              </a:extLst>
            </p:cNvPr>
            <p:cNvSpPr/>
            <p:nvPr/>
          </p:nvSpPr>
          <p:spPr>
            <a:xfrm>
              <a:off x="2029180" y="20305504"/>
              <a:ext cx="243650" cy="188998"/>
            </a:xfrm>
            <a:custGeom>
              <a:avLst/>
              <a:gdLst/>
              <a:ahLst/>
              <a:cxnLst/>
              <a:rect l="l" t="t" r="r" b="b"/>
              <a:pathLst>
                <a:path w="12280" h="11522" extrusionOk="0">
                  <a:moveTo>
                    <a:pt x="1" y="1"/>
                  </a:moveTo>
                  <a:lnTo>
                    <a:pt x="304" y="3487"/>
                  </a:lnTo>
                  <a:lnTo>
                    <a:pt x="1668" y="5003"/>
                  </a:lnTo>
                  <a:lnTo>
                    <a:pt x="5155" y="5458"/>
                  </a:lnTo>
                  <a:lnTo>
                    <a:pt x="5155" y="10006"/>
                  </a:lnTo>
                  <a:lnTo>
                    <a:pt x="5761" y="10006"/>
                  </a:lnTo>
                  <a:lnTo>
                    <a:pt x="6367" y="11521"/>
                  </a:lnTo>
                  <a:lnTo>
                    <a:pt x="8641" y="10763"/>
                  </a:lnTo>
                  <a:lnTo>
                    <a:pt x="8490" y="8338"/>
                  </a:lnTo>
                  <a:lnTo>
                    <a:pt x="11370" y="7277"/>
                  </a:lnTo>
                  <a:lnTo>
                    <a:pt x="12280" y="2881"/>
                  </a:lnTo>
                  <a:lnTo>
                    <a:pt x="11218" y="1971"/>
                  </a:lnTo>
                  <a:lnTo>
                    <a:pt x="7277" y="1516"/>
                  </a:lnTo>
                  <a:lnTo>
                    <a:pt x="515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7" name="Google Shape;264;p7">
              <a:extLst>
                <a:ext uri="{FF2B5EF4-FFF2-40B4-BE49-F238E27FC236}">
                  <a16:creationId xmlns:a16="http://schemas.microsoft.com/office/drawing/2014/main" id="{BED7A181-B1CE-D268-1E69-8A130E06F52D}"/>
                </a:ext>
              </a:extLst>
            </p:cNvPr>
            <p:cNvSpPr/>
            <p:nvPr/>
          </p:nvSpPr>
          <p:spPr>
            <a:xfrm>
              <a:off x="1785550" y="20317937"/>
              <a:ext cx="66190" cy="42288"/>
            </a:xfrm>
            <a:custGeom>
              <a:avLst/>
              <a:gdLst/>
              <a:ahLst/>
              <a:cxnLst/>
              <a:rect l="l" t="t" r="r" b="b"/>
              <a:pathLst>
                <a:path w="3336" h="2578" extrusionOk="0">
                  <a:moveTo>
                    <a:pt x="1" y="0"/>
                  </a:moveTo>
                  <a:lnTo>
                    <a:pt x="1820" y="2274"/>
                  </a:lnTo>
                  <a:lnTo>
                    <a:pt x="2426" y="2578"/>
                  </a:lnTo>
                  <a:lnTo>
                    <a:pt x="3336" y="1365"/>
                  </a:lnTo>
                  <a:lnTo>
                    <a:pt x="2729" y="1062"/>
                  </a:lnTo>
                  <a:lnTo>
                    <a:pt x="2729" y="15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8" name="Google Shape;265;p7">
              <a:extLst>
                <a:ext uri="{FF2B5EF4-FFF2-40B4-BE49-F238E27FC236}">
                  <a16:creationId xmlns:a16="http://schemas.microsoft.com/office/drawing/2014/main" id="{F4D886D8-62E0-9BD0-A4F9-CD34A01E97C7}"/>
                </a:ext>
              </a:extLst>
            </p:cNvPr>
            <p:cNvSpPr/>
            <p:nvPr/>
          </p:nvSpPr>
          <p:spPr>
            <a:xfrm>
              <a:off x="2254755" y="20352745"/>
              <a:ext cx="81230" cy="124353"/>
            </a:xfrm>
            <a:custGeom>
              <a:avLst/>
              <a:gdLst/>
              <a:ahLst/>
              <a:cxnLst/>
              <a:rect l="l" t="t" r="r" b="b"/>
              <a:pathLst>
                <a:path w="4094" h="7581" extrusionOk="0">
                  <a:moveTo>
                    <a:pt x="911" y="1"/>
                  </a:moveTo>
                  <a:lnTo>
                    <a:pt x="1" y="4397"/>
                  </a:lnTo>
                  <a:lnTo>
                    <a:pt x="1" y="4397"/>
                  </a:lnTo>
                  <a:lnTo>
                    <a:pt x="1365" y="3942"/>
                  </a:lnTo>
                  <a:lnTo>
                    <a:pt x="1365" y="3942"/>
                  </a:lnTo>
                  <a:lnTo>
                    <a:pt x="1062" y="7580"/>
                  </a:lnTo>
                  <a:lnTo>
                    <a:pt x="4094" y="7277"/>
                  </a:lnTo>
                  <a:lnTo>
                    <a:pt x="3033" y="4700"/>
                  </a:lnTo>
                  <a:lnTo>
                    <a:pt x="3942" y="3033"/>
                  </a:lnTo>
                  <a:lnTo>
                    <a:pt x="91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9" name="Google Shape;266;p7">
              <a:extLst>
                <a:ext uri="{FF2B5EF4-FFF2-40B4-BE49-F238E27FC236}">
                  <a16:creationId xmlns:a16="http://schemas.microsoft.com/office/drawing/2014/main" id="{023184CA-8746-039F-8B48-940F22205A70}"/>
                </a:ext>
              </a:extLst>
            </p:cNvPr>
            <p:cNvSpPr/>
            <p:nvPr/>
          </p:nvSpPr>
          <p:spPr>
            <a:xfrm>
              <a:off x="2122414" y="20695901"/>
              <a:ext cx="219602" cy="201432"/>
            </a:xfrm>
            <a:custGeom>
              <a:avLst/>
              <a:gdLst/>
              <a:ahLst/>
              <a:cxnLst/>
              <a:rect l="l" t="t" r="r" b="b"/>
              <a:pathLst>
                <a:path w="11068" h="12280" extrusionOk="0">
                  <a:moveTo>
                    <a:pt x="3033" y="0"/>
                  </a:moveTo>
                  <a:lnTo>
                    <a:pt x="1" y="758"/>
                  </a:lnTo>
                  <a:lnTo>
                    <a:pt x="1" y="7731"/>
                  </a:lnTo>
                  <a:lnTo>
                    <a:pt x="2275" y="12279"/>
                  </a:lnTo>
                  <a:lnTo>
                    <a:pt x="6368" y="12279"/>
                  </a:lnTo>
                  <a:lnTo>
                    <a:pt x="8035" y="9399"/>
                  </a:lnTo>
                  <a:lnTo>
                    <a:pt x="11067" y="9399"/>
                  </a:lnTo>
                  <a:lnTo>
                    <a:pt x="11067" y="7125"/>
                  </a:lnTo>
                  <a:lnTo>
                    <a:pt x="5761" y="2729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0" name="Google Shape;267;p7">
              <a:extLst>
                <a:ext uri="{FF2B5EF4-FFF2-40B4-BE49-F238E27FC236}">
                  <a16:creationId xmlns:a16="http://schemas.microsoft.com/office/drawing/2014/main" id="{E63EFB42-2043-4B4C-2BDE-2EFD684FACFC}"/>
                </a:ext>
              </a:extLst>
            </p:cNvPr>
            <p:cNvSpPr/>
            <p:nvPr/>
          </p:nvSpPr>
          <p:spPr>
            <a:xfrm>
              <a:off x="2390111" y="20404973"/>
              <a:ext cx="51151" cy="62168"/>
            </a:xfrm>
            <a:custGeom>
              <a:avLst/>
              <a:gdLst/>
              <a:ahLst/>
              <a:cxnLst/>
              <a:rect l="l" t="t" r="r" b="b"/>
              <a:pathLst>
                <a:path w="2578" h="3790" extrusionOk="0">
                  <a:moveTo>
                    <a:pt x="1" y="0"/>
                  </a:moveTo>
                  <a:lnTo>
                    <a:pt x="1" y="3790"/>
                  </a:lnTo>
                  <a:lnTo>
                    <a:pt x="1971" y="3638"/>
                  </a:lnTo>
                  <a:lnTo>
                    <a:pt x="2578" y="1971"/>
                  </a:lnTo>
                  <a:lnTo>
                    <a:pt x="1668" y="15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1" name="Google Shape;268;p7">
              <a:extLst>
                <a:ext uri="{FF2B5EF4-FFF2-40B4-BE49-F238E27FC236}">
                  <a16:creationId xmlns:a16="http://schemas.microsoft.com/office/drawing/2014/main" id="{66E39290-9AB6-6E7B-616A-C0C9F5D4421A}"/>
                </a:ext>
              </a:extLst>
            </p:cNvPr>
            <p:cNvSpPr/>
            <p:nvPr/>
          </p:nvSpPr>
          <p:spPr>
            <a:xfrm>
              <a:off x="2254755" y="20850075"/>
              <a:ext cx="180495" cy="129307"/>
            </a:xfrm>
            <a:custGeom>
              <a:avLst/>
              <a:gdLst/>
              <a:ahLst/>
              <a:cxnLst/>
              <a:rect l="l" t="t" r="r" b="b"/>
              <a:pathLst>
                <a:path w="9097" h="7883" extrusionOk="0">
                  <a:moveTo>
                    <a:pt x="1365" y="0"/>
                  </a:moveTo>
                  <a:lnTo>
                    <a:pt x="1" y="2425"/>
                  </a:lnTo>
                  <a:lnTo>
                    <a:pt x="4852" y="5760"/>
                  </a:lnTo>
                  <a:lnTo>
                    <a:pt x="4852" y="7883"/>
                  </a:lnTo>
                  <a:lnTo>
                    <a:pt x="7277" y="7883"/>
                  </a:lnTo>
                  <a:lnTo>
                    <a:pt x="9096" y="6822"/>
                  </a:lnTo>
                  <a:lnTo>
                    <a:pt x="8945" y="5154"/>
                  </a:lnTo>
                  <a:lnTo>
                    <a:pt x="4549" y="2729"/>
                  </a:lnTo>
                  <a:lnTo>
                    <a:pt x="439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2" name="Google Shape;269;p7">
              <a:extLst>
                <a:ext uri="{FF2B5EF4-FFF2-40B4-BE49-F238E27FC236}">
                  <a16:creationId xmlns:a16="http://schemas.microsoft.com/office/drawing/2014/main" id="{43F8E820-0BA8-CDA1-A3E9-0B5904F9B258}"/>
                </a:ext>
              </a:extLst>
            </p:cNvPr>
            <p:cNvSpPr/>
            <p:nvPr/>
          </p:nvSpPr>
          <p:spPr>
            <a:xfrm>
              <a:off x="2314913" y="20402480"/>
              <a:ext cx="75218" cy="69648"/>
            </a:xfrm>
            <a:custGeom>
              <a:avLst/>
              <a:gdLst/>
              <a:ahLst/>
              <a:cxnLst/>
              <a:rect l="l" t="t" r="r" b="b"/>
              <a:pathLst>
                <a:path w="3791" h="4246" extrusionOk="0">
                  <a:moveTo>
                    <a:pt x="910" y="1"/>
                  </a:moveTo>
                  <a:lnTo>
                    <a:pt x="1" y="1668"/>
                  </a:lnTo>
                  <a:lnTo>
                    <a:pt x="1062" y="4245"/>
                  </a:lnTo>
                  <a:lnTo>
                    <a:pt x="3791" y="3942"/>
                  </a:lnTo>
                  <a:lnTo>
                    <a:pt x="3791" y="152"/>
                  </a:lnTo>
                  <a:lnTo>
                    <a:pt x="91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3" name="Google Shape;270;p7">
              <a:extLst>
                <a:ext uri="{FF2B5EF4-FFF2-40B4-BE49-F238E27FC236}">
                  <a16:creationId xmlns:a16="http://schemas.microsoft.com/office/drawing/2014/main" id="{785F029A-5046-EB90-50E6-1F6B7CD3F72B}"/>
                </a:ext>
              </a:extLst>
            </p:cNvPr>
            <p:cNvSpPr/>
            <p:nvPr/>
          </p:nvSpPr>
          <p:spPr>
            <a:xfrm>
              <a:off x="2014141" y="20417407"/>
              <a:ext cx="763985" cy="668908"/>
            </a:xfrm>
            <a:custGeom>
              <a:avLst/>
              <a:gdLst/>
              <a:ahLst/>
              <a:cxnLst/>
              <a:rect l="l" t="t" r="r" b="b"/>
              <a:pathLst>
                <a:path w="38505" h="40779" extrusionOk="0">
                  <a:moveTo>
                    <a:pt x="13492" y="0"/>
                  </a:moveTo>
                  <a:lnTo>
                    <a:pt x="12128" y="455"/>
                  </a:lnTo>
                  <a:lnTo>
                    <a:pt x="9248" y="1516"/>
                  </a:lnTo>
                  <a:lnTo>
                    <a:pt x="9399" y="3941"/>
                  </a:lnTo>
                  <a:lnTo>
                    <a:pt x="7125" y="4699"/>
                  </a:lnTo>
                  <a:lnTo>
                    <a:pt x="6519" y="3184"/>
                  </a:lnTo>
                  <a:lnTo>
                    <a:pt x="3790" y="3335"/>
                  </a:lnTo>
                  <a:lnTo>
                    <a:pt x="3790" y="10005"/>
                  </a:lnTo>
                  <a:lnTo>
                    <a:pt x="1213" y="10460"/>
                  </a:lnTo>
                  <a:lnTo>
                    <a:pt x="1" y="14250"/>
                  </a:lnTo>
                  <a:lnTo>
                    <a:pt x="4397" y="18039"/>
                  </a:lnTo>
                  <a:lnTo>
                    <a:pt x="8490" y="16978"/>
                  </a:lnTo>
                  <a:lnTo>
                    <a:pt x="11218" y="19707"/>
                  </a:lnTo>
                  <a:lnTo>
                    <a:pt x="16524" y="24103"/>
                  </a:lnTo>
                  <a:lnTo>
                    <a:pt x="16676" y="29106"/>
                  </a:lnTo>
                  <a:lnTo>
                    <a:pt x="21072" y="31531"/>
                  </a:lnTo>
                  <a:lnTo>
                    <a:pt x="21375" y="34260"/>
                  </a:lnTo>
                  <a:lnTo>
                    <a:pt x="18343" y="37292"/>
                  </a:lnTo>
                  <a:lnTo>
                    <a:pt x="23346" y="40778"/>
                  </a:lnTo>
                  <a:lnTo>
                    <a:pt x="26378" y="35624"/>
                  </a:lnTo>
                  <a:lnTo>
                    <a:pt x="26984" y="31228"/>
                  </a:lnTo>
                  <a:lnTo>
                    <a:pt x="34109" y="28196"/>
                  </a:lnTo>
                  <a:lnTo>
                    <a:pt x="35321" y="18343"/>
                  </a:lnTo>
                  <a:lnTo>
                    <a:pt x="38505" y="14401"/>
                  </a:lnTo>
                  <a:lnTo>
                    <a:pt x="38505" y="11976"/>
                  </a:lnTo>
                  <a:lnTo>
                    <a:pt x="33502" y="8641"/>
                  </a:lnTo>
                  <a:lnTo>
                    <a:pt x="28500" y="8338"/>
                  </a:lnTo>
                  <a:lnTo>
                    <a:pt x="28651" y="7125"/>
                  </a:lnTo>
                  <a:lnTo>
                    <a:pt x="26378" y="6064"/>
                  </a:lnTo>
                  <a:lnTo>
                    <a:pt x="24104" y="7428"/>
                  </a:lnTo>
                  <a:lnTo>
                    <a:pt x="24862" y="5457"/>
                  </a:lnTo>
                  <a:lnTo>
                    <a:pt x="23346" y="4851"/>
                  </a:lnTo>
                  <a:lnTo>
                    <a:pt x="21223" y="6367"/>
                  </a:lnTo>
                  <a:lnTo>
                    <a:pt x="21223" y="6367"/>
                  </a:lnTo>
                  <a:lnTo>
                    <a:pt x="22891" y="4093"/>
                  </a:lnTo>
                  <a:lnTo>
                    <a:pt x="21527" y="1213"/>
                  </a:lnTo>
                  <a:lnTo>
                    <a:pt x="20920" y="2880"/>
                  </a:lnTo>
                  <a:lnTo>
                    <a:pt x="13189" y="3638"/>
                  </a:lnTo>
                  <a:lnTo>
                    <a:pt x="13492" y="0"/>
                  </a:lnTo>
                  <a:close/>
                </a:path>
              </a:pathLst>
            </a:custGeom>
            <a:solidFill>
              <a:srgbClr val="51ED9F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4" name="Google Shape;271;p7">
              <a:extLst>
                <a:ext uri="{FF2B5EF4-FFF2-40B4-BE49-F238E27FC236}">
                  <a16:creationId xmlns:a16="http://schemas.microsoft.com/office/drawing/2014/main" id="{97D55842-215A-A8B8-C552-814FF341C578}"/>
                </a:ext>
              </a:extLst>
            </p:cNvPr>
            <p:cNvSpPr/>
            <p:nvPr/>
          </p:nvSpPr>
          <p:spPr>
            <a:xfrm>
              <a:off x="1833685" y="20335341"/>
              <a:ext cx="114305" cy="49751"/>
            </a:xfrm>
            <a:custGeom>
              <a:avLst/>
              <a:gdLst/>
              <a:ahLst/>
              <a:cxnLst/>
              <a:rect l="l" t="t" r="r" b="b"/>
              <a:pathLst>
                <a:path w="5761" h="3033" extrusionOk="0">
                  <a:moveTo>
                    <a:pt x="5154" y="1"/>
                  </a:moveTo>
                  <a:lnTo>
                    <a:pt x="2880" y="304"/>
                  </a:lnTo>
                  <a:lnTo>
                    <a:pt x="1971" y="910"/>
                  </a:lnTo>
                  <a:lnTo>
                    <a:pt x="910" y="304"/>
                  </a:lnTo>
                  <a:lnTo>
                    <a:pt x="0" y="1517"/>
                  </a:lnTo>
                  <a:lnTo>
                    <a:pt x="2577" y="2426"/>
                  </a:lnTo>
                  <a:lnTo>
                    <a:pt x="3335" y="1517"/>
                  </a:lnTo>
                  <a:lnTo>
                    <a:pt x="4699" y="1668"/>
                  </a:lnTo>
                  <a:lnTo>
                    <a:pt x="5154" y="3032"/>
                  </a:lnTo>
                  <a:lnTo>
                    <a:pt x="5761" y="2274"/>
                  </a:lnTo>
                  <a:lnTo>
                    <a:pt x="5457" y="1213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5" name="Google Shape;272;p7">
              <a:extLst>
                <a:ext uri="{FF2B5EF4-FFF2-40B4-BE49-F238E27FC236}">
                  <a16:creationId xmlns:a16="http://schemas.microsoft.com/office/drawing/2014/main" id="{B7E37818-2762-0AB7-8A3C-2F3F526D6487}"/>
                </a:ext>
              </a:extLst>
            </p:cNvPr>
            <p:cNvSpPr/>
            <p:nvPr/>
          </p:nvSpPr>
          <p:spPr>
            <a:xfrm>
              <a:off x="1869776" y="20519353"/>
              <a:ext cx="252658" cy="323275"/>
            </a:xfrm>
            <a:custGeom>
              <a:avLst/>
              <a:gdLst/>
              <a:ahLst/>
              <a:cxnLst/>
              <a:rect l="l" t="t" r="r" b="b"/>
              <a:pathLst>
                <a:path w="12734" h="19708" extrusionOk="0">
                  <a:moveTo>
                    <a:pt x="6064" y="0"/>
                  </a:moveTo>
                  <a:lnTo>
                    <a:pt x="2274" y="4700"/>
                  </a:lnTo>
                  <a:lnTo>
                    <a:pt x="0" y="3639"/>
                  </a:lnTo>
                  <a:lnTo>
                    <a:pt x="0" y="4700"/>
                  </a:lnTo>
                  <a:lnTo>
                    <a:pt x="6519" y="15917"/>
                  </a:lnTo>
                  <a:lnTo>
                    <a:pt x="12128" y="19707"/>
                  </a:lnTo>
                  <a:lnTo>
                    <a:pt x="12734" y="18494"/>
                  </a:lnTo>
                  <a:lnTo>
                    <a:pt x="12734" y="11521"/>
                  </a:lnTo>
                  <a:lnTo>
                    <a:pt x="11673" y="11824"/>
                  </a:lnTo>
                  <a:lnTo>
                    <a:pt x="7277" y="8035"/>
                  </a:lnTo>
                  <a:lnTo>
                    <a:pt x="8489" y="4245"/>
                  </a:lnTo>
                  <a:lnTo>
                    <a:pt x="11066" y="3790"/>
                  </a:lnTo>
                  <a:lnTo>
                    <a:pt x="11066" y="2881"/>
                  </a:lnTo>
                  <a:lnTo>
                    <a:pt x="606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6" name="Google Shape;273;p7">
              <a:extLst>
                <a:ext uri="{FF2B5EF4-FFF2-40B4-BE49-F238E27FC236}">
                  <a16:creationId xmlns:a16="http://schemas.microsoft.com/office/drawing/2014/main" id="{F3FD50FE-29AB-175E-18D5-34CE4891752D}"/>
                </a:ext>
              </a:extLst>
            </p:cNvPr>
            <p:cNvSpPr/>
            <p:nvPr/>
          </p:nvSpPr>
          <p:spPr>
            <a:xfrm>
              <a:off x="2110390" y="20822715"/>
              <a:ext cx="186507" cy="596800"/>
            </a:xfrm>
            <a:custGeom>
              <a:avLst/>
              <a:gdLst/>
              <a:ahLst/>
              <a:cxnLst/>
              <a:rect l="l" t="t" r="r" b="b"/>
              <a:pathLst>
                <a:path w="9400" h="36383" extrusionOk="0">
                  <a:moveTo>
                    <a:pt x="607" y="0"/>
                  </a:moveTo>
                  <a:lnTo>
                    <a:pt x="1" y="1213"/>
                  </a:lnTo>
                  <a:lnTo>
                    <a:pt x="1062" y="24407"/>
                  </a:lnTo>
                  <a:lnTo>
                    <a:pt x="3487" y="26377"/>
                  </a:lnTo>
                  <a:lnTo>
                    <a:pt x="3639" y="30622"/>
                  </a:lnTo>
                  <a:lnTo>
                    <a:pt x="8035" y="36231"/>
                  </a:lnTo>
                  <a:lnTo>
                    <a:pt x="9399" y="36382"/>
                  </a:lnTo>
                  <a:lnTo>
                    <a:pt x="6216" y="31531"/>
                  </a:lnTo>
                  <a:lnTo>
                    <a:pt x="6216" y="28803"/>
                  </a:lnTo>
                  <a:lnTo>
                    <a:pt x="4094" y="25013"/>
                  </a:lnTo>
                  <a:lnTo>
                    <a:pt x="1820" y="14856"/>
                  </a:lnTo>
                  <a:lnTo>
                    <a:pt x="2881" y="4548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7" name="Google Shape;274;p7">
              <a:extLst>
                <a:ext uri="{FF2B5EF4-FFF2-40B4-BE49-F238E27FC236}">
                  <a16:creationId xmlns:a16="http://schemas.microsoft.com/office/drawing/2014/main" id="{565EE38B-7E3B-500F-41EE-7F444F8AB579}"/>
                </a:ext>
              </a:extLst>
            </p:cNvPr>
            <p:cNvSpPr/>
            <p:nvPr/>
          </p:nvSpPr>
          <p:spPr>
            <a:xfrm>
              <a:off x="2071283" y="20161286"/>
              <a:ext cx="60178" cy="27361"/>
            </a:xfrm>
            <a:custGeom>
              <a:avLst/>
              <a:gdLst/>
              <a:ahLst/>
              <a:cxnLst/>
              <a:rect l="l" t="t" r="r" b="b"/>
              <a:pathLst>
                <a:path w="3033" h="1668" extrusionOk="0">
                  <a:moveTo>
                    <a:pt x="1" y="0"/>
                  </a:moveTo>
                  <a:lnTo>
                    <a:pt x="1" y="1668"/>
                  </a:lnTo>
                  <a:lnTo>
                    <a:pt x="1062" y="910"/>
                  </a:lnTo>
                  <a:lnTo>
                    <a:pt x="2578" y="910"/>
                  </a:lnTo>
                  <a:lnTo>
                    <a:pt x="3033" y="3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8" name="Google Shape;275;p7">
              <a:extLst>
                <a:ext uri="{FF2B5EF4-FFF2-40B4-BE49-F238E27FC236}">
                  <a16:creationId xmlns:a16="http://schemas.microsoft.com/office/drawing/2014/main" id="{4E693F6B-CA03-2F15-5DD4-8C668561BE05}"/>
                </a:ext>
              </a:extLst>
            </p:cNvPr>
            <p:cNvSpPr/>
            <p:nvPr/>
          </p:nvSpPr>
          <p:spPr>
            <a:xfrm>
              <a:off x="2026184" y="20161286"/>
              <a:ext cx="45119" cy="19897"/>
            </a:xfrm>
            <a:custGeom>
              <a:avLst/>
              <a:gdLst/>
              <a:ahLst/>
              <a:cxnLst/>
              <a:rect l="l" t="t" r="r" b="b"/>
              <a:pathLst>
                <a:path w="2274" h="1213" extrusionOk="0">
                  <a:moveTo>
                    <a:pt x="455" y="0"/>
                  </a:moveTo>
                  <a:lnTo>
                    <a:pt x="1061" y="910"/>
                  </a:lnTo>
                  <a:lnTo>
                    <a:pt x="0" y="910"/>
                  </a:lnTo>
                  <a:lnTo>
                    <a:pt x="0" y="1213"/>
                  </a:lnTo>
                  <a:lnTo>
                    <a:pt x="2274" y="1213"/>
                  </a:lnTo>
                  <a:lnTo>
                    <a:pt x="227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9" name="Google Shape;276;p7">
              <a:extLst>
                <a:ext uri="{FF2B5EF4-FFF2-40B4-BE49-F238E27FC236}">
                  <a16:creationId xmlns:a16="http://schemas.microsoft.com/office/drawing/2014/main" id="{930A8C44-E9C2-92DD-9FEE-F1DD78782943}"/>
                </a:ext>
              </a:extLst>
            </p:cNvPr>
            <p:cNvSpPr/>
            <p:nvPr/>
          </p:nvSpPr>
          <p:spPr>
            <a:xfrm>
              <a:off x="5476072" y="20718275"/>
              <a:ext cx="1079797" cy="616697"/>
            </a:xfrm>
            <a:custGeom>
              <a:avLst/>
              <a:gdLst/>
              <a:ahLst/>
              <a:cxnLst/>
              <a:rect l="l" t="t" r="r" b="b"/>
              <a:pathLst>
                <a:path w="54422" h="37596" extrusionOk="0">
                  <a:moveTo>
                    <a:pt x="30470" y="1"/>
                  </a:moveTo>
                  <a:lnTo>
                    <a:pt x="30470" y="4094"/>
                  </a:lnTo>
                  <a:lnTo>
                    <a:pt x="27590" y="6974"/>
                  </a:lnTo>
                  <a:lnTo>
                    <a:pt x="23194" y="3184"/>
                  </a:lnTo>
                  <a:lnTo>
                    <a:pt x="24558" y="759"/>
                  </a:lnTo>
                  <a:lnTo>
                    <a:pt x="19253" y="910"/>
                  </a:lnTo>
                  <a:lnTo>
                    <a:pt x="17888" y="3790"/>
                  </a:lnTo>
                  <a:lnTo>
                    <a:pt x="14705" y="2426"/>
                  </a:lnTo>
                  <a:lnTo>
                    <a:pt x="8944" y="8793"/>
                  </a:lnTo>
                  <a:lnTo>
                    <a:pt x="1213" y="12431"/>
                  </a:lnTo>
                  <a:lnTo>
                    <a:pt x="1213" y="21072"/>
                  </a:lnTo>
                  <a:lnTo>
                    <a:pt x="0" y="23952"/>
                  </a:lnTo>
                  <a:lnTo>
                    <a:pt x="910" y="25013"/>
                  </a:lnTo>
                  <a:lnTo>
                    <a:pt x="15614" y="21830"/>
                  </a:lnTo>
                  <a:lnTo>
                    <a:pt x="18040" y="23952"/>
                  </a:lnTo>
                  <a:lnTo>
                    <a:pt x="20617" y="22891"/>
                  </a:lnTo>
                  <a:lnTo>
                    <a:pt x="21526" y="27893"/>
                  </a:lnTo>
                  <a:lnTo>
                    <a:pt x="28954" y="28348"/>
                  </a:lnTo>
                  <a:lnTo>
                    <a:pt x="37595" y="19404"/>
                  </a:lnTo>
                  <a:lnTo>
                    <a:pt x="38050" y="14402"/>
                  </a:lnTo>
                  <a:lnTo>
                    <a:pt x="33351" y="7732"/>
                  </a:lnTo>
                  <a:lnTo>
                    <a:pt x="31835" y="455"/>
                  </a:lnTo>
                  <a:lnTo>
                    <a:pt x="30470" y="1"/>
                  </a:lnTo>
                  <a:close/>
                  <a:moveTo>
                    <a:pt x="53058" y="25165"/>
                  </a:moveTo>
                  <a:lnTo>
                    <a:pt x="52451" y="25468"/>
                  </a:lnTo>
                  <a:lnTo>
                    <a:pt x="52451" y="28197"/>
                  </a:lnTo>
                  <a:lnTo>
                    <a:pt x="50632" y="30016"/>
                  </a:lnTo>
                  <a:lnTo>
                    <a:pt x="50026" y="31986"/>
                  </a:lnTo>
                  <a:lnTo>
                    <a:pt x="54422" y="28803"/>
                  </a:lnTo>
                  <a:lnTo>
                    <a:pt x="53058" y="27136"/>
                  </a:lnTo>
                  <a:lnTo>
                    <a:pt x="53058" y="25165"/>
                  </a:lnTo>
                  <a:close/>
                  <a:moveTo>
                    <a:pt x="48207" y="31683"/>
                  </a:moveTo>
                  <a:lnTo>
                    <a:pt x="38959" y="36383"/>
                  </a:lnTo>
                  <a:lnTo>
                    <a:pt x="41082" y="37595"/>
                  </a:lnTo>
                  <a:lnTo>
                    <a:pt x="48207" y="32896"/>
                  </a:lnTo>
                  <a:lnTo>
                    <a:pt x="48207" y="31683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50" name="Google Shape;189;p7">
              <a:extLst>
                <a:ext uri="{FF2B5EF4-FFF2-40B4-BE49-F238E27FC236}">
                  <a16:creationId xmlns:a16="http://schemas.microsoft.com/office/drawing/2014/main" id="{D2F0732A-6A8E-DAB3-9CAD-A098D6556860}"/>
                </a:ext>
              </a:extLst>
            </p:cNvPr>
            <p:cNvSpPr/>
            <p:nvPr/>
          </p:nvSpPr>
          <p:spPr>
            <a:xfrm flipV="1">
              <a:off x="4985320" y="20353421"/>
              <a:ext cx="95177" cy="137312"/>
            </a:xfrm>
            <a:custGeom>
              <a:avLst/>
              <a:gdLst/>
              <a:ahLst/>
              <a:cxnLst/>
              <a:rect l="l" t="t" r="r" b="b"/>
              <a:pathLst>
                <a:path w="7732" h="13493" extrusionOk="0">
                  <a:moveTo>
                    <a:pt x="6216" y="1"/>
                  </a:moveTo>
                  <a:lnTo>
                    <a:pt x="1365" y="5155"/>
                  </a:lnTo>
                  <a:lnTo>
                    <a:pt x="758" y="8641"/>
                  </a:lnTo>
                  <a:lnTo>
                    <a:pt x="0" y="11067"/>
                  </a:lnTo>
                  <a:lnTo>
                    <a:pt x="1062" y="13492"/>
                  </a:lnTo>
                  <a:lnTo>
                    <a:pt x="3487" y="13492"/>
                  </a:lnTo>
                  <a:lnTo>
                    <a:pt x="773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51" name="Google Shape;101;p7">
              <a:extLst>
                <a:ext uri="{FF2B5EF4-FFF2-40B4-BE49-F238E27FC236}">
                  <a16:creationId xmlns:a16="http://schemas.microsoft.com/office/drawing/2014/main" id="{CDB7B7C0-157B-A367-CDC3-D6C022DEC0F3}"/>
                </a:ext>
              </a:extLst>
            </p:cNvPr>
            <p:cNvSpPr/>
            <p:nvPr/>
          </p:nvSpPr>
          <p:spPr>
            <a:xfrm rot="7316963">
              <a:off x="4869970" y="19916461"/>
              <a:ext cx="85970" cy="52554"/>
            </a:xfrm>
            <a:custGeom>
              <a:avLst/>
              <a:gdLst/>
              <a:ahLst/>
              <a:cxnLst/>
              <a:rect l="l" t="t" r="r" b="b"/>
              <a:pathLst>
                <a:path w="1517" h="3184" extrusionOk="0">
                  <a:moveTo>
                    <a:pt x="1061" y="0"/>
                  </a:moveTo>
                  <a:lnTo>
                    <a:pt x="303" y="758"/>
                  </a:lnTo>
                  <a:lnTo>
                    <a:pt x="0" y="2880"/>
                  </a:lnTo>
                  <a:lnTo>
                    <a:pt x="1061" y="3184"/>
                  </a:lnTo>
                  <a:lnTo>
                    <a:pt x="910" y="1364"/>
                  </a:lnTo>
                  <a:lnTo>
                    <a:pt x="1516" y="455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FFFFA7"/>
            </a:solidFill>
            <a:ln w="3800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2432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roup 254">
            <a:extLst>
              <a:ext uri="{FF2B5EF4-FFF2-40B4-BE49-F238E27FC236}">
                <a16:creationId xmlns:a16="http://schemas.microsoft.com/office/drawing/2014/main" id="{2023E130-A2CD-B90B-0A5E-9E25A324ED4F}"/>
              </a:ext>
            </a:extLst>
          </p:cNvPr>
          <p:cNvGrpSpPr/>
          <p:nvPr/>
        </p:nvGrpSpPr>
        <p:grpSpPr>
          <a:xfrm>
            <a:off x="892260" y="19134328"/>
            <a:ext cx="5669621" cy="2342368"/>
            <a:chOff x="892260" y="19134328"/>
            <a:chExt cx="5669621" cy="2342368"/>
          </a:xfrm>
        </p:grpSpPr>
        <p:sp>
          <p:nvSpPr>
            <p:cNvPr id="5" name="Google Shape;32;p7">
              <a:extLst>
                <a:ext uri="{FF2B5EF4-FFF2-40B4-BE49-F238E27FC236}">
                  <a16:creationId xmlns:a16="http://schemas.microsoft.com/office/drawing/2014/main" id="{84C550D2-E7E9-47DE-AB2B-89FCA9AED933}"/>
                </a:ext>
              </a:extLst>
            </p:cNvPr>
            <p:cNvSpPr/>
            <p:nvPr/>
          </p:nvSpPr>
          <p:spPr>
            <a:xfrm>
              <a:off x="5918213" y="20454691"/>
              <a:ext cx="45139" cy="64678"/>
            </a:xfrm>
            <a:custGeom>
              <a:avLst/>
              <a:gdLst/>
              <a:ahLst/>
              <a:cxnLst/>
              <a:rect l="l" t="t" r="r" b="b"/>
              <a:pathLst>
                <a:path w="2275" h="3943" extrusionOk="0">
                  <a:moveTo>
                    <a:pt x="1213" y="1"/>
                  </a:moveTo>
                  <a:lnTo>
                    <a:pt x="455" y="759"/>
                  </a:lnTo>
                  <a:lnTo>
                    <a:pt x="304" y="1062"/>
                  </a:lnTo>
                  <a:lnTo>
                    <a:pt x="0" y="3184"/>
                  </a:lnTo>
                  <a:lnTo>
                    <a:pt x="304" y="3639"/>
                  </a:lnTo>
                  <a:lnTo>
                    <a:pt x="1516" y="3942"/>
                  </a:lnTo>
                  <a:lnTo>
                    <a:pt x="1971" y="3488"/>
                  </a:lnTo>
                  <a:lnTo>
                    <a:pt x="1820" y="1820"/>
                  </a:lnTo>
                  <a:lnTo>
                    <a:pt x="2274" y="1062"/>
                  </a:lnTo>
                  <a:lnTo>
                    <a:pt x="2274" y="456"/>
                  </a:lnTo>
                  <a:lnTo>
                    <a:pt x="197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" name="Google Shape;33;p7">
              <a:extLst>
                <a:ext uri="{FF2B5EF4-FFF2-40B4-BE49-F238E27FC236}">
                  <a16:creationId xmlns:a16="http://schemas.microsoft.com/office/drawing/2014/main" id="{8C92D1BF-C104-B28A-1609-227F1620393C}"/>
                </a:ext>
              </a:extLst>
            </p:cNvPr>
            <p:cNvSpPr/>
            <p:nvPr/>
          </p:nvSpPr>
          <p:spPr>
            <a:xfrm>
              <a:off x="5710674" y="20307997"/>
              <a:ext cx="69206" cy="54721"/>
            </a:xfrm>
            <a:custGeom>
              <a:avLst/>
              <a:gdLst/>
              <a:ahLst/>
              <a:cxnLst/>
              <a:rect l="l" t="t" r="r" b="b"/>
              <a:pathLst>
                <a:path w="3488" h="3336" extrusionOk="0">
                  <a:moveTo>
                    <a:pt x="2729" y="0"/>
                  </a:moveTo>
                  <a:lnTo>
                    <a:pt x="1" y="2426"/>
                  </a:lnTo>
                  <a:lnTo>
                    <a:pt x="304" y="3184"/>
                  </a:lnTo>
                  <a:lnTo>
                    <a:pt x="1213" y="3335"/>
                  </a:lnTo>
                  <a:lnTo>
                    <a:pt x="1668" y="3335"/>
                  </a:lnTo>
                  <a:lnTo>
                    <a:pt x="3336" y="1819"/>
                  </a:lnTo>
                  <a:lnTo>
                    <a:pt x="3487" y="1516"/>
                  </a:lnTo>
                  <a:lnTo>
                    <a:pt x="3487" y="303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" name="Google Shape;34;p7">
              <a:extLst>
                <a:ext uri="{FF2B5EF4-FFF2-40B4-BE49-F238E27FC236}">
                  <a16:creationId xmlns:a16="http://schemas.microsoft.com/office/drawing/2014/main" id="{84DFDADE-3286-B57B-D465-3EC6A323015E}"/>
                </a:ext>
              </a:extLst>
            </p:cNvPr>
            <p:cNvSpPr/>
            <p:nvPr/>
          </p:nvSpPr>
          <p:spPr>
            <a:xfrm>
              <a:off x="5749781" y="20474589"/>
              <a:ext cx="144384" cy="139264"/>
            </a:xfrm>
            <a:custGeom>
              <a:avLst/>
              <a:gdLst/>
              <a:ahLst/>
              <a:cxnLst/>
              <a:rect l="l" t="t" r="r" b="b"/>
              <a:pathLst>
                <a:path w="7277" h="8490" extrusionOk="0">
                  <a:moveTo>
                    <a:pt x="2577" y="1"/>
                  </a:moveTo>
                  <a:lnTo>
                    <a:pt x="910" y="1517"/>
                  </a:lnTo>
                  <a:lnTo>
                    <a:pt x="758" y="1820"/>
                  </a:lnTo>
                  <a:lnTo>
                    <a:pt x="910" y="3942"/>
                  </a:lnTo>
                  <a:lnTo>
                    <a:pt x="152" y="5003"/>
                  </a:lnTo>
                  <a:lnTo>
                    <a:pt x="0" y="5306"/>
                  </a:lnTo>
                  <a:lnTo>
                    <a:pt x="607" y="8187"/>
                  </a:lnTo>
                  <a:lnTo>
                    <a:pt x="1213" y="8490"/>
                  </a:lnTo>
                  <a:lnTo>
                    <a:pt x="2274" y="8187"/>
                  </a:lnTo>
                  <a:lnTo>
                    <a:pt x="2577" y="7732"/>
                  </a:lnTo>
                  <a:lnTo>
                    <a:pt x="2274" y="5913"/>
                  </a:lnTo>
                  <a:lnTo>
                    <a:pt x="2577" y="6671"/>
                  </a:lnTo>
                  <a:lnTo>
                    <a:pt x="2881" y="6974"/>
                  </a:lnTo>
                  <a:lnTo>
                    <a:pt x="4245" y="7429"/>
                  </a:lnTo>
                  <a:lnTo>
                    <a:pt x="4851" y="6974"/>
                  </a:lnTo>
                  <a:lnTo>
                    <a:pt x="4851" y="5913"/>
                  </a:lnTo>
                  <a:lnTo>
                    <a:pt x="4851" y="5761"/>
                  </a:lnTo>
                  <a:lnTo>
                    <a:pt x="4245" y="4397"/>
                  </a:lnTo>
                  <a:lnTo>
                    <a:pt x="5306" y="3336"/>
                  </a:lnTo>
                  <a:lnTo>
                    <a:pt x="5003" y="2578"/>
                  </a:lnTo>
                  <a:lnTo>
                    <a:pt x="3032" y="2729"/>
                  </a:lnTo>
                  <a:lnTo>
                    <a:pt x="2881" y="2578"/>
                  </a:lnTo>
                  <a:lnTo>
                    <a:pt x="3335" y="1971"/>
                  </a:lnTo>
                  <a:lnTo>
                    <a:pt x="4700" y="2578"/>
                  </a:lnTo>
                  <a:lnTo>
                    <a:pt x="5003" y="2578"/>
                  </a:lnTo>
                  <a:lnTo>
                    <a:pt x="5761" y="2426"/>
                  </a:lnTo>
                  <a:lnTo>
                    <a:pt x="6064" y="2275"/>
                  </a:lnTo>
                  <a:lnTo>
                    <a:pt x="7277" y="759"/>
                  </a:lnTo>
                  <a:lnTo>
                    <a:pt x="6974" y="152"/>
                  </a:lnTo>
                  <a:lnTo>
                    <a:pt x="5912" y="1"/>
                  </a:lnTo>
                  <a:lnTo>
                    <a:pt x="5609" y="152"/>
                  </a:lnTo>
                  <a:lnTo>
                    <a:pt x="5154" y="455"/>
                  </a:lnTo>
                  <a:lnTo>
                    <a:pt x="288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" name="Google Shape;35;p7">
              <a:extLst>
                <a:ext uri="{FF2B5EF4-FFF2-40B4-BE49-F238E27FC236}">
                  <a16:creationId xmlns:a16="http://schemas.microsoft.com/office/drawing/2014/main" id="{72248929-9E03-5C10-5E4C-039ACF1AFA04}"/>
                </a:ext>
              </a:extLst>
            </p:cNvPr>
            <p:cNvSpPr/>
            <p:nvPr/>
          </p:nvSpPr>
          <p:spPr>
            <a:xfrm>
              <a:off x="2354020" y="19159179"/>
              <a:ext cx="90258" cy="42288"/>
            </a:xfrm>
            <a:custGeom>
              <a:avLst/>
              <a:gdLst/>
              <a:ahLst/>
              <a:cxnLst/>
              <a:rect l="l" t="t" r="r" b="b"/>
              <a:pathLst>
                <a:path w="4549" h="2578" extrusionOk="0">
                  <a:moveTo>
                    <a:pt x="3032" y="1"/>
                  </a:moveTo>
                  <a:lnTo>
                    <a:pt x="0" y="1214"/>
                  </a:lnTo>
                  <a:lnTo>
                    <a:pt x="0" y="2123"/>
                  </a:lnTo>
                  <a:lnTo>
                    <a:pt x="2729" y="2578"/>
                  </a:lnTo>
                  <a:lnTo>
                    <a:pt x="3032" y="2578"/>
                  </a:lnTo>
                  <a:lnTo>
                    <a:pt x="4548" y="1668"/>
                  </a:lnTo>
                  <a:lnTo>
                    <a:pt x="4548" y="910"/>
                  </a:lnTo>
                  <a:lnTo>
                    <a:pt x="348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" name="Google Shape;36;p7">
              <a:extLst>
                <a:ext uri="{FF2B5EF4-FFF2-40B4-BE49-F238E27FC236}">
                  <a16:creationId xmlns:a16="http://schemas.microsoft.com/office/drawing/2014/main" id="{B221C608-DD05-C168-2E42-B6E172ABD144}"/>
                </a:ext>
              </a:extLst>
            </p:cNvPr>
            <p:cNvSpPr/>
            <p:nvPr/>
          </p:nvSpPr>
          <p:spPr>
            <a:xfrm>
              <a:off x="5924225" y="20549191"/>
              <a:ext cx="66190" cy="29854"/>
            </a:xfrm>
            <a:custGeom>
              <a:avLst/>
              <a:gdLst/>
              <a:ahLst/>
              <a:cxnLst/>
              <a:rect l="l" t="t" r="r" b="b"/>
              <a:pathLst>
                <a:path w="3336" h="1820" extrusionOk="0">
                  <a:moveTo>
                    <a:pt x="607" y="0"/>
                  </a:moveTo>
                  <a:lnTo>
                    <a:pt x="304" y="304"/>
                  </a:lnTo>
                  <a:lnTo>
                    <a:pt x="1" y="1213"/>
                  </a:lnTo>
                  <a:lnTo>
                    <a:pt x="455" y="1820"/>
                  </a:lnTo>
                  <a:lnTo>
                    <a:pt x="3032" y="1516"/>
                  </a:lnTo>
                  <a:lnTo>
                    <a:pt x="3336" y="1062"/>
                  </a:lnTo>
                  <a:lnTo>
                    <a:pt x="3336" y="455"/>
                  </a:lnTo>
                  <a:lnTo>
                    <a:pt x="288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" name="Google Shape;37;p7">
              <a:extLst>
                <a:ext uri="{FF2B5EF4-FFF2-40B4-BE49-F238E27FC236}">
                  <a16:creationId xmlns:a16="http://schemas.microsoft.com/office/drawing/2014/main" id="{24BCFB3D-E003-BC4E-4BB4-FE2899C2A7F6}"/>
                </a:ext>
              </a:extLst>
            </p:cNvPr>
            <p:cNvSpPr/>
            <p:nvPr/>
          </p:nvSpPr>
          <p:spPr>
            <a:xfrm>
              <a:off x="5936248" y="19716184"/>
              <a:ext cx="96269" cy="74618"/>
            </a:xfrm>
            <a:custGeom>
              <a:avLst/>
              <a:gdLst/>
              <a:ahLst/>
              <a:cxnLst/>
              <a:rect l="l" t="t" r="r" b="b"/>
              <a:pathLst>
                <a:path w="4852" h="4549" extrusionOk="0">
                  <a:moveTo>
                    <a:pt x="607" y="0"/>
                  </a:moveTo>
                  <a:lnTo>
                    <a:pt x="1" y="304"/>
                  </a:lnTo>
                  <a:lnTo>
                    <a:pt x="153" y="3639"/>
                  </a:lnTo>
                  <a:lnTo>
                    <a:pt x="304" y="4093"/>
                  </a:lnTo>
                  <a:lnTo>
                    <a:pt x="1062" y="4548"/>
                  </a:lnTo>
                  <a:lnTo>
                    <a:pt x="1668" y="4397"/>
                  </a:lnTo>
                  <a:lnTo>
                    <a:pt x="2123" y="3790"/>
                  </a:lnTo>
                  <a:lnTo>
                    <a:pt x="3639" y="3790"/>
                  </a:lnTo>
                  <a:lnTo>
                    <a:pt x="4094" y="3487"/>
                  </a:lnTo>
                  <a:lnTo>
                    <a:pt x="4852" y="2274"/>
                  </a:lnTo>
                  <a:lnTo>
                    <a:pt x="4549" y="1668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" name="Google Shape;38;p7">
              <a:extLst>
                <a:ext uri="{FF2B5EF4-FFF2-40B4-BE49-F238E27FC236}">
                  <a16:creationId xmlns:a16="http://schemas.microsoft.com/office/drawing/2014/main" id="{3F0A91FB-F9FB-DB6A-4E6C-A3CD2FE7BC84}"/>
                </a:ext>
              </a:extLst>
            </p:cNvPr>
            <p:cNvSpPr/>
            <p:nvPr/>
          </p:nvSpPr>
          <p:spPr>
            <a:xfrm>
              <a:off x="5855058" y="19785800"/>
              <a:ext cx="180475" cy="179058"/>
            </a:xfrm>
            <a:custGeom>
              <a:avLst/>
              <a:gdLst/>
              <a:ahLst/>
              <a:cxnLst/>
              <a:rect l="l" t="t" r="r" b="b"/>
              <a:pathLst>
                <a:path w="9096" h="10916" extrusionOk="0">
                  <a:moveTo>
                    <a:pt x="4396" y="7580"/>
                  </a:moveTo>
                  <a:lnTo>
                    <a:pt x="4396" y="7884"/>
                  </a:lnTo>
                  <a:lnTo>
                    <a:pt x="4245" y="7580"/>
                  </a:lnTo>
                  <a:close/>
                  <a:moveTo>
                    <a:pt x="2425" y="7884"/>
                  </a:moveTo>
                  <a:lnTo>
                    <a:pt x="2274" y="8338"/>
                  </a:lnTo>
                  <a:lnTo>
                    <a:pt x="2122" y="8187"/>
                  </a:lnTo>
                  <a:lnTo>
                    <a:pt x="1819" y="8035"/>
                  </a:lnTo>
                  <a:lnTo>
                    <a:pt x="2425" y="7884"/>
                  </a:lnTo>
                  <a:close/>
                  <a:moveTo>
                    <a:pt x="6215" y="1"/>
                  </a:moveTo>
                  <a:lnTo>
                    <a:pt x="5609" y="607"/>
                  </a:lnTo>
                  <a:lnTo>
                    <a:pt x="6215" y="3488"/>
                  </a:lnTo>
                  <a:lnTo>
                    <a:pt x="4093" y="5458"/>
                  </a:lnTo>
                  <a:lnTo>
                    <a:pt x="910" y="6216"/>
                  </a:lnTo>
                  <a:lnTo>
                    <a:pt x="606" y="6519"/>
                  </a:lnTo>
                  <a:lnTo>
                    <a:pt x="303" y="7580"/>
                  </a:lnTo>
                  <a:lnTo>
                    <a:pt x="758" y="8035"/>
                  </a:lnTo>
                  <a:lnTo>
                    <a:pt x="303" y="8187"/>
                  </a:lnTo>
                  <a:lnTo>
                    <a:pt x="0" y="8793"/>
                  </a:lnTo>
                  <a:lnTo>
                    <a:pt x="1364" y="10915"/>
                  </a:lnTo>
                  <a:lnTo>
                    <a:pt x="2122" y="10915"/>
                  </a:lnTo>
                  <a:lnTo>
                    <a:pt x="2729" y="9248"/>
                  </a:lnTo>
                  <a:lnTo>
                    <a:pt x="2577" y="8945"/>
                  </a:lnTo>
                  <a:lnTo>
                    <a:pt x="3183" y="9551"/>
                  </a:lnTo>
                  <a:lnTo>
                    <a:pt x="3941" y="9400"/>
                  </a:lnTo>
                  <a:lnTo>
                    <a:pt x="4548" y="8338"/>
                  </a:lnTo>
                  <a:lnTo>
                    <a:pt x="4548" y="8642"/>
                  </a:lnTo>
                  <a:lnTo>
                    <a:pt x="5154" y="9096"/>
                  </a:lnTo>
                  <a:lnTo>
                    <a:pt x="6064" y="8642"/>
                  </a:lnTo>
                  <a:lnTo>
                    <a:pt x="6367" y="8338"/>
                  </a:lnTo>
                  <a:lnTo>
                    <a:pt x="6367" y="7429"/>
                  </a:lnTo>
                  <a:lnTo>
                    <a:pt x="8792" y="6823"/>
                  </a:lnTo>
                  <a:lnTo>
                    <a:pt x="9096" y="6368"/>
                  </a:lnTo>
                  <a:lnTo>
                    <a:pt x="8944" y="2881"/>
                  </a:lnTo>
                  <a:lnTo>
                    <a:pt x="8944" y="2730"/>
                  </a:lnTo>
                  <a:lnTo>
                    <a:pt x="7731" y="607"/>
                  </a:lnTo>
                  <a:lnTo>
                    <a:pt x="7428" y="456"/>
                  </a:lnTo>
                  <a:lnTo>
                    <a:pt x="621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" name="Google Shape;39;p7">
              <a:extLst>
                <a:ext uri="{FF2B5EF4-FFF2-40B4-BE49-F238E27FC236}">
                  <a16:creationId xmlns:a16="http://schemas.microsoft.com/office/drawing/2014/main" id="{D0BCF0FF-5740-FA0E-00C4-717528B4830A}"/>
                </a:ext>
              </a:extLst>
            </p:cNvPr>
            <p:cNvSpPr/>
            <p:nvPr/>
          </p:nvSpPr>
          <p:spPr>
            <a:xfrm>
              <a:off x="5833987" y="20648660"/>
              <a:ext cx="96269" cy="44764"/>
            </a:xfrm>
            <a:custGeom>
              <a:avLst/>
              <a:gdLst/>
              <a:ahLst/>
              <a:cxnLst/>
              <a:rect l="l" t="t" r="r" b="b"/>
              <a:pathLst>
                <a:path w="4852" h="2729" extrusionOk="0">
                  <a:moveTo>
                    <a:pt x="1820" y="0"/>
                  </a:moveTo>
                  <a:lnTo>
                    <a:pt x="1668" y="152"/>
                  </a:lnTo>
                  <a:lnTo>
                    <a:pt x="1517" y="152"/>
                  </a:lnTo>
                  <a:lnTo>
                    <a:pt x="1" y="1819"/>
                  </a:lnTo>
                  <a:lnTo>
                    <a:pt x="304" y="2577"/>
                  </a:lnTo>
                  <a:lnTo>
                    <a:pt x="1365" y="2729"/>
                  </a:lnTo>
                  <a:lnTo>
                    <a:pt x="1820" y="2577"/>
                  </a:lnTo>
                  <a:lnTo>
                    <a:pt x="2730" y="1819"/>
                  </a:lnTo>
                  <a:lnTo>
                    <a:pt x="4397" y="1668"/>
                  </a:lnTo>
                  <a:lnTo>
                    <a:pt x="4852" y="1213"/>
                  </a:lnTo>
                  <a:lnTo>
                    <a:pt x="4852" y="455"/>
                  </a:lnTo>
                  <a:lnTo>
                    <a:pt x="439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" name="Google Shape;40;p7">
              <a:extLst>
                <a:ext uri="{FF2B5EF4-FFF2-40B4-BE49-F238E27FC236}">
                  <a16:creationId xmlns:a16="http://schemas.microsoft.com/office/drawing/2014/main" id="{11443C0A-39E4-6BA9-50AF-77E39EC292C7}"/>
                </a:ext>
              </a:extLst>
            </p:cNvPr>
            <p:cNvSpPr/>
            <p:nvPr/>
          </p:nvSpPr>
          <p:spPr>
            <a:xfrm>
              <a:off x="5491111" y="20608866"/>
              <a:ext cx="210555" cy="62185"/>
            </a:xfrm>
            <a:custGeom>
              <a:avLst/>
              <a:gdLst/>
              <a:ahLst/>
              <a:cxnLst/>
              <a:rect l="l" t="t" r="r" b="b"/>
              <a:pathLst>
                <a:path w="10612" h="3791" extrusionOk="0">
                  <a:moveTo>
                    <a:pt x="1971" y="1"/>
                  </a:moveTo>
                  <a:lnTo>
                    <a:pt x="1516" y="152"/>
                  </a:lnTo>
                  <a:lnTo>
                    <a:pt x="0" y="1213"/>
                  </a:lnTo>
                  <a:lnTo>
                    <a:pt x="304" y="2123"/>
                  </a:lnTo>
                  <a:lnTo>
                    <a:pt x="10005" y="3790"/>
                  </a:lnTo>
                  <a:lnTo>
                    <a:pt x="10612" y="3184"/>
                  </a:lnTo>
                  <a:lnTo>
                    <a:pt x="10460" y="2578"/>
                  </a:lnTo>
                  <a:lnTo>
                    <a:pt x="10157" y="2275"/>
                  </a:lnTo>
                  <a:lnTo>
                    <a:pt x="6670" y="455"/>
                  </a:lnTo>
                  <a:lnTo>
                    <a:pt x="6367" y="455"/>
                  </a:lnTo>
                  <a:lnTo>
                    <a:pt x="4245" y="910"/>
                  </a:lnTo>
                  <a:lnTo>
                    <a:pt x="197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" name="Google Shape;41;p7">
              <a:extLst>
                <a:ext uri="{FF2B5EF4-FFF2-40B4-BE49-F238E27FC236}">
                  <a16:creationId xmlns:a16="http://schemas.microsoft.com/office/drawing/2014/main" id="{CED3C6AF-267F-6F6C-8597-4B56D0BDD3EB}"/>
                </a:ext>
              </a:extLst>
            </p:cNvPr>
            <p:cNvSpPr/>
            <p:nvPr/>
          </p:nvSpPr>
          <p:spPr>
            <a:xfrm>
              <a:off x="5752777" y="20643673"/>
              <a:ext cx="81230" cy="49751"/>
            </a:xfrm>
            <a:custGeom>
              <a:avLst/>
              <a:gdLst/>
              <a:ahLst/>
              <a:cxnLst/>
              <a:rect l="l" t="t" r="r" b="b"/>
              <a:pathLst>
                <a:path w="4094" h="3033" extrusionOk="0">
                  <a:moveTo>
                    <a:pt x="1517" y="1"/>
                  </a:moveTo>
                  <a:lnTo>
                    <a:pt x="1062" y="607"/>
                  </a:lnTo>
                  <a:lnTo>
                    <a:pt x="1365" y="1365"/>
                  </a:lnTo>
                  <a:lnTo>
                    <a:pt x="304" y="1668"/>
                  </a:lnTo>
                  <a:lnTo>
                    <a:pt x="1" y="2426"/>
                  </a:lnTo>
                  <a:lnTo>
                    <a:pt x="456" y="2881"/>
                  </a:lnTo>
                  <a:lnTo>
                    <a:pt x="759" y="3033"/>
                  </a:lnTo>
                  <a:lnTo>
                    <a:pt x="1820" y="3033"/>
                  </a:lnTo>
                  <a:lnTo>
                    <a:pt x="2275" y="2426"/>
                  </a:lnTo>
                  <a:lnTo>
                    <a:pt x="2123" y="1972"/>
                  </a:lnTo>
                  <a:lnTo>
                    <a:pt x="3184" y="1972"/>
                  </a:lnTo>
                  <a:lnTo>
                    <a:pt x="3487" y="1820"/>
                  </a:lnTo>
                  <a:lnTo>
                    <a:pt x="4094" y="1365"/>
                  </a:lnTo>
                  <a:lnTo>
                    <a:pt x="4094" y="607"/>
                  </a:lnTo>
                  <a:lnTo>
                    <a:pt x="3184" y="153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" name="Google Shape;42;p7">
              <a:extLst>
                <a:ext uri="{FF2B5EF4-FFF2-40B4-BE49-F238E27FC236}">
                  <a16:creationId xmlns:a16="http://schemas.microsoft.com/office/drawing/2014/main" id="{6B7F4621-A889-98C8-D1F6-432533B8C1C0}"/>
                </a:ext>
              </a:extLst>
            </p:cNvPr>
            <p:cNvSpPr/>
            <p:nvPr/>
          </p:nvSpPr>
          <p:spPr>
            <a:xfrm>
              <a:off x="5566309" y="20387569"/>
              <a:ext cx="189503" cy="186505"/>
            </a:xfrm>
            <a:custGeom>
              <a:avLst/>
              <a:gdLst/>
              <a:ahLst/>
              <a:cxnLst/>
              <a:rect l="l" t="t" r="r" b="b"/>
              <a:pathLst>
                <a:path w="9551" h="11370" extrusionOk="0">
                  <a:moveTo>
                    <a:pt x="9096" y="0"/>
                  </a:moveTo>
                  <a:lnTo>
                    <a:pt x="7277" y="152"/>
                  </a:lnTo>
                  <a:lnTo>
                    <a:pt x="6973" y="455"/>
                  </a:lnTo>
                  <a:lnTo>
                    <a:pt x="5003" y="3032"/>
                  </a:lnTo>
                  <a:lnTo>
                    <a:pt x="303" y="5306"/>
                  </a:lnTo>
                  <a:lnTo>
                    <a:pt x="0" y="5760"/>
                  </a:lnTo>
                  <a:lnTo>
                    <a:pt x="0" y="8338"/>
                  </a:lnTo>
                  <a:lnTo>
                    <a:pt x="152" y="8489"/>
                  </a:lnTo>
                  <a:lnTo>
                    <a:pt x="1668" y="11218"/>
                  </a:lnTo>
                  <a:lnTo>
                    <a:pt x="1971" y="11369"/>
                  </a:lnTo>
                  <a:lnTo>
                    <a:pt x="6670" y="11369"/>
                  </a:lnTo>
                  <a:lnTo>
                    <a:pt x="7125" y="11218"/>
                  </a:lnTo>
                  <a:lnTo>
                    <a:pt x="9399" y="8186"/>
                  </a:lnTo>
                  <a:lnTo>
                    <a:pt x="9550" y="7883"/>
                  </a:lnTo>
                  <a:lnTo>
                    <a:pt x="9550" y="455"/>
                  </a:lnTo>
                  <a:lnTo>
                    <a:pt x="909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" name="Google Shape;43;p7">
              <a:extLst>
                <a:ext uri="{FF2B5EF4-FFF2-40B4-BE49-F238E27FC236}">
                  <a16:creationId xmlns:a16="http://schemas.microsoft.com/office/drawing/2014/main" id="{B7A85C82-5176-2592-91A3-4C3D7A320DFC}"/>
                </a:ext>
              </a:extLst>
            </p:cNvPr>
            <p:cNvSpPr/>
            <p:nvPr/>
          </p:nvSpPr>
          <p:spPr>
            <a:xfrm>
              <a:off x="5996407" y="20511890"/>
              <a:ext cx="385018" cy="191492"/>
            </a:xfrm>
            <a:custGeom>
              <a:avLst/>
              <a:gdLst/>
              <a:ahLst/>
              <a:cxnLst/>
              <a:rect l="l" t="t" r="r" b="b"/>
              <a:pathLst>
                <a:path w="19405" h="11674" extrusionOk="0">
                  <a:moveTo>
                    <a:pt x="3033" y="1"/>
                  </a:moveTo>
                  <a:lnTo>
                    <a:pt x="152" y="455"/>
                  </a:lnTo>
                  <a:lnTo>
                    <a:pt x="1" y="1365"/>
                  </a:lnTo>
                  <a:lnTo>
                    <a:pt x="1820" y="2123"/>
                  </a:lnTo>
                  <a:lnTo>
                    <a:pt x="1517" y="2274"/>
                  </a:lnTo>
                  <a:lnTo>
                    <a:pt x="1214" y="3790"/>
                  </a:lnTo>
                  <a:lnTo>
                    <a:pt x="1668" y="4397"/>
                  </a:lnTo>
                  <a:lnTo>
                    <a:pt x="3033" y="4245"/>
                  </a:lnTo>
                  <a:lnTo>
                    <a:pt x="6671" y="5761"/>
                  </a:lnTo>
                  <a:lnTo>
                    <a:pt x="7277" y="7277"/>
                  </a:lnTo>
                  <a:lnTo>
                    <a:pt x="6216" y="7883"/>
                  </a:lnTo>
                  <a:lnTo>
                    <a:pt x="6368" y="8641"/>
                  </a:lnTo>
                  <a:lnTo>
                    <a:pt x="10915" y="10157"/>
                  </a:lnTo>
                  <a:lnTo>
                    <a:pt x="11370" y="10157"/>
                  </a:lnTo>
                  <a:lnTo>
                    <a:pt x="13341" y="8338"/>
                  </a:lnTo>
                  <a:lnTo>
                    <a:pt x="16070" y="10915"/>
                  </a:lnTo>
                  <a:lnTo>
                    <a:pt x="16221" y="11067"/>
                  </a:lnTo>
                  <a:lnTo>
                    <a:pt x="18950" y="11673"/>
                  </a:lnTo>
                  <a:lnTo>
                    <a:pt x="19405" y="10915"/>
                  </a:lnTo>
                  <a:lnTo>
                    <a:pt x="16070" y="7580"/>
                  </a:lnTo>
                  <a:lnTo>
                    <a:pt x="16221" y="6064"/>
                  </a:lnTo>
                  <a:lnTo>
                    <a:pt x="16070" y="5609"/>
                  </a:lnTo>
                  <a:lnTo>
                    <a:pt x="7277" y="1062"/>
                  </a:lnTo>
                  <a:lnTo>
                    <a:pt x="6822" y="1062"/>
                  </a:lnTo>
                  <a:lnTo>
                    <a:pt x="4549" y="2881"/>
                  </a:lnTo>
                  <a:lnTo>
                    <a:pt x="3487" y="2578"/>
                  </a:lnTo>
                  <a:lnTo>
                    <a:pt x="3791" y="2274"/>
                  </a:lnTo>
                  <a:lnTo>
                    <a:pt x="3487" y="455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" name="Google Shape;44;p7">
              <a:extLst>
                <a:ext uri="{FF2B5EF4-FFF2-40B4-BE49-F238E27FC236}">
                  <a16:creationId xmlns:a16="http://schemas.microsoft.com/office/drawing/2014/main" id="{03027D5A-538F-4B2E-50F1-EEE52874DEF7}"/>
                </a:ext>
              </a:extLst>
            </p:cNvPr>
            <p:cNvSpPr/>
            <p:nvPr/>
          </p:nvSpPr>
          <p:spPr>
            <a:xfrm>
              <a:off x="5527202" y="20153823"/>
              <a:ext cx="48135" cy="44781"/>
            </a:xfrm>
            <a:custGeom>
              <a:avLst/>
              <a:gdLst/>
              <a:ahLst/>
              <a:cxnLst/>
              <a:rect l="l" t="t" r="r" b="b"/>
              <a:pathLst>
                <a:path w="2426" h="2730" extrusionOk="0">
                  <a:moveTo>
                    <a:pt x="1971" y="0"/>
                  </a:moveTo>
                  <a:lnTo>
                    <a:pt x="304" y="304"/>
                  </a:lnTo>
                  <a:lnTo>
                    <a:pt x="1" y="758"/>
                  </a:lnTo>
                  <a:lnTo>
                    <a:pt x="1" y="1668"/>
                  </a:lnTo>
                  <a:lnTo>
                    <a:pt x="152" y="1971"/>
                  </a:lnTo>
                  <a:lnTo>
                    <a:pt x="758" y="2729"/>
                  </a:lnTo>
                  <a:lnTo>
                    <a:pt x="1516" y="2729"/>
                  </a:lnTo>
                  <a:lnTo>
                    <a:pt x="2426" y="1516"/>
                  </a:lnTo>
                  <a:lnTo>
                    <a:pt x="2426" y="1365"/>
                  </a:lnTo>
                  <a:lnTo>
                    <a:pt x="2426" y="455"/>
                  </a:lnTo>
                  <a:lnTo>
                    <a:pt x="197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" name="Google Shape;45;p7">
              <a:extLst>
                <a:ext uri="{FF2B5EF4-FFF2-40B4-BE49-F238E27FC236}">
                  <a16:creationId xmlns:a16="http://schemas.microsoft.com/office/drawing/2014/main" id="{60181C9D-A298-4E9F-0B54-5FDE97B0F66F}"/>
                </a:ext>
              </a:extLst>
            </p:cNvPr>
            <p:cNvSpPr/>
            <p:nvPr/>
          </p:nvSpPr>
          <p:spPr>
            <a:xfrm>
              <a:off x="5821963" y="20332864"/>
              <a:ext cx="93254" cy="84559"/>
            </a:xfrm>
            <a:custGeom>
              <a:avLst/>
              <a:gdLst/>
              <a:ahLst/>
              <a:cxnLst/>
              <a:rect l="l" t="t" r="r" b="b"/>
              <a:pathLst>
                <a:path w="4700" h="5155" extrusionOk="0">
                  <a:moveTo>
                    <a:pt x="2881" y="0"/>
                  </a:moveTo>
                  <a:lnTo>
                    <a:pt x="2274" y="1516"/>
                  </a:lnTo>
                  <a:lnTo>
                    <a:pt x="304" y="1516"/>
                  </a:lnTo>
                  <a:lnTo>
                    <a:pt x="0" y="2425"/>
                  </a:lnTo>
                  <a:lnTo>
                    <a:pt x="1668" y="3638"/>
                  </a:lnTo>
                  <a:lnTo>
                    <a:pt x="1668" y="4699"/>
                  </a:lnTo>
                  <a:lnTo>
                    <a:pt x="2274" y="5154"/>
                  </a:lnTo>
                  <a:lnTo>
                    <a:pt x="3790" y="4699"/>
                  </a:lnTo>
                  <a:lnTo>
                    <a:pt x="3942" y="4093"/>
                  </a:lnTo>
                  <a:lnTo>
                    <a:pt x="3790" y="3790"/>
                  </a:lnTo>
                  <a:lnTo>
                    <a:pt x="4397" y="3638"/>
                  </a:lnTo>
                  <a:lnTo>
                    <a:pt x="4700" y="3032"/>
                  </a:lnTo>
                  <a:lnTo>
                    <a:pt x="379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" name="Google Shape;46;p7">
              <a:extLst>
                <a:ext uri="{FF2B5EF4-FFF2-40B4-BE49-F238E27FC236}">
                  <a16:creationId xmlns:a16="http://schemas.microsoft.com/office/drawing/2014/main" id="{77B2C19E-FB5D-94C2-EFCD-BA1865000A21}"/>
                </a:ext>
              </a:extLst>
            </p:cNvPr>
            <p:cNvSpPr/>
            <p:nvPr/>
          </p:nvSpPr>
          <p:spPr>
            <a:xfrm>
              <a:off x="5719702" y="20061817"/>
              <a:ext cx="60178" cy="62185"/>
            </a:xfrm>
            <a:custGeom>
              <a:avLst/>
              <a:gdLst/>
              <a:ahLst/>
              <a:cxnLst/>
              <a:rect l="l" t="t" r="r" b="b"/>
              <a:pathLst>
                <a:path w="3033" h="3791" extrusionOk="0">
                  <a:moveTo>
                    <a:pt x="1365" y="1"/>
                  </a:moveTo>
                  <a:lnTo>
                    <a:pt x="0" y="1971"/>
                  </a:lnTo>
                  <a:lnTo>
                    <a:pt x="152" y="2578"/>
                  </a:lnTo>
                  <a:lnTo>
                    <a:pt x="1365" y="3790"/>
                  </a:lnTo>
                  <a:lnTo>
                    <a:pt x="2123" y="3487"/>
                  </a:lnTo>
                  <a:lnTo>
                    <a:pt x="3032" y="1365"/>
                  </a:lnTo>
                  <a:lnTo>
                    <a:pt x="2881" y="910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" name="Google Shape;47;p7">
              <a:extLst>
                <a:ext uri="{FF2B5EF4-FFF2-40B4-BE49-F238E27FC236}">
                  <a16:creationId xmlns:a16="http://schemas.microsoft.com/office/drawing/2014/main" id="{58BD34C1-718C-937B-1004-A4D47C09A4C0}"/>
                </a:ext>
              </a:extLst>
            </p:cNvPr>
            <p:cNvSpPr/>
            <p:nvPr/>
          </p:nvSpPr>
          <p:spPr>
            <a:xfrm>
              <a:off x="5749781" y="20178690"/>
              <a:ext cx="153412" cy="179041"/>
            </a:xfrm>
            <a:custGeom>
              <a:avLst/>
              <a:gdLst/>
              <a:ahLst/>
              <a:cxnLst/>
              <a:rect l="l" t="t" r="r" b="b"/>
              <a:pathLst>
                <a:path w="7732" h="10915" extrusionOk="0">
                  <a:moveTo>
                    <a:pt x="910" y="0"/>
                  </a:moveTo>
                  <a:lnTo>
                    <a:pt x="303" y="455"/>
                  </a:lnTo>
                  <a:lnTo>
                    <a:pt x="0" y="3487"/>
                  </a:lnTo>
                  <a:lnTo>
                    <a:pt x="152" y="3790"/>
                  </a:lnTo>
                  <a:lnTo>
                    <a:pt x="1819" y="5761"/>
                  </a:lnTo>
                  <a:lnTo>
                    <a:pt x="1213" y="5912"/>
                  </a:lnTo>
                  <a:lnTo>
                    <a:pt x="1061" y="6822"/>
                  </a:lnTo>
                  <a:lnTo>
                    <a:pt x="1213" y="7125"/>
                  </a:lnTo>
                  <a:lnTo>
                    <a:pt x="1971" y="8035"/>
                  </a:lnTo>
                  <a:lnTo>
                    <a:pt x="2426" y="7883"/>
                  </a:lnTo>
                  <a:lnTo>
                    <a:pt x="2274" y="8186"/>
                  </a:lnTo>
                  <a:lnTo>
                    <a:pt x="2426" y="8793"/>
                  </a:lnTo>
                  <a:lnTo>
                    <a:pt x="3184" y="9247"/>
                  </a:lnTo>
                  <a:lnTo>
                    <a:pt x="3638" y="9247"/>
                  </a:lnTo>
                  <a:lnTo>
                    <a:pt x="3184" y="9702"/>
                  </a:lnTo>
                  <a:lnTo>
                    <a:pt x="3184" y="10157"/>
                  </a:lnTo>
                  <a:lnTo>
                    <a:pt x="3790" y="10915"/>
                  </a:lnTo>
                  <a:lnTo>
                    <a:pt x="4548" y="10915"/>
                  </a:lnTo>
                  <a:lnTo>
                    <a:pt x="5003" y="10309"/>
                  </a:lnTo>
                  <a:lnTo>
                    <a:pt x="5003" y="10157"/>
                  </a:lnTo>
                  <a:lnTo>
                    <a:pt x="5761" y="10157"/>
                  </a:lnTo>
                  <a:lnTo>
                    <a:pt x="6216" y="9551"/>
                  </a:lnTo>
                  <a:lnTo>
                    <a:pt x="6216" y="9096"/>
                  </a:lnTo>
                  <a:lnTo>
                    <a:pt x="6216" y="8944"/>
                  </a:lnTo>
                  <a:lnTo>
                    <a:pt x="7428" y="8944"/>
                  </a:lnTo>
                  <a:lnTo>
                    <a:pt x="7731" y="8186"/>
                  </a:lnTo>
                  <a:lnTo>
                    <a:pt x="6822" y="6670"/>
                  </a:lnTo>
                  <a:lnTo>
                    <a:pt x="6216" y="6367"/>
                  </a:lnTo>
                  <a:lnTo>
                    <a:pt x="5154" y="6822"/>
                  </a:lnTo>
                  <a:lnTo>
                    <a:pt x="5003" y="7428"/>
                  </a:lnTo>
                  <a:lnTo>
                    <a:pt x="5306" y="7883"/>
                  </a:lnTo>
                  <a:lnTo>
                    <a:pt x="5154" y="7883"/>
                  </a:lnTo>
                  <a:lnTo>
                    <a:pt x="4396" y="8338"/>
                  </a:lnTo>
                  <a:lnTo>
                    <a:pt x="4245" y="8944"/>
                  </a:lnTo>
                  <a:lnTo>
                    <a:pt x="3942" y="8944"/>
                  </a:lnTo>
                  <a:lnTo>
                    <a:pt x="4548" y="8035"/>
                  </a:lnTo>
                  <a:lnTo>
                    <a:pt x="4245" y="7277"/>
                  </a:lnTo>
                  <a:lnTo>
                    <a:pt x="3184" y="7125"/>
                  </a:lnTo>
                  <a:lnTo>
                    <a:pt x="3032" y="7277"/>
                  </a:lnTo>
                  <a:lnTo>
                    <a:pt x="3032" y="6670"/>
                  </a:lnTo>
                  <a:lnTo>
                    <a:pt x="2729" y="6367"/>
                  </a:lnTo>
                  <a:lnTo>
                    <a:pt x="4851" y="6670"/>
                  </a:lnTo>
                  <a:lnTo>
                    <a:pt x="5306" y="6367"/>
                  </a:lnTo>
                  <a:lnTo>
                    <a:pt x="5609" y="5306"/>
                  </a:lnTo>
                  <a:lnTo>
                    <a:pt x="5154" y="4851"/>
                  </a:lnTo>
                  <a:lnTo>
                    <a:pt x="3184" y="4548"/>
                  </a:lnTo>
                  <a:lnTo>
                    <a:pt x="2729" y="3942"/>
                  </a:lnTo>
                  <a:lnTo>
                    <a:pt x="3487" y="2426"/>
                  </a:lnTo>
                  <a:lnTo>
                    <a:pt x="3487" y="2123"/>
                  </a:lnTo>
                  <a:lnTo>
                    <a:pt x="2729" y="304"/>
                  </a:lnTo>
                  <a:lnTo>
                    <a:pt x="227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" name="Google Shape;48;p7">
              <a:extLst>
                <a:ext uri="{FF2B5EF4-FFF2-40B4-BE49-F238E27FC236}">
                  <a16:creationId xmlns:a16="http://schemas.microsoft.com/office/drawing/2014/main" id="{B742051A-A776-622E-E4F0-D6120284C8F0}"/>
                </a:ext>
              </a:extLst>
            </p:cNvPr>
            <p:cNvSpPr/>
            <p:nvPr/>
          </p:nvSpPr>
          <p:spPr>
            <a:xfrm>
              <a:off x="2302889" y="21424468"/>
              <a:ext cx="120337" cy="52228"/>
            </a:xfrm>
            <a:custGeom>
              <a:avLst/>
              <a:gdLst/>
              <a:ahLst/>
              <a:cxnLst/>
              <a:rect l="l" t="t" r="r" b="b"/>
              <a:pathLst>
                <a:path w="6065" h="3184" extrusionOk="0">
                  <a:moveTo>
                    <a:pt x="1668" y="1"/>
                  </a:moveTo>
                  <a:lnTo>
                    <a:pt x="1062" y="152"/>
                  </a:lnTo>
                  <a:lnTo>
                    <a:pt x="0" y="1062"/>
                  </a:lnTo>
                  <a:lnTo>
                    <a:pt x="0" y="1668"/>
                  </a:lnTo>
                  <a:lnTo>
                    <a:pt x="1365" y="2881"/>
                  </a:lnTo>
                  <a:lnTo>
                    <a:pt x="1668" y="3032"/>
                  </a:lnTo>
                  <a:lnTo>
                    <a:pt x="5761" y="3184"/>
                  </a:lnTo>
                  <a:lnTo>
                    <a:pt x="6064" y="2274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" name="Google Shape;49;p7">
              <a:extLst>
                <a:ext uri="{FF2B5EF4-FFF2-40B4-BE49-F238E27FC236}">
                  <a16:creationId xmlns:a16="http://schemas.microsoft.com/office/drawing/2014/main" id="{681E8B3F-296C-2AB8-1D5F-6D0E985E6B49}"/>
                </a:ext>
              </a:extLst>
            </p:cNvPr>
            <p:cNvSpPr/>
            <p:nvPr/>
          </p:nvSpPr>
          <p:spPr>
            <a:xfrm>
              <a:off x="1848725" y="20091655"/>
              <a:ext cx="183491" cy="74618"/>
            </a:xfrm>
            <a:custGeom>
              <a:avLst/>
              <a:gdLst/>
              <a:ahLst/>
              <a:cxnLst/>
              <a:rect l="l" t="t" r="r" b="b"/>
              <a:pathLst>
                <a:path w="9248" h="4549" extrusionOk="0">
                  <a:moveTo>
                    <a:pt x="1364" y="1"/>
                  </a:moveTo>
                  <a:lnTo>
                    <a:pt x="1061" y="152"/>
                  </a:lnTo>
                  <a:lnTo>
                    <a:pt x="0" y="1062"/>
                  </a:lnTo>
                  <a:lnTo>
                    <a:pt x="303" y="1820"/>
                  </a:lnTo>
                  <a:lnTo>
                    <a:pt x="3184" y="1820"/>
                  </a:lnTo>
                  <a:lnTo>
                    <a:pt x="5003" y="3032"/>
                  </a:lnTo>
                  <a:lnTo>
                    <a:pt x="4396" y="3790"/>
                  </a:lnTo>
                  <a:lnTo>
                    <a:pt x="4851" y="4548"/>
                  </a:lnTo>
                  <a:lnTo>
                    <a:pt x="8944" y="4548"/>
                  </a:lnTo>
                  <a:lnTo>
                    <a:pt x="9247" y="3639"/>
                  </a:lnTo>
                  <a:lnTo>
                    <a:pt x="424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" name="Google Shape;50;p7">
              <a:extLst>
                <a:ext uri="{FF2B5EF4-FFF2-40B4-BE49-F238E27FC236}">
                  <a16:creationId xmlns:a16="http://schemas.microsoft.com/office/drawing/2014/main" id="{044FACBE-01C6-8DBF-393F-42892E7904D9}"/>
                </a:ext>
              </a:extLst>
            </p:cNvPr>
            <p:cNvSpPr/>
            <p:nvPr/>
          </p:nvSpPr>
          <p:spPr>
            <a:xfrm>
              <a:off x="2017156" y="20153823"/>
              <a:ext cx="120317" cy="39794"/>
            </a:xfrm>
            <a:custGeom>
              <a:avLst/>
              <a:gdLst/>
              <a:ahLst/>
              <a:cxnLst/>
              <a:rect l="l" t="t" r="r" b="b"/>
              <a:pathLst>
                <a:path w="6064" h="2426" extrusionOk="0">
                  <a:moveTo>
                    <a:pt x="910" y="0"/>
                  </a:moveTo>
                  <a:lnTo>
                    <a:pt x="607" y="758"/>
                  </a:lnTo>
                  <a:lnTo>
                    <a:pt x="607" y="910"/>
                  </a:lnTo>
                  <a:lnTo>
                    <a:pt x="455" y="910"/>
                  </a:lnTo>
                  <a:lnTo>
                    <a:pt x="0" y="1365"/>
                  </a:lnTo>
                  <a:lnTo>
                    <a:pt x="0" y="1668"/>
                  </a:lnTo>
                  <a:lnTo>
                    <a:pt x="455" y="2123"/>
                  </a:lnTo>
                  <a:lnTo>
                    <a:pt x="2426" y="2123"/>
                  </a:lnTo>
                  <a:lnTo>
                    <a:pt x="3032" y="2426"/>
                  </a:lnTo>
                  <a:lnTo>
                    <a:pt x="3942" y="1820"/>
                  </a:lnTo>
                  <a:lnTo>
                    <a:pt x="5306" y="1820"/>
                  </a:lnTo>
                  <a:lnTo>
                    <a:pt x="5761" y="1668"/>
                  </a:lnTo>
                  <a:lnTo>
                    <a:pt x="6064" y="1062"/>
                  </a:lnTo>
                  <a:lnTo>
                    <a:pt x="5761" y="304"/>
                  </a:lnTo>
                  <a:lnTo>
                    <a:pt x="288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" name="Google Shape;51;p7">
              <a:extLst>
                <a:ext uri="{FF2B5EF4-FFF2-40B4-BE49-F238E27FC236}">
                  <a16:creationId xmlns:a16="http://schemas.microsoft.com/office/drawing/2014/main" id="{14E1F452-1A41-C680-84D7-C372C271D6FF}"/>
                </a:ext>
              </a:extLst>
            </p:cNvPr>
            <p:cNvSpPr/>
            <p:nvPr/>
          </p:nvSpPr>
          <p:spPr>
            <a:xfrm>
              <a:off x="1929935" y="20168733"/>
              <a:ext cx="66190" cy="34841"/>
            </a:xfrm>
            <a:custGeom>
              <a:avLst/>
              <a:gdLst/>
              <a:ahLst/>
              <a:cxnLst/>
              <a:rect l="l" t="t" r="r" b="b"/>
              <a:pathLst>
                <a:path w="3336" h="2124" extrusionOk="0">
                  <a:moveTo>
                    <a:pt x="455" y="1"/>
                  </a:moveTo>
                  <a:lnTo>
                    <a:pt x="0" y="456"/>
                  </a:lnTo>
                  <a:lnTo>
                    <a:pt x="0" y="1214"/>
                  </a:lnTo>
                  <a:lnTo>
                    <a:pt x="152" y="1517"/>
                  </a:lnTo>
                  <a:lnTo>
                    <a:pt x="758" y="2123"/>
                  </a:lnTo>
                  <a:lnTo>
                    <a:pt x="2880" y="2123"/>
                  </a:lnTo>
                  <a:lnTo>
                    <a:pt x="3335" y="1668"/>
                  </a:lnTo>
                  <a:lnTo>
                    <a:pt x="3335" y="1062"/>
                  </a:lnTo>
                  <a:lnTo>
                    <a:pt x="3183" y="759"/>
                  </a:lnTo>
                  <a:lnTo>
                    <a:pt x="2577" y="153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" name="Google Shape;52;p7">
              <a:extLst>
                <a:ext uri="{FF2B5EF4-FFF2-40B4-BE49-F238E27FC236}">
                  <a16:creationId xmlns:a16="http://schemas.microsoft.com/office/drawing/2014/main" id="{AEBBDE72-48C7-86AC-B51E-D3AE0E9117F1}"/>
                </a:ext>
              </a:extLst>
            </p:cNvPr>
            <p:cNvSpPr/>
            <p:nvPr/>
          </p:nvSpPr>
          <p:spPr>
            <a:xfrm>
              <a:off x="2143485" y="20173720"/>
              <a:ext cx="42123" cy="24884"/>
            </a:xfrm>
            <a:custGeom>
              <a:avLst/>
              <a:gdLst/>
              <a:ahLst/>
              <a:cxnLst/>
              <a:rect l="l" t="t" r="r" b="b"/>
              <a:pathLst>
                <a:path w="2123" h="1517" extrusionOk="0">
                  <a:moveTo>
                    <a:pt x="758" y="0"/>
                  </a:moveTo>
                  <a:lnTo>
                    <a:pt x="303" y="152"/>
                  </a:lnTo>
                  <a:lnTo>
                    <a:pt x="0" y="758"/>
                  </a:lnTo>
                  <a:lnTo>
                    <a:pt x="455" y="1516"/>
                  </a:lnTo>
                  <a:lnTo>
                    <a:pt x="1364" y="1516"/>
                  </a:lnTo>
                  <a:lnTo>
                    <a:pt x="1819" y="1213"/>
                  </a:lnTo>
                  <a:lnTo>
                    <a:pt x="2122" y="607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" name="Google Shape;53;p7">
              <a:extLst>
                <a:ext uri="{FF2B5EF4-FFF2-40B4-BE49-F238E27FC236}">
                  <a16:creationId xmlns:a16="http://schemas.microsoft.com/office/drawing/2014/main" id="{8BC424AD-FA25-6428-482E-0FF72D927CAC}"/>
                </a:ext>
              </a:extLst>
            </p:cNvPr>
            <p:cNvSpPr/>
            <p:nvPr/>
          </p:nvSpPr>
          <p:spPr>
            <a:xfrm>
              <a:off x="892260" y="19134328"/>
              <a:ext cx="1894893" cy="2292650"/>
            </a:xfrm>
            <a:custGeom>
              <a:avLst/>
              <a:gdLst/>
              <a:ahLst/>
              <a:cxnLst/>
              <a:rect l="l" t="t" r="r" b="b"/>
              <a:pathLst>
                <a:path w="95503" h="139768" extrusionOk="0">
                  <a:moveTo>
                    <a:pt x="67458" y="15311"/>
                  </a:moveTo>
                  <a:lnTo>
                    <a:pt x="65791" y="16523"/>
                  </a:lnTo>
                  <a:lnTo>
                    <a:pt x="65791" y="16523"/>
                  </a:lnTo>
                  <a:lnTo>
                    <a:pt x="66094" y="16069"/>
                  </a:lnTo>
                  <a:lnTo>
                    <a:pt x="65639" y="15462"/>
                  </a:lnTo>
                  <a:lnTo>
                    <a:pt x="67458" y="15311"/>
                  </a:lnTo>
                  <a:close/>
                  <a:moveTo>
                    <a:pt x="23951" y="30621"/>
                  </a:moveTo>
                  <a:lnTo>
                    <a:pt x="24255" y="30773"/>
                  </a:lnTo>
                  <a:lnTo>
                    <a:pt x="24255" y="31531"/>
                  </a:lnTo>
                  <a:lnTo>
                    <a:pt x="24103" y="31683"/>
                  </a:lnTo>
                  <a:lnTo>
                    <a:pt x="24103" y="30925"/>
                  </a:lnTo>
                  <a:lnTo>
                    <a:pt x="23951" y="30621"/>
                  </a:lnTo>
                  <a:close/>
                  <a:moveTo>
                    <a:pt x="55331" y="32441"/>
                  </a:moveTo>
                  <a:lnTo>
                    <a:pt x="55634" y="33653"/>
                  </a:lnTo>
                  <a:lnTo>
                    <a:pt x="53967" y="33653"/>
                  </a:lnTo>
                  <a:lnTo>
                    <a:pt x="53209" y="33198"/>
                  </a:lnTo>
                  <a:lnTo>
                    <a:pt x="52754" y="33198"/>
                  </a:lnTo>
                  <a:lnTo>
                    <a:pt x="51693" y="33653"/>
                  </a:lnTo>
                  <a:lnTo>
                    <a:pt x="51086" y="33653"/>
                  </a:lnTo>
                  <a:lnTo>
                    <a:pt x="51390" y="33350"/>
                  </a:lnTo>
                  <a:lnTo>
                    <a:pt x="55331" y="32441"/>
                  </a:lnTo>
                  <a:close/>
                  <a:moveTo>
                    <a:pt x="56392" y="34563"/>
                  </a:moveTo>
                  <a:lnTo>
                    <a:pt x="56847" y="35018"/>
                  </a:lnTo>
                  <a:lnTo>
                    <a:pt x="57150" y="35169"/>
                  </a:lnTo>
                  <a:lnTo>
                    <a:pt x="58514" y="35018"/>
                  </a:lnTo>
                  <a:lnTo>
                    <a:pt x="58818" y="36079"/>
                  </a:lnTo>
                  <a:lnTo>
                    <a:pt x="58211" y="36079"/>
                  </a:lnTo>
                  <a:lnTo>
                    <a:pt x="56998" y="36988"/>
                  </a:lnTo>
                  <a:lnTo>
                    <a:pt x="56392" y="37140"/>
                  </a:lnTo>
                  <a:lnTo>
                    <a:pt x="56695" y="35472"/>
                  </a:lnTo>
                  <a:lnTo>
                    <a:pt x="56240" y="34866"/>
                  </a:lnTo>
                  <a:lnTo>
                    <a:pt x="56392" y="34563"/>
                  </a:lnTo>
                  <a:close/>
                  <a:moveTo>
                    <a:pt x="53967" y="35624"/>
                  </a:moveTo>
                  <a:lnTo>
                    <a:pt x="53663" y="35776"/>
                  </a:lnTo>
                  <a:lnTo>
                    <a:pt x="53663" y="35927"/>
                  </a:lnTo>
                  <a:lnTo>
                    <a:pt x="51541" y="38959"/>
                  </a:lnTo>
                  <a:lnTo>
                    <a:pt x="51390" y="38959"/>
                  </a:lnTo>
                  <a:lnTo>
                    <a:pt x="53209" y="35776"/>
                  </a:lnTo>
                  <a:lnTo>
                    <a:pt x="53967" y="35624"/>
                  </a:lnTo>
                  <a:close/>
                  <a:moveTo>
                    <a:pt x="57302" y="38807"/>
                  </a:moveTo>
                  <a:lnTo>
                    <a:pt x="57150" y="38959"/>
                  </a:lnTo>
                  <a:lnTo>
                    <a:pt x="56847" y="38959"/>
                  </a:lnTo>
                  <a:lnTo>
                    <a:pt x="56998" y="38807"/>
                  </a:lnTo>
                  <a:close/>
                  <a:moveTo>
                    <a:pt x="94442" y="0"/>
                  </a:moveTo>
                  <a:lnTo>
                    <a:pt x="80495" y="1061"/>
                  </a:lnTo>
                  <a:lnTo>
                    <a:pt x="80040" y="1516"/>
                  </a:lnTo>
                  <a:lnTo>
                    <a:pt x="80040" y="2122"/>
                  </a:lnTo>
                  <a:lnTo>
                    <a:pt x="80495" y="2577"/>
                  </a:lnTo>
                  <a:lnTo>
                    <a:pt x="79586" y="2577"/>
                  </a:lnTo>
                  <a:lnTo>
                    <a:pt x="79282" y="3335"/>
                  </a:lnTo>
                  <a:lnTo>
                    <a:pt x="79434" y="3638"/>
                  </a:lnTo>
                  <a:lnTo>
                    <a:pt x="79434" y="3638"/>
                  </a:lnTo>
                  <a:lnTo>
                    <a:pt x="78221" y="3335"/>
                  </a:lnTo>
                  <a:lnTo>
                    <a:pt x="77766" y="4093"/>
                  </a:lnTo>
                  <a:lnTo>
                    <a:pt x="78070" y="4548"/>
                  </a:lnTo>
                  <a:lnTo>
                    <a:pt x="75341" y="4548"/>
                  </a:lnTo>
                  <a:lnTo>
                    <a:pt x="75038" y="5306"/>
                  </a:lnTo>
                  <a:lnTo>
                    <a:pt x="75493" y="5760"/>
                  </a:lnTo>
                  <a:lnTo>
                    <a:pt x="74583" y="5760"/>
                  </a:lnTo>
                  <a:lnTo>
                    <a:pt x="72916" y="5003"/>
                  </a:lnTo>
                  <a:lnTo>
                    <a:pt x="72461" y="5154"/>
                  </a:lnTo>
                  <a:lnTo>
                    <a:pt x="70793" y="6518"/>
                  </a:lnTo>
                  <a:lnTo>
                    <a:pt x="71096" y="7276"/>
                  </a:lnTo>
                  <a:lnTo>
                    <a:pt x="74735" y="7580"/>
                  </a:lnTo>
                  <a:lnTo>
                    <a:pt x="74583" y="7731"/>
                  </a:lnTo>
                  <a:lnTo>
                    <a:pt x="73522" y="8489"/>
                  </a:lnTo>
                  <a:lnTo>
                    <a:pt x="73522" y="8489"/>
                  </a:lnTo>
                  <a:lnTo>
                    <a:pt x="73673" y="8186"/>
                  </a:lnTo>
                  <a:lnTo>
                    <a:pt x="73370" y="7580"/>
                  </a:lnTo>
                  <a:lnTo>
                    <a:pt x="72158" y="7580"/>
                  </a:lnTo>
                  <a:lnTo>
                    <a:pt x="71854" y="7731"/>
                  </a:lnTo>
                  <a:lnTo>
                    <a:pt x="68974" y="10763"/>
                  </a:lnTo>
                  <a:lnTo>
                    <a:pt x="69277" y="11521"/>
                  </a:lnTo>
                  <a:lnTo>
                    <a:pt x="70490" y="11369"/>
                  </a:lnTo>
                  <a:lnTo>
                    <a:pt x="70490" y="11369"/>
                  </a:lnTo>
                  <a:lnTo>
                    <a:pt x="68368" y="12734"/>
                  </a:lnTo>
                  <a:lnTo>
                    <a:pt x="68519" y="12127"/>
                  </a:lnTo>
                  <a:lnTo>
                    <a:pt x="68216" y="11673"/>
                  </a:lnTo>
                  <a:lnTo>
                    <a:pt x="67155" y="11521"/>
                  </a:lnTo>
                  <a:lnTo>
                    <a:pt x="66852" y="9853"/>
                  </a:lnTo>
                  <a:lnTo>
                    <a:pt x="66245" y="9399"/>
                  </a:lnTo>
                  <a:lnTo>
                    <a:pt x="65791" y="9702"/>
                  </a:lnTo>
                  <a:lnTo>
                    <a:pt x="65942" y="9399"/>
                  </a:lnTo>
                  <a:lnTo>
                    <a:pt x="66245" y="8792"/>
                  </a:lnTo>
                  <a:lnTo>
                    <a:pt x="66397" y="9399"/>
                  </a:lnTo>
                  <a:lnTo>
                    <a:pt x="67003" y="9702"/>
                  </a:lnTo>
                  <a:lnTo>
                    <a:pt x="70035" y="8944"/>
                  </a:lnTo>
                  <a:lnTo>
                    <a:pt x="70338" y="8186"/>
                  </a:lnTo>
                  <a:lnTo>
                    <a:pt x="69732" y="7428"/>
                  </a:lnTo>
                  <a:lnTo>
                    <a:pt x="69277" y="7276"/>
                  </a:lnTo>
                  <a:lnTo>
                    <a:pt x="66549" y="7883"/>
                  </a:lnTo>
                  <a:lnTo>
                    <a:pt x="65942" y="7276"/>
                  </a:lnTo>
                  <a:lnTo>
                    <a:pt x="62001" y="8489"/>
                  </a:lnTo>
                  <a:lnTo>
                    <a:pt x="61849" y="9247"/>
                  </a:lnTo>
                  <a:lnTo>
                    <a:pt x="62910" y="10308"/>
                  </a:lnTo>
                  <a:lnTo>
                    <a:pt x="63365" y="10460"/>
                  </a:lnTo>
                  <a:lnTo>
                    <a:pt x="65336" y="9853"/>
                  </a:lnTo>
                  <a:lnTo>
                    <a:pt x="65336" y="9853"/>
                  </a:lnTo>
                  <a:lnTo>
                    <a:pt x="63668" y="10460"/>
                  </a:lnTo>
                  <a:lnTo>
                    <a:pt x="63517" y="11066"/>
                  </a:lnTo>
                  <a:lnTo>
                    <a:pt x="63972" y="11976"/>
                  </a:lnTo>
                  <a:lnTo>
                    <a:pt x="61243" y="13340"/>
                  </a:lnTo>
                  <a:lnTo>
                    <a:pt x="55634" y="12279"/>
                  </a:lnTo>
                  <a:lnTo>
                    <a:pt x="55331" y="12279"/>
                  </a:lnTo>
                  <a:lnTo>
                    <a:pt x="52602" y="13643"/>
                  </a:lnTo>
                  <a:lnTo>
                    <a:pt x="45326" y="10763"/>
                  </a:lnTo>
                  <a:lnTo>
                    <a:pt x="45174" y="10763"/>
                  </a:lnTo>
                  <a:lnTo>
                    <a:pt x="31379" y="11066"/>
                  </a:lnTo>
                  <a:lnTo>
                    <a:pt x="29257" y="10157"/>
                  </a:lnTo>
                  <a:lnTo>
                    <a:pt x="17433" y="10157"/>
                  </a:lnTo>
                  <a:lnTo>
                    <a:pt x="17281" y="10308"/>
                  </a:lnTo>
                  <a:lnTo>
                    <a:pt x="12582" y="12127"/>
                  </a:lnTo>
                  <a:lnTo>
                    <a:pt x="12279" y="12582"/>
                  </a:lnTo>
                  <a:lnTo>
                    <a:pt x="12279" y="14250"/>
                  </a:lnTo>
                  <a:lnTo>
                    <a:pt x="7428" y="14098"/>
                  </a:lnTo>
                  <a:lnTo>
                    <a:pt x="7125" y="14250"/>
                  </a:lnTo>
                  <a:lnTo>
                    <a:pt x="6064" y="15765"/>
                  </a:lnTo>
                  <a:lnTo>
                    <a:pt x="6518" y="16372"/>
                  </a:lnTo>
                  <a:lnTo>
                    <a:pt x="8186" y="16372"/>
                  </a:lnTo>
                  <a:lnTo>
                    <a:pt x="5003" y="17585"/>
                  </a:lnTo>
                  <a:lnTo>
                    <a:pt x="4851" y="17736"/>
                  </a:lnTo>
                  <a:lnTo>
                    <a:pt x="2122" y="21374"/>
                  </a:lnTo>
                  <a:lnTo>
                    <a:pt x="2425" y="22132"/>
                  </a:lnTo>
                  <a:lnTo>
                    <a:pt x="3183" y="22132"/>
                  </a:lnTo>
                  <a:lnTo>
                    <a:pt x="0" y="24255"/>
                  </a:lnTo>
                  <a:lnTo>
                    <a:pt x="152" y="25164"/>
                  </a:lnTo>
                  <a:lnTo>
                    <a:pt x="1819" y="25316"/>
                  </a:lnTo>
                  <a:lnTo>
                    <a:pt x="2122" y="25164"/>
                  </a:lnTo>
                  <a:lnTo>
                    <a:pt x="10763" y="21071"/>
                  </a:lnTo>
                  <a:lnTo>
                    <a:pt x="20465" y="20768"/>
                  </a:lnTo>
                  <a:lnTo>
                    <a:pt x="23194" y="23497"/>
                  </a:lnTo>
                  <a:lnTo>
                    <a:pt x="22132" y="28651"/>
                  </a:lnTo>
                  <a:lnTo>
                    <a:pt x="22284" y="29106"/>
                  </a:lnTo>
                  <a:lnTo>
                    <a:pt x="23648" y="30318"/>
                  </a:lnTo>
                  <a:lnTo>
                    <a:pt x="22284" y="29257"/>
                  </a:lnTo>
                  <a:lnTo>
                    <a:pt x="21829" y="29257"/>
                  </a:lnTo>
                  <a:lnTo>
                    <a:pt x="21071" y="29863"/>
                  </a:lnTo>
                  <a:lnTo>
                    <a:pt x="21071" y="30470"/>
                  </a:lnTo>
                  <a:lnTo>
                    <a:pt x="22132" y="31986"/>
                  </a:lnTo>
                  <a:lnTo>
                    <a:pt x="22436" y="32137"/>
                  </a:lnTo>
                  <a:lnTo>
                    <a:pt x="23648" y="32137"/>
                  </a:lnTo>
                  <a:lnTo>
                    <a:pt x="23800" y="31986"/>
                  </a:lnTo>
                  <a:lnTo>
                    <a:pt x="16675" y="39565"/>
                  </a:lnTo>
                  <a:lnTo>
                    <a:pt x="16523" y="39869"/>
                  </a:lnTo>
                  <a:lnTo>
                    <a:pt x="16523" y="46084"/>
                  </a:lnTo>
                  <a:lnTo>
                    <a:pt x="16675" y="46387"/>
                  </a:lnTo>
                  <a:lnTo>
                    <a:pt x="19404" y="49116"/>
                  </a:lnTo>
                  <a:lnTo>
                    <a:pt x="19707" y="53512"/>
                  </a:lnTo>
                  <a:lnTo>
                    <a:pt x="19858" y="53663"/>
                  </a:lnTo>
                  <a:lnTo>
                    <a:pt x="22890" y="59424"/>
                  </a:lnTo>
                  <a:lnTo>
                    <a:pt x="23497" y="59575"/>
                  </a:lnTo>
                  <a:lnTo>
                    <a:pt x="24709" y="58514"/>
                  </a:lnTo>
                  <a:lnTo>
                    <a:pt x="24861" y="58059"/>
                  </a:lnTo>
                  <a:lnTo>
                    <a:pt x="22587" y="53057"/>
                  </a:lnTo>
                  <a:lnTo>
                    <a:pt x="22587" y="50631"/>
                  </a:lnTo>
                  <a:lnTo>
                    <a:pt x="23042" y="50631"/>
                  </a:lnTo>
                  <a:lnTo>
                    <a:pt x="23194" y="52905"/>
                  </a:lnTo>
                  <a:lnTo>
                    <a:pt x="23194" y="53057"/>
                  </a:lnTo>
                  <a:lnTo>
                    <a:pt x="27741" y="63820"/>
                  </a:lnTo>
                  <a:lnTo>
                    <a:pt x="27893" y="63972"/>
                  </a:lnTo>
                  <a:lnTo>
                    <a:pt x="35321" y="67155"/>
                  </a:lnTo>
                  <a:lnTo>
                    <a:pt x="35624" y="67155"/>
                  </a:lnTo>
                  <a:lnTo>
                    <a:pt x="37292" y="66700"/>
                  </a:lnTo>
                  <a:lnTo>
                    <a:pt x="38656" y="68216"/>
                  </a:lnTo>
                  <a:lnTo>
                    <a:pt x="38807" y="68216"/>
                  </a:lnTo>
                  <a:lnTo>
                    <a:pt x="41233" y="69429"/>
                  </a:lnTo>
                  <a:lnTo>
                    <a:pt x="43204" y="70338"/>
                  </a:lnTo>
                  <a:lnTo>
                    <a:pt x="44719" y="72309"/>
                  </a:lnTo>
                  <a:lnTo>
                    <a:pt x="46539" y="74735"/>
                  </a:lnTo>
                  <a:lnTo>
                    <a:pt x="46690" y="74886"/>
                  </a:lnTo>
                  <a:lnTo>
                    <a:pt x="49874" y="76099"/>
                  </a:lnTo>
                  <a:lnTo>
                    <a:pt x="50480" y="75796"/>
                  </a:lnTo>
                  <a:lnTo>
                    <a:pt x="50935" y="75189"/>
                  </a:lnTo>
                  <a:lnTo>
                    <a:pt x="51844" y="75189"/>
                  </a:lnTo>
                  <a:lnTo>
                    <a:pt x="52602" y="77766"/>
                  </a:lnTo>
                  <a:lnTo>
                    <a:pt x="52299" y="80343"/>
                  </a:lnTo>
                  <a:lnTo>
                    <a:pt x="51086" y="81859"/>
                  </a:lnTo>
                  <a:lnTo>
                    <a:pt x="49267" y="84133"/>
                  </a:lnTo>
                  <a:lnTo>
                    <a:pt x="49116" y="84436"/>
                  </a:lnTo>
                  <a:lnTo>
                    <a:pt x="48812" y="89136"/>
                  </a:lnTo>
                  <a:lnTo>
                    <a:pt x="48812" y="89439"/>
                  </a:lnTo>
                  <a:lnTo>
                    <a:pt x="55482" y="100505"/>
                  </a:lnTo>
                  <a:lnTo>
                    <a:pt x="55482" y="100657"/>
                  </a:lnTo>
                  <a:lnTo>
                    <a:pt x="61091" y="104295"/>
                  </a:lnTo>
                  <a:lnTo>
                    <a:pt x="62001" y="127337"/>
                  </a:lnTo>
                  <a:lnTo>
                    <a:pt x="62153" y="127640"/>
                  </a:lnTo>
                  <a:lnTo>
                    <a:pt x="64426" y="129611"/>
                  </a:lnTo>
                  <a:lnTo>
                    <a:pt x="64578" y="133552"/>
                  </a:lnTo>
                  <a:lnTo>
                    <a:pt x="64730" y="133704"/>
                  </a:lnTo>
                  <a:lnTo>
                    <a:pt x="68974" y="139312"/>
                  </a:lnTo>
                  <a:lnTo>
                    <a:pt x="69277" y="139616"/>
                  </a:lnTo>
                  <a:lnTo>
                    <a:pt x="70793" y="139767"/>
                  </a:lnTo>
                  <a:lnTo>
                    <a:pt x="71854" y="139767"/>
                  </a:lnTo>
                  <a:lnTo>
                    <a:pt x="72309" y="139312"/>
                  </a:lnTo>
                  <a:lnTo>
                    <a:pt x="71854" y="127488"/>
                  </a:lnTo>
                  <a:lnTo>
                    <a:pt x="78070" y="124760"/>
                  </a:lnTo>
                  <a:lnTo>
                    <a:pt x="78373" y="124002"/>
                  </a:lnTo>
                  <a:lnTo>
                    <a:pt x="76251" y="121121"/>
                  </a:lnTo>
                  <a:lnTo>
                    <a:pt x="76251" y="121121"/>
                  </a:lnTo>
                  <a:lnTo>
                    <a:pt x="78373" y="121879"/>
                  </a:lnTo>
                  <a:lnTo>
                    <a:pt x="78979" y="121728"/>
                  </a:lnTo>
                  <a:lnTo>
                    <a:pt x="80344" y="119151"/>
                  </a:lnTo>
                  <a:lnTo>
                    <a:pt x="83224" y="114148"/>
                  </a:lnTo>
                  <a:lnTo>
                    <a:pt x="83375" y="113997"/>
                  </a:lnTo>
                  <a:lnTo>
                    <a:pt x="83982" y="109752"/>
                  </a:lnTo>
                  <a:lnTo>
                    <a:pt x="90803" y="106720"/>
                  </a:lnTo>
                  <a:lnTo>
                    <a:pt x="91107" y="106417"/>
                  </a:lnTo>
                  <a:lnTo>
                    <a:pt x="92319" y="96715"/>
                  </a:lnTo>
                  <a:lnTo>
                    <a:pt x="95351" y="92925"/>
                  </a:lnTo>
                  <a:lnTo>
                    <a:pt x="95503" y="92622"/>
                  </a:lnTo>
                  <a:lnTo>
                    <a:pt x="95503" y="90197"/>
                  </a:lnTo>
                  <a:lnTo>
                    <a:pt x="95199" y="89742"/>
                  </a:lnTo>
                  <a:lnTo>
                    <a:pt x="90197" y="86559"/>
                  </a:lnTo>
                  <a:lnTo>
                    <a:pt x="90045" y="86407"/>
                  </a:lnTo>
                  <a:lnTo>
                    <a:pt x="85649" y="86255"/>
                  </a:lnTo>
                  <a:lnTo>
                    <a:pt x="85649" y="85346"/>
                  </a:lnTo>
                  <a:lnTo>
                    <a:pt x="85346" y="84891"/>
                  </a:lnTo>
                  <a:lnTo>
                    <a:pt x="83224" y="83830"/>
                  </a:lnTo>
                  <a:lnTo>
                    <a:pt x="82769" y="83982"/>
                  </a:lnTo>
                  <a:lnTo>
                    <a:pt x="81556" y="84588"/>
                  </a:lnTo>
                  <a:lnTo>
                    <a:pt x="81859" y="83830"/>
                  </a:lnTo>
                  <a:lnTo>
                    <a:pt x="81708" y="83224"/>
                  </a:lnTo>
                  <a:lnTo>
                    <a:pt x="80192" y="82617"/>
                  </a:lnTo>
                  <a:lnTo>
                    <a:pt x="79737" y="82617"/>
                  </a:lnTo>
                  <a:lnTo>
                    <a:pt x="79737" y="82162"/>
                  </a:lnTo>
                  <a:lnTo>
                    <a:pt x="77615" y="77463"/>
                  </a:lnTo>
                  <a:lnTo>
                    <a:pt x="77312" y="77160"/>
                  </a:lnTo>
                  <a:lnTo>
                    <a:pt x="72916" y="76857"/>
                  </a:lnTo>
                  <a:lnTo>
                    <a:pt x="68823" y="73067"/>
                  </a:lnTo>
                  <a:lnTo>
                    <a:pt x="68671" y="72915"/>
                  </a:lnTo>
                  <a:lnTo>
                    <a:pt x="64730" y="72612"/>
                  </a:lnTo>
                  <a:lnTo>
                    <a:pt x="62607" y="71096"/>
                  </a:lnTo>
                  <a:lnTo>
                    <a:pt x="62456" y="70945"/>
                  </a:lnTo>
                  <a:lnTo>
                    <a:pt x="56240" y="70945"/>
                  </a:lnTo>
                  <a:lnTo>
                    <a:pt x="55786" y="71096"/>
                  </a:lnTo>
                  <a:lnTo>
                    <a:pt x="53815" y="73825"/>
                  </a:lnTo>
                  <a:lnTo>
                    <a:pt x="53360" y="73825"/>
                  </a:lnTo>
                  <a:lnTo>
                    <a:pt x="53057" y="73067"/>
                  </a:lnTo>
                  <a:lnTo>
                    <a:pt x="52602" y="72764"/>
                  </a:lnTo>
                  <a:lnTo>
                    <a:pt x="50177" y="73067"/>
                  </a:lnTo>
                  <a:lnTo>
                    <a:pt x="50025" y="73067"/>
                  </a:lnTo>
                  <a:lnTo>
                    <a:pt x="49419" y="73522"/>
                  </a:lnTo>
                  <a:lnTo>
                    <a:pt x="48206" y="72915"/>
                  </a:lnTo>
                  <a:lnTo>
                    <a:pt x="48206" y="72309"/>
                  </a:lnTo>
                  <a:lnTo>
                    <a:pt x="48055" y="66549"/>
                  </a:lnTo>
                  <a:lnTo>
                    <a:pt x="47751" y="66397"/>
                  </a:lnTo>
                  <a:lnTo>
                    <a:pt x="47600" y="66245"/>
                  </a:lnTo>
                  <a:lnTo>
                    <a:pt x="43507" y="66245"/>
                  </a:lnTo>
                  <a:lnTo>
                    <a:pt x="45023" y="63365"/>
                  </a:lnTo>
                  <a:lnTo>
                    <a:pt x="45174" y="63062"/>
                  </a:lnTo>
                  <a:lnTo>
                    <a:pt x="45174" y="61091"/>
                  </a:lnTo>
                  <a:lnTo>
                    <a:pt x="44719" y="60637"/>
                  </a:lnTo>
                  <a:lnTo>
                    <a:pt x="42597" y="60485"/>
                  </a:lnTo>
                  <a:lnTo>
                    <a:pt x="42294" y="60788"/>
                  </a:lnTo>
                  <a:lnTo>
                    <a:pt x="40778" y="63214"/>
                  </a:lnTo>
                  <a:lnTo>
                    <a:pt x="36685" y="63214"/>
                  </a:lnTo>
                  <a:lnTo>
                    <a:pt x="34714" y="58969"/>
                  </a:lnTo>
                  <a:lnTo>
                    <a:pt x="36382" y="56998"/>
                  </a:lnTo>
                  <a:lnTo>
                    <a:pt x="40627" y="51693"/>
                  </a:lnTo>
                  <a:lnTo>
                    <a:pt x="50177" y="51693"/>
                  </a:lnTo>
                  <a:lnTo>
                    <a:pt x="50783" y="56392"/>
                  </a:lnTo>
                  <a:lnTo>
                    <a:pt x="51238" y="56847"/>
                  </a:lnTo>
                  <a:lnTo>
                    <a:pt x="52754" y="56847"/>
                  </a:lnTo>
                  <a:lnTo>
                    <a:pt x="53209" y="56392"/>
                  </a:lnTo>
                  <a:lnTo>
                    <a:pt x="53360" y="50328"/>
                  </a:lnTo>
                  <a:lnTo>
                    <a:pt x="69581" y="36382"/>
                  </a:lnTo>
                  <a:lnTo>
                    <a:pt x="70490" y="36230"/>
                  </a:lnTo>
                  <a:lnTo>
                    <a:pt x="70642" y="36230"/>
                  </a:lnTo>
                  <a:lnTo>
                    <a:pt x="71096" y="36079"/>
                  </a:lnTo>
                  <a:lnTo>
                    <a:pt x="71096" y="36382"/>
                  </a:lnTo>
                  <a:lnTo>
                    <a:pt x="71248" y="37140"/>
                  </a:lnTo>
                  <a:lnTo>
                    <a:pt x="71854" y="37443"/>
                  </a:lnTo>
                  <a:lnTo>
                    <a:pt x="77463" y="35624"/>
                  </a:lnTo>
                  <a:lnTo>
                    <a:pt x="77312" y="34714"/>
                  </a:lnTo>
                  <a:lnTo>
                    <a:pt x="74735" y="34563"/>
                  </a:lnTo>
                  <a:lnTo>
                    <a:pt x="73825" y="33805"/>
                  </a:lnTo>
                  <a:lnTo>
                    <a:pt x="74886" y="32137"/>
                  </a:lnTo>
                  <a:lnTo>
                    <a:pt x="74886" y="31531"/>
                  </a:lnTo>
                  <a:lnTo>
                    <a:pt x="74280" y="30925"/>
                  </a:lnTo>
                  <a:lnTo>
                    <a:pt x="73673" y="30925"/>
                  </a:lnTo>
                  <a:lnTo>
                    <a:pt x="70490" y="32441"/>
                  </a:lnTo>
                  <a:lnTo>
                    <a:pt x="73825" y="30773"/>
                  </a:lnTo>
                  <a:lnTo>
                    <a:pt x="79737" y="30470"/>
                  </a:lnTo>
                  <a:lnTo>
                    <a:pt x="80040" y="30470"/>
                  </a:lnTo>
                  <a:lnTo>
                    <a:pt x="81859" y="29409"/>
                  </a:lnTo>
                  <a:lnTo>
                    <a:pt x="81859" y="29409"/>
                  </a:lnTo>
                  <a:lnTo>
                    <a:pt x="78676" y="32592"/>
                  </a:lnTo>
                  <a:lnTo>
                    <a:pt x="78979" y="33350"/>
                  </a:lnTo>
                  <a:lnTo>
                    <a:pt x="84740" y="33350"/>
                  </a:lnTo>
                  <a:lnTo>
                    <a:pt x="85194" y="32744"/>
                  </a:lnTo>
                  <a:lnTo>
                    <a:pt x="83982" y="30773"/>
                  </a:lnTo>
                  <a:lnTo>
                    <a:pt x="83679" y="30621"/>
                  </a:lnTo>
                  <a:lnTo>
                    <a:pt x="82921" y="30470"/>
                  </a:lnTo>
                  <a:lnTo>
                    <a:pt x="82921" y="29409"/>
                  </a:lnTo>
                  <a:lnTo>
                    <a:pt x="82314" y="29106"/>
                  </a:lnTo>
                  <a:lnTo>
                    <a:pt x="84588" y="28044"/>
                  </a:lnTo>
                  <a:lnTo>
                    <a:pt x="84740" y="27590"/>
                  </a:lnTo>
                  <a:lnTo>
                    <a:pt x="84740" y="26528"/>
                  </a:lnTo>
                  <a:lnTo>
                    <a:pt x="84436" y="26074"/>
                  </a:lnTo>
                  <a:lnTo>
                    <a:pt x="81405" y="25467"/>
                  </a:lnTo>
                  <a:lnTo>
                    <a:pt x="81101" y="20465"/>
                  </a:lnTo>
                  <a:lnTo>
                    <a:pt x="80495" y="20162"/>
                  </a:lnTo>
                  <a:lnTo>
                    <a:pt x="76705" y="21526"/>
                  </a:lnTo>
                  <a:lnTo>
                    <a:pt x="76857" y="19707"/>
                  </a:lnTo>
                  <a:lnTo>
                    <a:pt x="76554" y="19404"/>
                  </a:lnTo>
                  <a:lnTo>
                    <a:pt x="74583" y="17585"/>
                  </a:lnTo>
                  <a:lnTo>
                    <a:pt x="74280" y="17433"/>
                  </a:lnTo>
                  <a:lnTo>
                    <a:pt x="71400" y="17433"/>
                  </a:lnTo>
                  <a:lnTo>
                    <a:pt x="71096" y="17585"/>
                  </a:lnTo>
                  <a:lnTo>
                    <a:pt x="63517" y="28651"/>
                  </a:lnTo>
                  <a:lnTo>
                    <a:pt x="62304" y="28651"/>
                  </a:lnTo>
                  <a:lnTo>
                    <a:pt x="62456" y="25467"/>
                  </a:lnTo>
                  <a:lnTo>
                    <a:pt x="62153" y="25013"/>
                  </a:lnTo>
                  <a:lnTo>
                    <a:pt x="56240" y="21829"/>
                  </a:lnTo>
                  <a:lnTo>
                    <a:pt x="62153" y="17433"/>
                  </a:lnTo>
                  <a:lnTo>
                    <a:pt x="65791" y="16675"/>
                  </a:lnTo>
                  <a:lnTo>
                    <a:pt x="65942" y="17433"/>
                  </a:lnTo>
                  <a:lnTo>
                    <a:pt x="69581" y="17736"/>
                  </a:lnTo>
                  <a:lnTo>
                    <a:pt x="70035" y="17585"/>
                  </a:lnTo>
                  <a:lnTo>
                    <a:pt x="70338" y="16675"/>
                  </a:lnTo>
                  <a:lnTo>
                    <a:pt x="70187" y="16069"/>
                  </a:lnTo>
                  <a:lnTo>
                    <a:pt x="68216" y="15159"/>
                  </a:lnTo>
                  <a:lnTo>
                    <a:pt x="70642" y="14856"/>
                  </a:lnTo>
                  <a:lnTo>
                    <a:pt x="70945" y="14704"/>
                  </a:lnTo>
                  <a:lnTo>
                    <a:pt x="73370" y="12279"/>
                  </a:lnTo>
                  <a:lnTo>
                    <a:pt x="73067" y="11521"/>
                  </a:lnTo>
                  <a:lnTo>
                    <a:pt x="71248" y="11369"/>
                  </a:lnTo>
                  <a:lnTo>
                    <a:pt x="75947" y="11066"/>
                  </a:lnTo>
                  <a:lnTo>
                    <a:pt x="79131" y="13946"/>
                  </a:lnTo>
                  <a:lnTo>
                    <a:pt x="77312" y="13946"/>
                  </a:lnTo>
                  <a:lnTo>
                    <a:pt x="75947" y="15008"/>
                  </a:lnTo>
                  <a:lnTo>
                    <a:pt x="72916" y="15008"/>
                  </a:lnTo>
                  <a:lnTo>
                    <a:pt x="72461" y="15462"/>
                  </a:lnTo>
                  <a:lnTo>
                    <a:pt x="72461" y="16372"/>
                  </a:lnTo>
                  <a:lnTo>
                    <a:pt x="72916" y="16827"/>
                  </a:lnTo>
                  <a:lnTo>
                    <a:pt x="75947" y="16827"/>
                  </a:lnTo>
                  <a:lnTo>
                    <a:pt x="78676" y="19101"/>
                  </a:lnTo>
                  <a:lnTo>
                    <a:pt x="79131" y="19101"/>
                  </a:lnTo>
                  <a:lnTo>
                    <a:pt x="79889" y="18797"/>
                  </a:lnTo>
                  <a:lnTo>
                    <a:pt x="80040" y="18191"/>
                  </a:lnTo>
                  <a:lnTo>
                    <a:pt x="79889" y="17888"/>
                  </a:lnTo>
                  <a:lnTo>
                    <a:pt x="79889" y="17888"/>
                  </a:lnTo>
                  <a:lnTo>
                    <a:pt x="80798" y="18191"/>
                  </a:lnTo>
                  <a:lnTo>
                    <a:pt x="81101" y="18191"/>
                  </a:lnTo>
                  <a:lnTo>
                    <a:pt x="81708" y="18039"/>
                  </a:lnTo>
                  <a:lnTo>
                    <a:pt x="82011" y="17585"/>
                  </a:lnTo>
                  <a:lnTo>
                    <a:pt x="82011" y="15462"/>
                  </a:lnTo>
                  <a:lnTo>
                    <a:pt x="83527" y="15917"/>
                  </a:lnTo>
                  <a:lnTo>
                    <a:pt x="83982" y="15917"/>
                  </a:lnTo>
                  <a:lnTo>
                    <a:pt x="85194" y="15008"/>
                  </a:lnTo>
                  <a:lnTo>
                    <a:pt x="85346" y="14401"/>
                  </a:lnTo>
                  <a:lnTo>
                    <a:pt x="84740" y="13188"/>
                  </a:lnTo>
                  <a:lnTo>
                    <a:pt x="84436" y="12885"/>
                  </a:lnTo>
                  <a:lnTo>
                    <a:pt x="83527" y="12582"/>
                  </a:lnTo>
                  <a:lnTo>
                    <a:pt x="83375" y="10915"/>
                  </a:lnTo>
                  <a:lnTo>
                    <a:pt x="83072" y="10460"/>
                  </a:lnTo>
                  <a:lnTo>
                    <a:pt x="76554" y="7731"/>
                  </a:lnTo>
                  <a:lnTo>
                    <a:pt x="77918" y="7883"/>
                  </a:lnTo>
                  <a:lnTo>
                    <a:pt x="78070" y="7731"/>
                  </a:lnTo>
                  <a:lnTo>
                    <a:pt x="79889" y="6518"/>
                  </a:lnTo>
                  <a:lnTo>
                    <a:pt x="79737" y="5912"/>
                  </a:lnTo>
                  <a:lnTo>
                    <a:pt x="80192" y="6367"/>
                  </a:lnTo>
                  <a:lnTo>
                    <a:pt x="80647" y="6367"/>
                  </a:lnTo>
                  <a:lnTo>
                    <a:pt x="86407" y="3790"/>
                  </a:lnTo>
                  <a:lnTo>
                    <a:pt x="90955" y="2880"/>
                  </a:lnTo>
                  <a:lnTo>
                    <a:pt x="94593" y="758"/>
                  </a:lnTo>
                  <a:lnTo>
                    <a:pt x="9444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" name="Google Shape;54;p7">
              <a:extLst>
                <a:ext uri="{FF2B5EF4-FFF2-40B4-BE49-F238E27FC236}">
                  <a16:creationId xmlns:a16="http://schemas.microsoft.com/office/drawing/2014/main" id="{5270CE1B-B087-40E5-31C6-A41C2CF08DC4}"/>
                </a:ext>
              </a:extLst>
            </p:cNvPr>
            <p:cNvSpPr/>
            <p:nvPr/>
          </p:nvSpPr>
          <p:spPr>
            <a:xfrm>
              <a:off x="4266949" y="20725739"/>
              <a:ext cx="168452" cy="233763"/>
            </a:xfrm>
            <a:custGeom>
              <a:avLst/>
              <a:gdLst/>
              <a:ahLst/>
              <a:cxnLst/>
              <a:rect l="l" t="t" r="r" b="b"/>
              <a:pathLst>
                <a:path w="8490" h="14251" extrusionOk="0">
                  <a:moveTo>
                    <a:pt x="6368" y="0"/>
                  </a:moveTo>
                  <a:lnTo>
                    <a:pt x="1365" y="5155"/>
                  </a:lnTo>
                  <a:lnTo>
                    <a:pt x="1365" y="5458"/>
                  </a:lnTo>
                  <a:lnTo>
                    <a:pt x="759" y="8793"/>
                  </a:lnTo>
                  <a:lnTo>
                    <a:pt x="1" y="11218"/>
                  </a:lnTo>
                  <a:lnTo>
                    <a:pt x="1" y="11521"/>
                  </a:lnTo>
                  <a:lnTo>
                    <a:pt x="1062" y="13947"/>
                  </a:lnTo>
                  <a:lnTo>
                    <a:pt x="1365" y="14250"/>
                  </a:lnTo>
                  <a:lnTo>
                    <a:pt x="3942" y="14250"/>
                  </a:lnTo>
                  <a:lnTo>
                    <a:pt x="4397" y="13947"/>
                  </a:lnTo>
                  <a:lnTo>
                    <a:pt x="8490" y="455"/>
                  </a:lnTo>
                  <a:lnTo>
                    <a:pt x="818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8" name="Google Shape;55;p7">
              <a:extLst>
                <a:ext uri="{FF2B5EF4-FFF2-40B4-BE49-F238E27FC236}">
                  <a16:creationId xmlns:a16="http://schemas.microsoft.com/office/drawing/2014/main" id="{F5BBD488-1B7B-5380-B6BB-A57CF7B54135}"/>
                </a:ext>
              </a:extLst>
            </p:cNvPr>
            <p:cNvSpPr/>
            <p:nvPr/>
          </p:nvSpPr>
          <p:spPr>
            <a:xfrm>
              <a:off x="3114990" y="19216377"/>
              <a:ext cx="3170186" cy="1899775"/>
            </a:xfrm>
            <a:custGeom>
              <a:avLst/>
              <a:gdLst/>
              <a:ahLst/>
              <a:cxnLst/>
              <a:rect l="l" t="t" r="r" b="b"/>
              <a:pathLst>
                <a:path w="159778" h="115817" extrusionOk="0">
                  <a:moveTo>
                    <a:pt x="51086" y="28954"/>
                  </a:moveTo>
                  <a:lnTo>
                    <a:pt x="51086" y="29258"/>
                  </a:lnTo>
                  <a:lnTo>
                    <a:pt x="50632" y="29409"/>
                  </a:lnTo>
                  <a:lnTo>
                    <a:pt x="50177" y="29864"/>
                  </a:lnTo>
                  <a:lnTo>
                    <a:pt x="50480" y="31532"/>
                  </a:lnTo>
                  <a:lnTo>
                    <a:pt x="50783" y="31986"/>
                  </a:lnTo>
                  <a:lnTo>
                    <a:pt x="54270" y="33199"/>
                  </a:lnTo>
                  <a:lnTo>
                    <a:pt x="54270" y="34260"/>
                  </a:lnTo>
                  <a:lnTo>
                    <a:pt x="44265" y="34563"/>
                  </a:lnTo>
                  <a:lnTo>
                    <a:pt x="43962" y="34715"/>
                  </a:lnTo>
                  <a:lnTo>
                    <a:pt x="43658" y="35170"/>
                  </a:lnTo>
                  <a:lnTo>
                    <a:pt x="42901" y="33654"/>
                  </a:lnTo>
                  <a:lnTo>
                    <a:pt x="44113" y="30167"/>
                  </a:lnTo>
                  <a:lnTo>
                    <a:pt x="46236" y="30167"/>
                  </a:lnTo>
                  <a:lnTo>
                    <a:pt x="46387" y="30925"/>
                  </a:lnTo>
                  <a:lnTo>
                    <a:pt x="47448" y="31532"/>
                  </a:lnTo>
                  <a:lnTo>
                    <a:pt x="47600" y="31532"/>
                  </a:lnTo>
                  <a:lnTo>
                    <a:pt x="49116" y="31380"/>
                  </a:lnTo>
                  <a:lnTo>
                    <a:pt x="49419" y="30774"/>
                  </a:lnTo>
                  <a:lnTo>
                    <a:pt x="48509" y="29561"/>
                  </a:lnTo>
                  <a:lnTo>
                    <a:pt x="51086" y="28954"/>
                  </a:lnTo>
                  <a:close/>
                  <a:moveTo>
                    <a:pt x="30318" y="31228"/>
                  </a:moveTo>
                  <a:lnTo>
                    <a:pt x="32289" y="33351"/>
                  </a:lnTo>
                  <a:lnTo>
                    <a:pt x="32441" y="33502"/>
                  </a:lnTo>
                  <a:lnTo>
                    <a:pt x="32895" y="33654"/>
                  </a:lnTo>
                  <a:lnTo>
                    <a:pt x="33350" y="33805"/>
                  </a:lnTo>
                  <a:lnTo>
                    <a:pt x="34411" y="35624"/>
                  </a:lnTo>
                  <a:lnTo>
                    <a:pt x="34411" y="35624"/>
                  </a:lnTo>
                  <a:lnTo>
                    <a:pt x="29257" y="31228"/>
                  </a:lnTo>
                  <a:close/>
                  <a:moveTo>
                    <a:pt x="62911" y="28954"/>
                  </a:moveTo>
                  <a:lnTo>
                    <a:pt x="63972" y="29561"/>
                  </a:lnTo>
                  <a:lnTo>
                    <a:pt x="62456" y="30319"/>
                  </a:lnTo>
                  <a:lnTo>
                    <a:pt x="62153" y="30774"/>
                  </a:lnTo>
                  <a:lnTo>
                    <a:pt x="62153" y="32289"/>
                  </a:lnTo>
                  <a:lnTo>
                    <a:pt x="62304" y="32744"/>
                  </a:lnTo>
                  <a:lnTo>
                    <a:pt x="63669" y="33957"/>
                  </a:lnTo>
                  <a:lnTo>
                    <a:pt x="66549" y="36231"/>
                  </a:lnTo>
                  <a:lnTo>
                    <a:pt x="66397" y="39263"/>
                  </a:lnTo>
                  <a:lnTo>
                    <a:pt x="64123" y="39263"/>
                  </a:lnTo>
                  <a:lnTo>
                    <a:pt x="60334" y="32744"/>
                  </a:lnTo>
                  <a:lnTo>
                    <a:pt x="60334" y="30016"/>
                  </a:lnTo>
                  <a:lnTo>
                    <a:pt x="62911" y="28954"/>
                  </a:lnTo>
                  <a:close/>
                  <a:moveTo>
                    <a:pt x="62759" y="46842"/>
                  </a:moveTo>
                  <a:lnTo>
                    <a:pt x="62911" y="46994"/>
                  </a:lnTo>
                  <a:lnTo>
                    <a:pt x="64275" y="47145"/>
                  </a:lnTo>
                  <a:lnTo>
                    <a:pt x="67458" y="50480"/>
                  </a:lnTo>
                  <a:lnTo>
                    <a:pt x="67610" y="50480"/>
                  </a:lnTo>
                  <a:lnTo>
                    <a:pt x="70187" y="51238"/>
                  </a:lnTo>
                  <a:lnTo>
                    <a:pt x="68823" y="52754"/>
                  </a:lnTo>
                  <a:lnTo>
                    <a:pt x="67004" y="52451"/>
                  </a:lnTo>
                  <a:lnTo>
                    <a:pt x="67155" y="52300"/>
                  </a:lnTo>
                  <a:lnTo>
                    <a:pt x="67155" y="51693"/>
                  </a:lnTo>
                  <a:lnTo>
                    <a:pt x="66246" y="50329"/>
                  </a:lnTo>
                  <a:lnTo>
                    <a:pt x="65488" y="50480"/>
                  </a:lnTo>
                  <a:lnTo>
                    <a:pt x="65184" y="51087"/>
                  </a:lnTo>
                  <a:lnTo>
                    <a:pt x="62759" y="46842"/>
                  </a:lnTo>
                  <a:close/>
                  <a:moveTo>
                    <a:pt x="50025" y="78525"/>
                  </a:moveTo>
                  <a:lnTo>
                    <a:pt x="49419" y="79586"/>
                  </a:lnTo>
                  <a:lnTo>
                    <a:pt x="48661" y="79586"/>
                  </a:lnTo>
                  <a:lnTo>
                    <a:pt x="49267" y="78525"/>
                  </a:lnTo>
                  <a:close/>
                  <a:moveTo>
                    <a:pt x="81253" y="1"/>
                  </a:moveTo>
                  <a:lnTo>
                    <a:pt x="70945" y="4700"/>
                  </a:lnTo>
                  <a:lnTo>
                    <a:pt x="70793" y="5306"/>
                  </a:lnTo>
                  <a:lnTo>
                    <a:pt x="72764" y="7883"/>
                  </a:lnTo>
                  <a:lnTo>
                    <a:pt x="71703" y="8944"/>
                  </a:lnTo>
                  <a:lnTo>
                    <a:pt x="70187" y="3942"/>
                  </a:lnTo>
                  <a:lnTo>
                    <a:pt x="69732" y="3639"/>
                  </a:lnTo>
                  <a:lnTo>
                    <a:pt x="66700" y="3336"/>
                  </a:lnTo>
                  <a:lnTo>
                    <a:pt x="66246" y="4093"/>
                  </a:lnTo>
                  <a:lnTo>
                    <a:pt x="67458" y="6822"/>
                  </a:lnTo>
                  <a:lnTo>
                    <a:pt x="56089" y="7125"/>
                  </a:lnTo>
                  <a:lnTo>
                    <a:pt x="45023" y="11673"/>
                  </a:lnTo>
                  <a:lnTo>
                    <a:pt x="44113" y="9854"/>
                  </a:lnTo>
                  <a:lnTo>
                    <a:pt x="47600" y="10006"/>
                  </a:lnTo>
                  <a:lnTo>
                    <a:pt x="47751" y="10006"/>
                  </a:lnTo>
                  <a:lnTo>
                    <a:pt x="49874" y="8944"/>
                  </a:lnTo>
                  <a:lnTo>
                    <a:pt x="49874" y="8035"/>
                  </a:lnTo>
                  <a:lnTo>
                    <a:pt x="41536" y="5458"/>
                  </a:lnTo>
                  <a:lnTo>
                    <a:pt x="39717" y="5458"/>
                  </a:lnTo>
                  <a:lnTo>
                    <a:pt x="34411" y="5761"/>
                  </a:lnTo>
                  <a:lnTo>
                    <a:pt x="34260" y="5913"/>
                  </a:lnTo>
                  <a:lnTo>
                    <a:pt x="22284" y="14099"/>
                  </a:lnTo>
                  <a:lnTo>
                    <a:pt x="22132" y="14705"/>
                  </a:lnTo>
                  <a:lnTo>
                    <a:pt x="23345" y="17434"/>
                  </a:lnTo>
                  <a:lnTo>
                    <a:pt x="23800" y="17737"/>
                  </a:lnTo>
                  <a:lnTo>
                    <a:pt x="27135" y="17130"/>
                  </a:lnTo>
                  <a:lnTo>
                    <a:pt x="29560" y="20011"/>
                  </a:lnTo>
                  <a:lnTo>
                    <a:pt x="30167" y="20011"/>
                  </a:lnTo>
                  <a:lnTo>
                    <a:pt x="33957" y="16676"/>
                  </a:lnTo>
                  <a:lnTo>
                    <a:pt x="33957" y="16069"/>
                  </a:lnTo>
                  <a:lnTo>
                    <a:pt x="32441" y="14099"/>
                  </a:lnTo>
                  <a:lnTo>
                    <a:pt x="36079" y="10309"/>
                  </a:lnTo>
                  <a:lnTo>
                    <a:pt x="36534" y="10309"/>
                  </a:lnTo>
                  <a:lnTo>
                    <a:pt x="35018" y="13947"/>
                  </a:lnTo>
                  <a:lnTo>
                    <a:pt x="35169" y="14553"/>
                  </a:lnTo>
                  <a:lnTo>
                    <a:pt x="37443" y="15614"/>
                  </a:lnTo>
                  <a:lnTo>
                    <a:pt x="37595" y="15766"/>
                  </a:lnTo>
                  <a:lnTo>
                    <a:pt x="37140" y="15766"/>
                  </a:lnTo>
                  <a:lnTo>
                    <a:pt x="36837" y="16069"/>
                  </a:lnTo>
                  <a:lnTo>
                    <a:pt x="36534" y="16676"/>
                  </a:lnTo>
                  <a:lnTo>
                    <a:pt x="36685" y="17130"/>
                  </a:lnTo>
                  <a:lnTo>
                    <a:pt x="37443" y="17737"/>
                  </a:lnTo>
                  <a:lnTo>
                    <a:pt x="37443" y="17888"/>
                  </a:lnTo>
                  <a:lnTo>
                    <a:pt x="36079" y="17130"/>
                  </a:lnTo>
                  <a:lnTo>
                    <a:pt x="35321" y="17585"/>
                  </a:lnTo>
                  <a:lnTo>
                    <a:pt x="35473" y="20011"/>
                  </a:lnTo>
                  <a:lnTo>
                    <a:pt x="35321" y="20011"/>
                  </a:lnTo>
                  <a:lnTo>
                    <a:pt x="35321" y="20617"/>
                  </a:lnTo>
                  <a:lnTo>
                    <a:pt x="34108" y="20617"/>
                  </a:lnTo>
                  <a:lnTo>
                    <a:pt x="33805" y="20314"/>
                  </a:lnTo>
                  <a:lnTo>
                    <a:pt x="33350" y="20162"/>
                  </a:lnTo>
                  <a:lnTo>
                    <a:pt x="30622" y="20920"/>
                  </a:lnTo>
                  <a:lnTo>
                    <a:pt x="27438" y="20920"/>
                  </a:lnTo>
                  <a:lnTo>
                    <a:pt x="28348" y="20769"/>
                  </a:lnTo>
                  <a:lnTo>
                    <a:pt x="28803" y="20617"/>
                  </a:lnTo>
                  <a:lnTo>
                    <a:pt x="29106" y="20162"/>
                  </a:lnTo>
                  <a:lnTo>
                    <a:pt x="29106" y="19556"/>
                  </a:lnTo>
                  <a:lnTo>
                    <a:pt x="28348" y="18798"/>
                  </a:lnTo>
                  <a:lnTo>
                    <a:pt x="27893" y="18798"/>
                  </a:lnTo>
                  <a:lnTo>
                    <a:pt x="27287" y="18949"/>
                  </a:lnTo>
                  <a:lnTo>
                    <a:pt x="27438" y="18191"/>
                  </a:lnTo>
                  <a:lnTo>
                    <a:pt x="26983" y="17585"/>
                  </a:lnTo>
                  <a:lnTo>
                    <a:pt x="25771" y="17585"/>
                  </a:lnTo>
                  <a:lnTo>
                    <a:pt x="25468" y="17888"/>
                  </a:lnTo>
                  <a:lnTo>
                    <a:pt x="24558" y="19707"/>
                  </a:lnTo>
                  <a:lnTo>
                    <a:pt x="24558" y="20011"/>
                  </a:lnTo>
                  <a:lnTo>
                    <a:pt x="25013" y="21072"/>
                  </a:lnTo>
                  <a:lnTo>
                    <a:pt x="23497" y="21981"/>
                  </a:lnTo>
                  <a:lnTo>
                    <a:pt x="19101" y="24619"/>
                  </a:lnTo>
                  <a:lnTo>
                    <a:pt x="19101" y="24104"/>
                  </a:lnTo>
                  <a:lnTo>
                    <a:pt x="19252" y="24104"/>
                  </a:lnTo>
                  <a:lnTo>
                    <a:pt x="19707" y="23649"/>
                  </a:lnTo>
                  <a:lnTo>
                    <a:pt x="19859" y="22739"/>
                  </a:lnTo>
                  <a:lnTo>
                    <a:pt x="19404" y="22133"/>
                  </a:lnTo>
                  <a:lnTo>
                    <a:pt x="18040" y="21981"/>
                  </a:lnTo>
                  <a:lnTo>
                    <a:pt x="16220" y="17585"/>
                  </a:lnTo>
                  <a:lnTo>
                    <a:pt x="15766" y="17282"/>
                  </a:lnTo>
                  <a:lnTo>
                    <a:pt x="14250" y="17282"/>
                  </a:lnTo>
                  <a:lnTo>
                    <a:pt x="13795" y="17737"/>
                  </a:lnTo>
                  <a:lnTo>
                    <a:pt x="13795" y="19859"/>
                  </a:lnTo>
                  <a:lnTo>
                    <a:pt x="11673" y="19859"/>
                  </a:lnTo>
                  <a:lnTo>
                    <a:pt x="9854" y="21223"/>
                  </a:lnTo>
                  <a:lnTo>
                    <a:pt x="9702" y="21526"/>
                  </a:lnTo>
                  <a:lnTo>
                    <a:pt x="9702" y="24255"/>
                  </a:lnTo>
                  <a:lnTo>
                    <a:pt x="10157" y="24710"/>
                  </a:lnTo>
                  <a:lnTo>
                    <a:pt x="11218" y="24710"/>
                  </a:lnTo>
                  <a:lnTo>
                    <a:pt x="11673" y="24255"/>
                  </a:lnTo>
                  <a:lnTo>
                    <a:pt x="11673" y="23800"/>
                  </a:lnTo>
                  <a:lnTo>
                    <a:pt x="13037" y="24104"/>
                  </a:lnTo>
                  <a:lnTo>
                    <a:pt x="13643" y="23649"/>
                  </a:lnTo>
                  <a:lnTo>
                    <a:pt x="13492" y="21981"/>
                  </a:lnTo>
                  <a:lnTo>
                    <a:pt x="13947" y="21830"/>
                  </a:lnTo>
                  <a:lnTo>
                    <a:pt x="14250" y="21375"/>
                  </a:lnTo>
                  <a:lnTo>
                    <a:pt x="14250" y="20617"/>
                  </a:lnTo>
                  <a:lnTo>
                    <a:pt x="15159" y="20769"/>
                  </a:lnTo>
                  <a:lnTo>
                    <a:pt x="15159" y="21526"/>
                  </a:lnTo>
                  <a:lnTo>
                    <a:pt x="14401" y="21981"/>
                  </a:lnTo>
                  <a:lnTo>
                    <a:pt x="14250" y="22588"/>
                  </a:lnTo>
                  <a:lnTo>
                    <a:pt x="15008" y="23649"/>
                  </a:lnTo>
                  <a:lnTo>
                    <a:pt x="13492" y="25013"/>
                  </a:lnTo>
                  <a:lnTo>
                    <a:pt x="13795" y="25771"/>
                  </a:lnTo>
                  <a:lnTo>
                    <a:pt x="16220" y="25468"/>
                  </a:lnTo>
                  <a:lnTo>
                    <a:pt x="18343" y="25013"/>
                  </a:lnTo>
                  <a:lnTo>
                    <a:pt x="15917" y="26529"/>
                  </a:lnTo>
                  <a:lnTo>
                    <a:pt x="14401" y="26529"/>
                  </a:lnTo>
                  <a:lnTo>
                    <a:pt x="13947" y="26984"/>
                  </a:lnTo>
                  <a:lnTo>
                    <a:pt x="13947" y="27742"/>
                  </a:lnTo>
                  <a:lnTo>
                    <a:pt x="14098" y="28045"/>
                  </a:lnTo>
                  <a:lnTo>
                    <a:pt x="15917" y="29106"/>
                  </a:lnTo>
                  <a:lnTo>
                    <a:pt x="16220" y="31835"/>
                  </a:lnTo>
                  <a:lnTo>
                    <a:pt x="9702" y="31986"/>
                  </a:lnTo>
                  <a:lnTo>
                    <a:pt x="9247" y="32441"/>
                  </a:lnTo>
                  <a:lnTo>
                    <a:pt x="9096" y="37595"/>
                  </a:lnTo>
                  <a:lnTo>
                    <a:pt x="9247" y="37898"/>
                  </a:lnTo>
                  <a:lnTo>
                    <a:pt x="10157" y="39566"/>
                  </a:lnTo>
                  <a:lnTo>
                    <a:pt x="10612" y="39717"/>
                  </a:lnTo>
                  <a:lnTo>
                    <a:pt x="11066" y="39869"/>
                  </a:lnTo>
                  <a:lnTo>
                    <a:pt x="15311" y="40172"/>
                  </a:lnTo>
                  <a:lnTo>
                    <a:pt x="15766" y="40021"/>
                  </a:lnTo>
                  <a:lnTo>
                    <a:pt x="20010" y="34563"/>
                  </a:lnTo>
                  <a:lnTo>
                    <a:pt x="20768" y="33502"/>
                  </a:lnTo>
                  <a:lnTo>
                    <a:pt x="24861" y="33502"/>
                  </a:lnTo>
                  <a:lnTo>
                    <a:pt x="25164" y="33351"/>
                  </a:lnTo>
                  <a:lnTo>
                    <a:pt x="25164" y="34109"/>
                  </a:lnTo>
                  <a:lnTo>
                    <a:pt x="25316" y="34412"/>
                  </a:lnTo>
                  <a:lnTo>
                    <a:pt x="25316" y="34412"/>
                  </a:lnTo>
                  <a:lnTo>
                    <a:pt x="25164" y="34260"/>
                  </a:lnTo>
                  <a:lnTo>
                    <a:pt x="24558" y="34715"/>
                  </a:lnTo>
                  <a:lnTo>
                    <a:pt x="24558" y="37140"/>
                  </a:lnTo>
                  <a:lnTo>
                    <a:pt x="25013" y="37595"/>
                  </a:lnTo>
                  <a:lnTo>
                    <a:pt x="26074" y="37595"/>
                  </a:lnTo>
                  <a:lnTo>
                    <a:pt x="26529" y="37140"/>
                  </a:lnTo>
                  <a:lnTo>
                    <a:pt x="26529" y="35018"/>
                  </a:lnTo>
                  <a:lnTo>
                    <a:pt x="26225" y="34563"/>
                  </a:lnTo>
                  <a:lnTo>
                    <a:pt x="26074" y="34563"/>
                  </a:lnTo>
                  <a:lnTo>
                    <a:pt x="26529" y="34412"/>
                  </a:lnTo>
                  <a:lnTo>
                    <a:pt x="26832" y="33199"/>
                  </a:lnTo>
                  <a:lnTo>
                    <a:pt x="26377" y="32593"/>
                  </a:lnTo>
                  <a:lnTo>
                    <a:pt x="25619" y="32593"/>
                  </a:lnTo>
                  <a:lnTo>
                    <a:pt x="25316" y="32744"/>
                  </a:lnTo>
                  <a:lnTo>
                    <a:pt x="25468" y="31683"/>
                  </a:lnTo>
                  <a:lnTo>
                    <a:pt x="26529" y="31683"/>
                  </a:lnTo>
                  <a:lnTo>
                    <a:pt x="31076" y="36382"/>
                  </a:lnTo>
                  <a:lnTo>
                    <a:pt x="31380" y="37747"/>
                  </a:lnTo>
                  <a:lnTo>
                    <a:pt x="31076" y="37595"/>
                  </a:lnTo>
                  <a:lnTo>
                    <a:pt x="28803" y="37595"/>
                  </a:lnTo>
                  <a:lnTo>
                    <a:pt x="28348" y="38050"/>
                  </a:lnTo>
                  <a:lnTo>
                    <a:pt x="28348" y="38656"/>
                  </a:lnTo>
                  <a:lnTo>
                    <a:pt x="28499" y="38959"/>
                  </a:lnTo>
                  <a:lnTo>
                    <a:pt x="29409" y="39566"/>
                  </a:lnTo>
                  <a:lnTo>
                    <a:pt x="29560" y="39717"/>
                  </a:lnTo>
                  <a:lnTo>
                    <a:pt x="29106" y="40172"/>
                  </a:lnTo>
                  <a:lnTo>
                    <a:pt x="29106" y="41082"/>
                  </a:lnTo>
                  <a:lnTo>
                    <a:pt x="29409" y="41537"/>
                  </a:lnTo>
                  <a:lnTo>
                    <a:pt x="30925" y="41991"/>
                  </a:lnTo>
                  <a:lnTo>
                    <a:pt x="31531" y="41537"/>
                  </a:lnTo>
                  <a:lnTo>
                    <a:pt x="31531" y="40172"/>
                  </a:lnTo>
                  <a:lnTo>
                    <a:pt x="31076" y="39869"/>
                  </a:lnTo>
                  <a:lnTo>
                    <a:pt x="31531" y="39414"/>
                  </a:lnTo>
                  <a:lnTo>
                    <a:pt x="31531" y="38353"/>
                  </a:lnTo>
                  <a:lnTo>
                    <a:pt x="31986" y="38505"/>
                  </a:lnTo>
                  <a:lnTo>
                    <a:pt x="32895" y="38050"/>
                  </a:lnTo>
                  <a:lnTo>
                    <a:pt x="33199" y="37747"/>
                  </a:lnTo>
                  <a:lnTo>
                    <a:pt x="33350" y="36534"/>
                  </a:lnTo>
                  <a:lnTo>
                    <a:pt x="34260" y="36382"/>
                  </a:lnTo>
                  <a:lnTo>
                    <a:pt x="34411" y="35624"/>
                  </a:lnTo>
                  <a:lnTo>
                    <a:pt x="34715" y="36079"/>
                  </a:lnTo>
                  <a:lnTo>
                    <a:pt x="35776" y="37444"/>
                  </a:lnTo>
                  <a:lnTo>
                    <a:pt x="35927" y="37444"/>
                  </a:lnTo>
                  <a:lnTo>
                    <a:pt x="36534" y="37595"/>
                  </a:lnTo>
                  <a:lnTo>
                    <a:pt x="36382" y="38202"/>
                  </a:lnTo>
                  <a:lnTo>
                    <a:pt x="37746" y="39869"/>
                  </a:lnTo>
                  <a:lnTo>
                    <a:pt x="38504" y="39869"/>
                  </a:lnTo>
                  <a:lnTo>
                    <a:pt x="39262" y="38505"/>
                  </a:lnTo>
                  <a:lnTo>
                    <a:pt x="39262" y="38202"/>
                  </a:lnTo>
                  <a:lnTo>
                    <a:pt x="38504" y="36534"/>
                  </a:lnTo>
                  <a:lnTo>
                    <a:pt x="39869" y="35776"/>
                  </a:lnTo>
                  <a:lnTo>
                    <a:pt x="41233" y="35776"/>
                  </a:lnTo>
                  <a:lnTo>
                    <a:pt x="40930" y="36231"/>
                  </a:lnTo>
                  <a:lnTo>
                    <a:pt x="42597" y="39566"/>
                  </a:lnTo>
                  <a:lnTo>
                    <a:pt x="43052" y="39869"/>
                  </a:lnTo>
                  <a:lnTo>
                    <a:pt x="50177" y="40324"/>
                  </a:lnTo>
                  <a:lnTo>
                    <a:pt x="49874" y="41385"/>
                  </a:lnTo>
                  <a:lnTo>
                    <a:pt x="49571" y="43052"/>
                  </a:lnTo>
                  <a:lnTo>
                    <a:pt x="48964" y="45175"/>
                  </a:lnTo>
                  <a:lnTo>
                    <a:pt x="40778" y="44114"/>
                  </a:lnTo>
                  <a:lnTo>
                    <a:pt x="37292" y="43659"/>
                  </a:lnTo>
                  <a:lnTo>
                    <a:pt x="36837" y="43810"/>
                  </a:lnTo>
                  <a:lnTo>
                    <a:pt x="35473" y="45781"/>
                  </a:lnTo>
                  <a:lnTo>
                    <a:pt x="32744" y="45175"/>
                  </a:lnTo>
                  <a:lnTo>
                    <a:pt x="31531" y="43810"/>
                  </a:lnTo>
                  <a:lnTo>
                    <a:pt x="31228" y="43659"/>
                  </a:lnTo>
                  <a:lnTo>
                    <a:pt x="28499" y="42901"/>
                  </a:lnTo>
                  <a:lnTo>
                    <a:pt x="27893" y="42749"/>
                  </a:lnTo>
                  <a:lnTo>
                    <a:pt x="27893" y="39566"/>
                  </a:lnTo>
                  <a:lnTo>
                    <a:pt x="27590" y="39111"/>
                  </a:lnTo>
                  <a:lnTo>
                    <a:pt x="24406" y="39111"/>
                  </a:lnTo>
                  <a:lnTo>
                    <a:pt x="20920" y="38959"/>
                  </a:lnTo>
                  <a:lnTo>
                    <a:pt x="20617" y="38959"/>
                  </a:lnTo>
                  <a:lnTo>
                    <a:pt x="15917" y="40779"/>
                  </a:lnTo>
                  <a:lnTo>
                    <a:pt x="10612" y="41385"/>
                  </a:lnTo>
                  <a:lnTo>
                    <a:pt x="10157" y="41537"/>
                  </a:lnTo>
                  <a:lnTo>
                    <a:pt x="455" y="54119"/>
                  </a:lnTo>
                  <a:lnTo>
                    <a:pt x="455" y="54422"/>
                  </a:lnTo>
                  <a:lnTo>
                    <a:pt x="0" y="65791"/>
                  </a:lnTo>
                  <a:lnTo>
                    <a:pt x="152" y="66094"/>
                  </a:lnTo>
                  <a:lnTo>
                    <a:pt x="5003" y="71400"/>
                  </a:lnTo>
                  <a:lnTo>
                    <a:pt x="8489" y="75190"/>
                  </a:lnTo>
                  <a:lnTo>
                    <a:pt x="8641" y="75038"/>
                  </a:lnTo>
                  <a:lnTo>
                    <a:pt x="8944" y="75341"/>
                  </a:lnTo>
                  <a:lnTo>
                    <a:pt x="19252" y="72310"/>
                  </a:lnTo>
                  <a:lnTo>
                    <a:pt x="21678" y="72613"/>
                  </a:lnTo>
                  <a:lnTo>
                    <a:pt x="21981" y="74129"/>
                  </a:lnTo>
                  <a:lnTo>
                    <a:pt x="22436" y="74432"/>
                  </a:lnTo>
                  <a:lnTo>
                    <a:pt x="25771" y="74432"/>
                  </a:lnTo>
                  <a:lnTo>
                    <a:pt x="25771" y="76099"/>
                  </a:lnTo>
                  <a:lnTo>
                    <a:pt x="25619" y="77767"/>
                  </a:lnTo>
                  <a:lnTo>
                    <a:pt x="25619" y="80344"/>
                  </a:lnTo>
                  <a:lnTo>
                    <a:pt x="25771" y="80647"/>
                  </a:lnTo>
                  <a:lnTo>
                    <a:pt x="29560" y="85801"/>
                  </a:lnTo>
                  <a:lnTo>
                    <a:pt x="29560" y="92623"/>
                  </a:lnTo>
                  <a:lnTo>
                    <a:pt x="27741" y="95503"/>
                  </a:lnTo>
                  <a:lnTo>
                    <a:pt x="27741" y="95806"/>
                  </a:lnTo>
                  <a:lnTo>
                    <a:pt x="27893" y="97777"/>
                  </a:lnTo>
                  <a:lnTo>
                    <a:pt x="31834" y="109146"/>
                  </a:lnTo>
                  <a:lnTo>
                    <a:pt x="34260" y="115513"/>
                  </a:lnTo>
                  <a:lnTo>
                    <a:pt x="34715" y="115816"/>
                  </a:lnTo>
                  <a:lnTo>
                    <a:pt x="42294" y="115816"/>
                  </a:lnTo>
                  <a:lnTo>
                    <a:pt x="42749" y="115665"/>
                  </a:lnTo>
                  <a:lnTo>
                    <a:pt x="48661" y="108843"/>
                  </a:lnTo>
                  <a:lnTo>
                    <a:pt x="48661" y="108691"/>
                  </a:lnTo>
                  <a:lnTo>
                    <a:pt x="48964" y="106872"/>
                  </a:lnTo>
                  <a:lnTo>
                    <a:pt x="48964" y="106721"/>
                  </a:lnTo>
                  <a:lnTo>
                    <a:pt x="48964" y="106418"/>
                  </a:lnTo>
                  <a:lnTo>
                    <a:pt x="51238" y="104902"/>
                  </a:lnTo>
                  <a:lnTo>
                    <a:pt x="51390" y="104599"/>
                  </a:lnTo>
                  <a:lnTo>
                    <a:pt x="51238" y="99899"/>
                  </a:lnTo>
                  <a:lnTo>
                    <a:pt x="56392" y="95655"/>
                  </a:lnTo>
                  <a:lnTo>
                    <a:pt x="56695" y="95200"/>
                  </a:lnTo>
                  <a:lnTo>
                    <a:pt x="56089" y="90197"/>
                  </a:lnTo>
                  <a:lnTo>
                    <a:pt x="55483" y="83073"/>
                  </a:lnTo>
                  <a:lnTo>
                    <a:pt x="67610" y="68823"/>
                  </a:lnTo>
                  <a:lnTo>
                    <a:pt x="67762" y="68520"/>
                  </a:lnTo>
                  <a:lnTo>
                    <a:pt x="67307" y="66398"/>
                  </a:lnTo>
                  <a:lnTo>
                    <a:pt x="66700" y="65943"/>
                  </a:lnTo>
                  <a:lnTo>
                    <a:pt x="59727" y="67004"/>
                  </a:lnTo>
                  <a:lnTo>
                    <a:pt x="51996" y="53512"/>
                  </a:lnTo>
                  <a:lnTo>
                    <a:pt x="49267" y="49116"/>
                  </a:lnTo>
                  <a:lnTo>
                    <a:pt x="49419" y="49268"/>
                  </a:lnTo>
                  <a:lnTo>
                    <a:pt x="50177" y="48965"/>
                  </a:lnTo>
                  <a:lnTo>
                    <a:pt x="50480" y="48358"/>
                  </a:lnTo>
                  <a:lnTo>
                    <a:pt x="57605" y="60789"/>
                  </a:lnTo>
                  <a:lnTo>
                    <a:pt x="58969" y="65640"/>
                  </a:lnTo>
                  <a:lnTo>
                    <a:pt x="59727" y="65943"/>
                  </a:lnTo>
                  <a:lnTo>
                    <a:pt x="69581" y="61395"/>
                  </a:lnTo>
                  <a:lnTo>
                    <a:pt x="69732" y="61243"/>
                  </a:lnTo>
                  <a:lnTo>
                    <a:pt x="74735" y="55180"/>
                  </a:lnTo>
                  <a:lnTo>
                    <a:pt x="74583" y="54573"/>
                  </a:lnTo>
                  <a:lnTo>
                    <a:pt x="71400" y="51693"/>
                  </a:lnTo>
                  <a:lnTo>
                    <a:pt x="73825" y="52300"/>
                  </a:lnTo>
                  <a:lnTo>
                    <a:pt x="80798" y="52451"/>
                  </a:lnTo>
                  <a:lnTo>
                    <a:pt x="82011" y="53815"/>
                  </a:lnTo>
                  <a:lnTo>
                    <a:pt x="82163" y="54119"/>
                  </a:lnTo>
                  <a:lnTo>
                    <a:pt x="82466" y="54270"/>
                  </a:lnTo>
                  <a:lnTo>
                    <a:pt x="83679" y="54573"/>
                  </a:lnTo>
                  <a:lnTo>
                    <a:pt x="83224" y="55028"/>
                  </a:lnTo>
                  <a:lnTo>
                    <a:pt x="83224" y="55635"/>
                  </a:lnTo>
                  <a:lnTo>
                    <a:pt x="84133" y="56696"/>
                  </a:lnTo>
                  <a:lnTo>
                    <a:pt x="84437" y="56847"/>
                  </a:lnTo>
                  <a:lnTo>
                    <a:pt x="85953" y="56999"/>
                  </a:lnTo>
                  <a:lnTo>
                    <a:pt x="86407" y="56696"/>
                  </a:lnTo>
                  <a:lnTo>
                    <a:pt x="86559" y="55938"/>
                  </a:lnTo>
                  <a:lnTo>
                    <a:pt x="91410" y="69581"/>
                  </a:lnTo>
                  <a:lnTo>
                    <a:pt x="92016" y="69884"/>
                  </a:lnTo>
                  <a:lnTo>
                    <a:pt x="95200" y="67913"/>
                  </a:lnTo>
                  <a:lnTo>
                    <a:pt x="95351" y="67610"/>
                  </a:lnTo>
                  <a:lnTo>
                    <a:pt x="95806" y="62153"/>
                  </a:lnTo>
                  <a:lnTo>
                    <a:pt x="102779" y="55331"/>
                  </a:lnTo>
                  <a:lnTo>
                    <a:pt x="103234" y="54877"/>
                  </a:lnTo>
                  <a:lnTo>
                    <a:pt x="107782" y="58666"/>
                  </a:lnTo>
                  <a:lnTo>
                    <a:pt x="108388" y="61547"/>
                  </a:lnTo>
                  <a:lnTo>
                    <a:pt x="108691" y="61850"/>
                  </a:lnTo>
                  <a:lnTo>
                    <a:pt x="109752" y="62153"/>
                  </a:lnTo>
                  <a:lnTo>
                    <a:pt x="110207" y="62001"/>
                  </a:lnTo>
                  <a:lnTo>
                    <a:pt x="110662" y="61547"/>
                  </a:lnTo>
                  <a:lnTo>
                    <a:pt x="111571" y="62608"/>
                  </a:lnTo>
                  <a:lnTo>
                    <a:pt x="112329" y="65336"/>
                  </a:lnTo>
                  <a:lnTo>
                    <a:pt x="112178" y="68368"/>
                  </a:lnTo>
                  <a:lnTo>
                    <a:pt x="112178" y="69581"/>
                  </a:lnTo>
                  <a:lnTo>
                    <a:pt x="112329" y="69884"/>
                  </a:lnTo>
                  <a:lnTo>
                    <a:pt x="114300" y="71703"/>
                  </a:lnTo>
                  <a:lnTo>
                    <a:pt x="115361" y="74887"/>
                  </a:lnTo>
                  <a:lnTo>
                    <a:pt x="115513" y="75190"/>
                  </a:lnTo>
                  <a:lnTo>
                    <a:pt x="118848" y="78070"/>
                  </a:lnTo>
                  <a:lnTo>
                    <a:pt x="119606" y="77767"/>
                  </a:lnTo>
                  <a:lnTo>
                    <a:pt x="119909" y="76706"/>
                  </a:lnTo>
                  <a:lnTo>
                    <a:pt x="119909" y="76403"/>
                  </a:lnTo>
                  <a:lnTo>
                    <a:pt x="116574" y="71552"/>
                  </a:lnTo>
                  <a:lnTo>
                    <a:pt x="114603" y="68671"/>
                  </a:lnTo>
                  <a:lnTo>
                    <a:pt x="114907" y="65033"/>
                  </a:lnTo>
                  <a:lnTo>
                    <a:pt x="117787" y="67913"/>
                  </a:lnTo>
                  <a:lnTo>
                    <a:pt x="118999" y="67913"/>
                  </a:lnTo>
                  <a:lnTo>
                    <a:pt x="118999" y="69429"/>
                  </a:lnTo>
                  <a:lnTo>
                    <a:pt x="119757" y="69884"/>
                  </a:lnTo>
                  <a:lnTo>
                    <a:pt x="123547" y="67307"/>
                  </a:lnTo>
                  <a:lnTo>
                    <a:pt x="123699" y="67004"/>
                  </a:lnTo>
                  <a:lnTo>
                    <a:pt x="123547" y="63214"/>
                  </a:lnTo>
                  <a:lnTo>
                    <a:pt x="123396" y="62911"/>
                  </a:lnTo>
                  <a:lnTo>
                    <a:pt x="119757" y="58970"/>
                  </a:lnTo>
                  <a:lnTo>
                    <a:pt x="119909" y="57150"/>
                  </a:lnTo>
                  <a:lnTo>
                    <a:pt x="120970" y="56544"/>
                  </a:lnTo>
                  <a:lnTo>
                    <a:pt x="121728" y="56089"/>
                  </a:lnTo>
                  <a:lnTo>
                    <a:pt x="121728" y="56696"/>
                  </a:lnTo>
                  <a:lnTo>
                    <a:pt x="122334" y="56999"/>
                  </a:lnTo>
                  <a:lnTo>
                    <a:pt x="129914" y="54270"/>
                  </a:lnTo>
                  <a:lnTo>
                    <a:pt x="130066" y="54119"/>
                  </a:lnTo>
                  <a:lnTo>
                    <a:pt x="132643" y="48510"/>
                  </a:lnTo>
                  <a:lnTo>
                    <a:pt x="132491" y="48207"/>
                  </a:lnTo>
                  <a:lnTo>
                    <a:pt x="128247" y="41233"/>
                  </a:lnTo>
                  <a:lnTo>
                    <a:pt x="130369" y="38959"/>
                  </a:lnTo>
                  <a:lnTo>
                    <a:pt x="130066" y="38202"/>
                  </a:lnTo>
                  <a:lnTo>
                    <a:pt x="127185" y="38202"/>
                  </a:lnTo>
                  <a:lnTo>
                    <a:pt x="126731" y="38505"/>
                  </a:lnTo>
                  <a:lnTo>
                    <a:pt x="125518" y="36534"/>
                  </a:lnTo>
                  <a:lnTo>
                    <a:pt x="126882" y="35321"/>
                  </a:lnTo>
                  <a:lnTo>
                    <a:pt x="128095" y="37595"/>
                  </a:lnTo>
                  <a:lnTo>
                    <a:pt x="128701" y="37747"/>
                  </a:lnTo>
                  <a:lnTo>
                    <a:pt x="130369" y="36686"/>
                  </a:lnTo>
                  <a:lnTo>
                    <a:pt x="131127" y="38353"/>
                  </a:lnTo>
                  <a:lnTo>
                    <a:pt x="131430" y="38656"/>
                  </a:lnTo>
                  <a:lnTo>
                    <a:pt x="132794" y="38959"/>
                  </a:lnTo>
                  <a:lnTo>
                    <a:pt x="134159" y="42143"/>
                  </a:lnTo>
                  <a:lnTo>
                    <a:pt x="134613" y="42446"/>
                  </a:lnTo>
                  <a:lnTo>
                    <a:pt x="136584" y="42294"/>
                  </a:lnTo>
                  <a:lnTo>
                    <a:pt x="137039" y="41840"/>
                  </a:lnTo>
                  <a:lnTo>
                    <a:pt x="137342" y="39717"/>
                  </a:lnTo>
                  <a:lnTo>
                    <a:pt x="137190" y="39263"/>
                  </a:lnTo>
                  <a:lnTo>
                    <a:pt x="134159" y="36837"/>
                  </a:lnTo>
                  <a:lnTo>
                    <a:pt x="134613" y="36837"/>
                  </a:lnTo>
                  <a:lnTo>
                    <a:pt x="135068" y="36382"/>
                  </a:lnTo>
                  <a:lnTo>
                    <a:pt x="134765" y="33805"/>
                  </a:lnTo>
                  <a:lnTo>
                    <a:pt x="137190" y="33351"/>
                  </a:lnTo>
                  <a:lnTo>
                    <a:pt x="137494" y="33199"/>
                  </a:lnTo>
                  <a:lnTo>
                    <a:pt x="139010" y="30925"/>
                  </a:lnTo>
                  <a:lnTo>
                    <a:pt x="139010" y="30622"/>
                  </a:lnTo>
                  <a:lnTo>
                    <a:pt x="139010" y="26529"/>
                  </a:lnTo>
                  <a:lnTo>
                    <a:pt x="139010" y="26377"/>
                  </a:lnTo>
                  <a:lnTo>
                    <a:pt x="139464" y="26984"/>
                  </a:lnTo>
                  <a:lnTo>
                    <a:pt x="141132" y="29864"/>
                  </a:lnTo>
                  <a:lnTo>
                    <a:pt x="141435" y="30167"/>
                  </a:lnTo>
                  <a:lnTo>
                    <a:pt x="142648" y="30167"/>
                  </a:lnTo>
                  <a:lnTo>
                    <a:pt x="143103" y="29409"/>
                  </a:lnTo>
                  <a:lnTo>
                    <a:pt x="141587" y="27287"/>
                  </a:lnTo>
                  <a:lnTo>
                    <a:pt x="141890" y="27287"/>
                  </a:lnTo>
                  <a:lnTo>
                    <a:pt x="142193" y="26529"/>
                  </a:lnTo>
                  <a:lnTo>
                    <a:pt x="138100" y="22284"/>
                  </a:lnTo>
                  <a:lnTo>
                    <a:pt x="137797" y="22133"/>
                  </a:lnTo>
                  <a:lnTo>
                    <a:pt x="136584" y="22133"/>
                  </a:lnTo>
                  <a:lnTo>
                    <a:pt x="136129" y="22891"/>
                  </a:lnTo>
                  <a:lnTo>
                    <a:pt x="138100" y="25316"/>
                  </a:lnTo>
                  <a:lnTo>
                    <a:pt x="134613" y="21223"/>
                  </a:lnTo>
                  <a:lnTo>
                    <a:pt x="134310" y="21072"/>
                  </a:lnTo>
                  <a:lnTo>
                    <a:pt x="130672" y="21072"/>
                  </a:lnTo>
                  <a:lnTo>
                    <a:pt x="131278" y="16827"/>
                  </a:lnTo>
                  <a:lnTo>
                    <a:pt x="139464" y="16979"/>
                  </a:lnTo>
                  <a:lnTo>
                    <a:pt x="139919" y="16524"/>
                  </a:lnTo>
                  <a:lnTo>
                    <a:pt x="140677" y="14099"/>
                  </a:lnTo>
                  <a:lnTo>
                    <a:pt x="143860" y="15311"/>
                  </a:lnTo>
                  <a:lnTo>
                    <a:pt x="144467" y="14856"/>
                  </a:lnTo>
                  <a:lnTo>
                    <a:pt x="144467" y="14099"/>
                  </a:lnTo>
                  <a:lnTo>
                    <a:pt x="144770" y="14099"/>
                  </a:lnTo>
                  <a:lnTo>
                    <a:pt x="145831" y="15160"/>
                  </a:lnTo>
                  <a:lnTo>
                    <a:pt x="144770" y="15766"/>
                  </a:lnTo>
                  <a:lnTo>
                    <a:pt x="144467" y="16221"/>
                  </a:lnTo>
                  <a:lnTo>
                    <a:pt x="144315" y="19253"/>
                  </a:lnTo>
                  <a:lnTo>
                    <a:pt x="144467" y="19556"/>
                  </a:lnTo>
                  <a:lnTo>
                    <a:pt x="150531" y="25316"/>
                  </a:lnTo>
                  <a:lnTo>
                    <a:pt x="151288" y="25013"/>
                  </a:lnTo>
                  <a:lnTo>
                    <a:pt x="151288" y="19404"/>
                  </a:lnTo>
                  <a:lnTo>
                    <a:pt x="151288" y="19101"/>
                  </a:lnTo>
                  <a:lnTo>
                    <a:pt x="148257" y="16372"/>
                  </a:lnTo>
                  <a:lnTo>
                    <a:pt x="155836" y="13947"/>
                  </a:lnTo>
                  <a:lnTo>
                    <a:pt x="156139" y="13644"/>
                  </a:lnTo>
                  <a:lnTo>
                    <a:pt x="156139" y="12734"/>
                  </a:lnTo>
                  <a:lnTo>
                    <a:pt x="155836" y="12279"/>
                  </a:lnTo>
                  <a:lnTo>
                    <a:pt x="152653" y="11370"/>
                  </a:lnTo>
                  <a:lnTo>
                    <a:pt x="153411" y="10763"/>
                  </a:lnTo>
                  <a:lnTo>
                    <a:pt x="156746" y="11521"/>
                  </a:lnTo>
                  <a:lnTo>
                    <a:pt x="159323" y="11521"/>
                  </a:lnTo>
                  <a:lnTo>
                    <a:pt x="159778" y="10763"/>
                  </a:lnTo>
                  <a:lnTo>
                    <a:pt x="157655" y="8641"/>
                  </a:lnTo>
                  <a:lnTo>
                    <a:pt x="157504" y="8490"/>
                  </a:lnTo>
                  <a:lnTo>
                    <a:pt x="144618" y="6064"/>
                  </a:lnTo>
                  <a:lnTo>
                    <a:pt x="124912" y="5458"/>
                  </a:lnTo>
                  <a:lnTo>
                    <a:pt x="123850" y="4093"/>
                  </a:lnTo>
                  <a:lnTo>
                    <a:pt x="123547" y="3942"/>
                  </a:lnTo>
                  <a:lnTo>
                    <a:pt x="116726" y="2729"/>
                  </a:lnTo>
                  <a:lnTo>
                    <a:pt x="116271" y="2881"/>
                  </a:lnTo>
                  <a:lnTo>
                    <a:pt x="114452" y="4548"/>
                  </a:lnTo>
                  <a:lnTo>
                    <a:pt x="109146" y="4548"/>
                  </a:lnTo>
                  <a:lnTo>
                    <a:pt x="107024" y="2881"/>
                  </a:lnTo>
                  <a:lnTo>
                    <a:pt x="106721" y="2729"/>
                  </a:lnTo>
                  <a:lnTo>
                    <a:pt x="94290" y="2729"/>
                  </a:lnTo>
                  <a:lnTo>
                    <a:pt x="93684" y="304"/>
                  </a:lnTo>
                  <a:lnTo>
                    <a:pt x="9322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9" name="Google Shape;56;p7">
              <a:extLst>
                <a:ext uri="{FF2B5EF4-FFF2-40B4-BE49-F238E27FC236}">
                  <a16:creationId xmlns:a16="http://schemas.microsoft.com/office/drawing/2014/main" id="{8FADBC52-12AE-2D9D-1DEA-241901BC4474}"/>
                </a:ext>
              </a:extLst>
            </p:cNvPr>
            <p:cNvSpPr/>
            <p:nvPr/>
          </p:nvSpPr>
          <p:spPr>
            <a:xfrm>
              <a:off x="3145069" y="19363088"/>
              <a:ext cx="162420" cy="64662"/>
            </a:xfrm>
            <a:custGeom>
              <a:avLst/>
              <a:gdLst/>
              <a:ahLst/>
              <a:cxnLst/>
              <a:rect l="l" t="t" r="r" b="b"/>
              <a:pathLst>
                <a:path w="8186" h="3942" extrusionOk="0">
                  <a:moveTo>
                    <a:pt x="6215" y="0"/>
                  </a:moveTo>
                  <a:lnTo>
                    <a:pt x="4396" y="607"/>
                  </a:lnTo>
                  <a:lnTo>
                    <a:pt x="2274" y="455"/>
                  </a:lnTo>
                  <a:lnTo>
                    <a:pt x="1819" y="607"/>
                  </a:lnTo>
                  <a:lnTo>
                    <a:pt x="1516" y="1213"/>
                  </a:lnTo>
                  <a:lnTo>
                    <a:pt x="455" y="1062"/>
                  </a:lnTo>
                  <a:lnTo>
                    <a:pt x="0" y="1516"/>
                  </a:lnTo>
                  <a:lnTo>
                    <a:pt x="0" y="2729"/>
                  </a:lnTo>
                  <a:lnTo>
                    <a:pt x="303" y="3184"/>
                  </a:lnTo>
                  <a:lnTo>
                    <a:pt x="5003" y="3942"/>
                  </a:lnTo>
                  <a:lnTo>
                    <a:pt x="5154" y="3942"/>
                  </a:lnTo>
                  <a:lnTo>
                    <a:pt x="7883" y="2577"/>
                  </a:lnTo>
                  <a:lnTo>
                    <a:pt x="8186" y="2123"/>
                  </a:lnTo>
                  <a:lnTo>
                    <a:pt x="8186" y="1819"/>
                  </a:lnTo>
                  <a:lnTo>
                    <a:pt x="8034" y="1365"/>
                  </a:lnTo>
                  <a:lnTo>
                    <a:pt x="667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0" name="Google Shape;57;p7">
              <a:extLst>
                <a:ext uri="{FF2B5EF4-FFF2-40B4-BE49-F238E27FC236}">
                  <a16:creationId xmlns:a16="http://schemas.microsoft.com/office/drawing/2014/main" id="{B9382B8E-C07F-B6A9-E8D0-2E286A5E0116}"/>
                </a:ext>
              </a:extLst>
            </p:cNvPr>
            <p:cNvSpPr/>
            <p:nvPr/>
          </p:nvSpPr>
          <p:spPr>
            <a:xfrm>
              <a:off x="2612690" y="19136805"/>
              <a:ext cx="754957" cy="330739"/>
            </a:xfrm>
            <a:custGeom>
              <a:avLst/>
              <a:gdLst/>
              <a:ahLst/>
              <a:cxnLst/>
              <a:rect l="l" t="t" r="r" b="b"/>
              <a:pathLst>
                <a:path w="38050" h="20163" extrusionOk="0">
                  <a:moveTo>
                    <a:pt x="28500" y="1"/>
                  </a:moveTo>
                  <a:lnTo>
                    <a:pt x="20314" y="910"/>
                  </a:lnTo>
                  <a:lnTo>
                    <a:pt x="10612" y="910"/>
                  </a:lnTo>
                  <a:lnTo>
                    <a:pt x="4851" y="2881"/>
                  </a:lnTo>
                  <a:lnTo>
                    <a:pt x="304" y="4397"/>
                  </a:lnTo>
                  <a:lnTo>
                    <a:pt x="0" y="4700"/>
                  </a:lnTo>
                  <a:lnTo>
                    <a:pt x="0" y="6064"/>
                  </a:lnTo>
                  <a:lnTo>
                    <a:pt x="455" y="6519"/>
                  </a:lnTo>
                  <a:lnTo>
                    <a:pt x="7125" y="6671"/>
                  </a:lnTo>
                  <a:lnTo>
                    <a:pt x="8641" y="9399"/>
                  </a:lnTo>
                  <a:lnTo>
                    <a:pt x="8641" y="11673"/>
                  </a:lnTo>
                  <a:lnTo>
                    <a:pt x="5609" y="13492"/>
                  </a:lnTo>
                  <a:lnTo>
                    <a:pt x="5306" y="13795"/>
                  </a:lnTo>
                  <a:lnTo>
                    <a:pt x="5458" y="17585"/>
                  </a:lnTo>
                  <a:lnTo>
                    <a:pt x="5609" y="17888"/>
                  </a:lnTo>
                  <a:lnTo>
                    <a:pt x="7580" y="20011"/>
                  </a:lnTo>
                  <a:lnTo>
                    <a:pt x="8035" y="20162"/>
                  </a:lnTo>
                  <a:lnTo>
                    <a:pt x="10460" y="20162"/>
                  </a:lnTo>
                  <a:lnTo>
                    <a:pt x="10763" y="20011"/>
                  </a:lnTo>
                  <a:lnTo>
                    <a:pt x="14402" y="16069"/>
                  </a:lnTo>
                  <a:lnTo>
                    <a:pt x="19556" y="14553"/>
                  </a:lnTo>
                  <a:lnTo>
                    <a:pt x="21526" y="13037"/>
                  </a:lnTo>
                  <a:lnTo>
                    <a:pt x="25316" y="12886"/>
                  </a:lnTo>
                  <a:lnTo>
                    <a:pt x="28196" y="11976"/>
                  </a:lnTo>
                  <a:lnTo>
                    <a:pt x="28500" y="11825"/>
                  </a:lnTo>
                  <a:lnTo>
                    <a:pt x="33654" y="3639"/>
                  </a:lnTo>
                  <a:lnTo>
                    <a:pt x="36685" y="3032"/>
                  </a:lnTo>
                  <a:lnTo>
                    <a:pt x="36989" y="2881"/>
                  </a:lnTo>
                  <a:lnTo>
                    <a:pt x="38050" y="1820"/>
                  </a:lnTo>
                  <a:lnTo>
                    <a:pt x="37747" y="910"/>
                  </a:lnTo>
                  <a:lnTo>
                    <a:pt x="2850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1" name="Google Shape;58;p7">
              <a:extLst>
                <a:ext uri="{FF2B5EF4-FFF2-40B4-BE49-F238E27FC236}">
                  <a16:creationId xmlns:a16="http://schemas.microsoft.com/office/drawing/2014/main" id="{59F93446-196A-CE6E-7AE7-4C530079CECD}"/>
                </a:ext>
              </a:extLst>
            </p:cNvPr>
            <p:cNvSpPr/>
            <p:nvPr/>
          </p:nvSpPr>
          <p:spPr>
            <a:xfrm>
              <a:off x="5292600" y="20402480"/>
              <a:ext cx="222598" cy="216342"/>
            </a:xfrm>
            <a:custGeom>
              <a:avLst/>
              <a:gdLst/>
              <a:ahLst/>
              <a:cxnLst/>
              <a:rect l="l" t="t" r="r" b="b"/>
              <a:pathLst>
                <a:path w="11219" h="13189" extrusionOk="0">
                  <a:moveTo>
                    <a:pt x="455" y="1"/>
                  </a:moveTo>
                  <a:lnTo>
                    <a:pt x="0" y="759"/>
                  </a:lnTo>
                  <a:lnTo>
                    <a:pt x="9096" y="13037"/>
                  </a:lnTo>
                  <a:lnTo>
                    <a:pt x="9702" y="13189"/>
                  </a:lnTo>
                  <a:lnTo>
                    <a:pt x="11067" y="11976"/>
                  </a:lnTo>
                  <a:lnTo>
                    <a:pt x="11218" y="11673"/>
                  </a:lnTo>
                  <a:lnTo>
                    <a:pt x="11218" y="9702"/>
                  </a:lnTo>
                  <a:lnTo>
                    <a:pt x="11218" y="9248"/>
                  </a:lnTo>
                  <a:lnTo>
                    <a:pt x="3335" y="1213"/>
                  </a:lnTo>
                  <a:lnTo>
                    <a:pt x="3184" y="1062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2" name="Google Shape;59;p7">
              <a:extLst>
                <a:ext uri="{FF2B5EF4-FFF2-40B4-BE49-F238E27FC236}">
                  <a16:creationId xmlns:a16="http://schemas.microsoft.com/office/drawing/2014/main" id="{9172021A-41ED-B85F-122A-88D8D5238D60}"/>
                </a:ext>
              </a:extLst>
            </p:cNvPr>
            <p:cNvSpPr/>
            <p:nvPr/>
          </p:nvSpPr>
          <p:spPr>
            <a:xfrm>
              <a:off x="6336287" y="20549191"/>
              <a:ext cx="111309" cy="84559"/>
            </a:xfrm>
            <a:custGeom>
              <a:avLst/>
              <a:gdLst/>
              <a:ahLst/>
              <a:cxnLst/>
              <a:rect l="l" t="t" r="r" b="b"/>
              <a:pathLst>
                <a:path w="5610" h="5155" extrusionOk="0">
                  <a:moveTo>
                    <a:pt x="2881" y="0"/>
                  </a:moveTo>
                  <a:lnTo>
                    <a:pt x="1820" y="152"/>
                  </a:lnTo>
                  <a:lnTo>
                    <a:pt x="1668" y="910"/>
                  </a:lnTo>
                  <a:lnTo>
                    <a:pt x="3184" y="1971"/>
                  </a:lnTo>
                  <a:lnTo>
                    <a:pt x="1" y="3639"/>
                  </a:lnTo>
                  <a:lnTo>
                    <a:pt x="1" y="4397"/>
                  </a:lnTo>
                  <a:lnTo>
                    <a:pt x="1213" y="5155"/>
                  </a:lnTo>
                  <a:lnTo>
                    <a:pt x="1668" y="5155"/>
                  </a:lnTo>
                  <a:lnTo>
                    <a:pt x="3790" y="3942"/>
                  </a:lnTo>
                  <a:lnTo>
                    <a:pt x="3942" y="3639"/>
                  </a:lnTo>
                  <a:lnTo>
                    <a:pt x="3942" y="2578"/>
                  </a:lnTo>
                  <a:lnTo>
                    <a:pt x="4094" y="2729"/>
                  </a:lnTo>
                  <a:lnTo>
                    <a:pt x="4548" y="2729"/>
                  </a:lnTo>
                  <a:lnTo>
                    <a:pt x="5458" y="2426"/>
                  </a:lnTo>
                  <a:lnTo>
                    <a:pt x="5610" y="1668"/>
                  </a:lnTo>
                  <a:lnTo>
                    <a:pt x="3032" y="152"/>
                  </a:lnTo>
                  <a:lnTo>
                    <a:pt x="288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3" name="Google Shape;60;p7">
              <a:extLst>
                <a:ext uri="{FF2B5EF4-FFF2-40B4-BE49-F238E27FC236}">
                  <a16:creationId xmlns:a16="http://schemas.microsoft.com/office/drawing/2014/main" id="{81019A68-9B8D-64F9-B975-CB19DAEA8DCF}"/>
                </a:ext>
              </a:extLst>
            </p:cNvPr>
            <p:cNvSpPr/>
            <p:nvPr/>
          </p:nvSpPr>
          <p:spPr>
            <a:xfrm>
              <a:off x="1782554" y="19246215"/>
              <a:ext cx="309820" cy="99486"/>
            </a:xfrm>
            <a:custGeom>
              <a:avLst/>
              <a:gdLst/>
              <a:ahLst/>
              <a:cxnLst/>
              <a:rect l="l" t="t" r="r" b="b"/>
              <a:pathLst>
                <a:path w="15615" h="6065" extrusionOk="0">
                  <a:moveTo>
                    <a:pt x="6064" y="1"/>
                  </a:moveTo>
                  <a:lnTo>
                    <a:pt x="303" y="1517"/>
                  </a:lnTo>
                  <a:lnTo>
                    <a:pt x="0" y="2274"/>
                  </a:lnTo>
                  <a:lnTo>
                    <a:pt x="1213" y="3487"/>
                  </a:lnTo>
                  <a:lnTo>
                    <a:pt x="1668" y="3639"/>
                  </a:lnTo>
                  <a:lnTo>
                    <a:pt x="5003" y="2578"/>
                  </a:lnTo>
                  <a:lnTo>
                    <a:pt x="4851" y="3032"/>
                  </a:lnTo>
                  <a:lnTo>
                    <a:pt x="5609" y="3336"/>
                  </a:lnTo>
                  <a:lnTo>
                    <a:pt x="3941" y="3790"/>
                  </a:lnTo>
                  <a:lnTo>
                    <a:pt x="3790" y="4700"/>
                  </a:lnTo>
                  <a:lnTo>
                    <a:pt x="7580" y="6064"/>
                  </a:lnTo>
                  <a:lnTo>
                    <a:pt x="7883" y="6064"/>
                  </a:lnTo>
                  <a:lnTo>
                    <a:pt x="10460" y="5003"/>
                  </a:lnTo>
                  <a:lnTo>
                    <a:pt x="13189" y="5609"/>
                  </a:lnTo>
                  <a:lnTo>
                    <a:pt x="13340" y="5609"/>
                  </a:lnTo>
                  <a:lnTo>
                    <a:pt x="15462" y="5155"/>
                  </a:lnTo>
                  <a:lnTo>
                    <a:pt x="15614" y="4397"/>
                  </a:lnTo>
                  <a:lnTo>
                    <a:pt x="13947" y="3639"/>
                  </a:lnTo>
                  <a:lnTo>
                    <a:pt x="15311" y="1971"/>
                  </a:lnTo>
                  <a:lnTo>
                    <a:pt x="14856" y="1213"/>
                  </a:lnTo>
                  <a:lnTo>
                    <a:pt x="13340" y="1213"/>
                  </a:lnTo>
                  <a:lnTo>
                    <a:pt x="12885" y="1365"/>
                  </a:lnTo>
                  <a:lnTo>
                    <a:pt x="12431" y="1971"/>
                  </a:lnTo>
                  <a:lnTo>
                    <a:pt x="12279" y="1517"/>
                  </a:lnTo>
                  <a:lnTo>
                    <a:pt x="11824" y="1213"/>
                  </a:lnTo>
                  <a:lnTo>
                    <a:pt x="10157" y="1820"/>
                  </a:lnTo>
                  <a:lnTo>
                    <a:pt x="8641" y="1062"/>
                  </a:lnTo>
                  <a:lnTo>
                    <a:pt x="8186" y="1062"/>
                  </a:lnTo>
                  <a:lnTo>
                    <a:pt x="7731" y="1213"/>
                  </a:lnTo>
                  <a:lnTo>
                    <a:pt x="7731" y="759"/>
                  </a:lnTo>
                  <a:lnTo>
                    <a:pt x="636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4" name="Google Shape;61;p7">
              <a:extLst>
                <a:ext uri="{FF2B5EF4-FFF2-40B4-BE49-F238E27FC236}">
                  <a16:creationId xmlns:a16="http://schemas.microsoft.com/office/drawing/2014/main" id="{187549DF-7F47-BC24-6CE5-CCC805BE5E28}"/>
                </a:ext>
              </a:extLst>
            </p:cNvPr>
            <p:cNvSpPr/>
            <p:nvPr/>
          </p:nvSpPr>
          <p:spPr>
            <a:xfrm>
              <a:off x="4041375" y="19877805"/>
              <a:ext cx="54147" cy="32347"/>
            </a:xfrm>
            <a:custGeom>
              <a:avLst/>
              <a:gdLst/>
              <a:ahLst/>
              <a:cxnLst/>
              <a:rect l="l" t="t" r="r" b="b"/>
              <a:pathLst>
                <a:path w="2729" h="1972" extrusionOk="0">
                  <a:moveTo>
                    <a:pt x="2123" y="1"/>
                  </a:moveTo>
                  <a:lnTo>
                    <a:pt x="0" y="759"/>
                  </a:lnTo>
                  <a:lnTo>
                    <a:pt x="0" y="1668"/>
                  </a:lnTo>
                  <a:lnTo>
                    <a:pt x="1516" y="1971"/>
                  </a:lnTo>
                  <a:lnTo>
                    <a:pt x="2123" y="1820"/>
                  </a:lnTo>
                  <a:lnTo>
                    <a:pt x="2729" y="607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5" name="Google Shape;62;p7">
              <a:extLst>
                <a:ext uri="{FF2B5EF4-FFF2-40B4-BE49-F238E27FC236}">
                  <a16:creationId xmlns:a16="http://schemas.microsoft.com/office/drawing/2014/main" id="{8E292EDC-01D7-8583-8255-D98B3C5EBAC9}"/>
                </a:ext>
              </a:extLst>
            </p:cNvPr>
            <p:cNvSpPr/>
            <p:nvPr/>
          </p:nvSpPr>
          <p:spPr>
            <a:xfrm>
              <a:off x="2092355" y="19308383"/>
              <a:ext cx="63174" cy="39794"/>
            </a:xfrm>
            <a:custGeom>
              <a:avLst/>
              <a:gdLst/>
              <a:ahLst/>
              <a:cxnLst/>
              <a:rect l="l" t="t" r="r" b="b"/>
              <a:pathLst>
                <a:path w="3184" h="2426" extrusionOk="0">
                  <a:moveTo>
                    <a:pt x="2122" y="0"/>
                  </a:moveTo>
                  <a:lnTo>
                    <a:pt x="303" y="758"/>
                  </a:lnTo>
                  <a:lnTo>
                    <a:pt x="0" y="1516"/>
                  </a:lnTo>
                  <a:lnTo>
                    <a:pt x="758" y="2274"/>
                  </a:lnTo>
                  <a:lnTo>
                    <a:pt x="1364" y="2426"/>
                  </a:lnTo>
                  <a:lnTo>
                    <a:pt x="3032" y="1668"/>
                  </a:lnTo>
                  <a:lnTo>
                    <a:pt x="3183" y="910"/>
                  </a:lnTo>
                  <a:lnTo>
                    <a:pt x="2729" y="152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6" name="Google Shape;63;p7">
              <a:extLst>
                <a:ext uri="{FF2B5EF4-FFF2-40B4-BE49-F238E27FC236}">
                  <a16:creationId xmlns:a16="http://schemas.microsoft.com/office/drawing/2014/main" id="{1A839704-E741-43B5-C52C-14B8819CCE2E}"/>
                </a:ext>
              </a:extLst>
            </p:cNvPr>
            <p:cNvSpPr/>
            <p:nvPr/>
          </p:nvSpPr>
          <p:spPr>
            <a:xfrm>
              <a:off x="3490960" y="19800727"/>
              <a:ext cx="42123" cy="32347"/>
            </a:xfrm>
            <a:custGeom>
              <a:avLst/>
              <a:gdLst/>
              <a:ahLst/>
              <a:cxnLst/>
              <a:rect l="l" t="t" r="r" b="b"/>
              <a:pathLst>
                <a:path w="2123" h="1972" extrusionOk="0">
                  <a:moveTo>
                    <a:pt x="1364" y="0"/>
                  </a:moveTo>
                  <a:lnTo>
                    <a:pt x="0" y="1062"/>
                  </a:lnTo>
                  <a:lnTo>
                    <a:pt x="303" y="1971"/>
                  </a:lnTo>
                  <a:lnTo>
                    <a:pt x="1668" y="1971"/>
                  </a:lnTo>
                  <a:lnTo>
                    <a:pt x="2122" y="1516"/>
                  </a:lnTo>
                  <a:lnTo>
                    <a:pt x="2122" y="304"/>
                  </a:lnTo>
                  <a:lnTo>
                    <a:pt x="136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7" name="Google Shape;64;p7">
              <a:extLst>
                <a:ext uri="{FF2B5EF4-FFF2-40B4-BE49-F238E27FC236}">
                  <a16:creationId xmlns:a16="http://schemas.microsoft.com/office/drawing/2014/main" id="{A8CBE95D-34C1-7932-B24D-6B3C86EB343D}"/>
                </a:ext>
              </a:extLst>
            </p:cNvPr>
            <p:cNvSpPr/>
            <p:nvPr/>
          </p:nvSpPr>
          <p:spPr>
            <a:xfrm>
              <a:off x="5467044" y="20710812"/>
              <a:ext cx="773013" cy="479926"/>
            </a:xfrm>
            <a:custGeom>
              <a:avLst/>
              <a:gdLst/>
              <a:ahLst/>
              <a:cxnLst/>
              <a:rect l="l" t="t" r="r" b="b"/>
              <a:pathLst>
                <a:path w="38960" h="29258" extrusionOk="0">
                  <a:moveTo>
                    <a:pt x="31077" y="1"/>
                  </a:moveTo>
                  <a:lnTo>
                    <a:pt x="30471" y="456"/>
                  </a:lnTo>
                  <a:lnTo>
                    <a:pt x="30471" y="4397"/>
                  </a:lnTo>
                  <a:lnTo>
                    <a:pt x="27894" y="6822"/>
                  </a:lnTo>
                  <a:lnTo>
                    <a:pt x="24255" y="3639"/>
                  </a:lnTo>
                  <a:lnTo>
                    <a:pt x="25316" y="1517"/>
                  </a:lnTo>
                  <a:lnTo>
                    <a:pt x="25013" y="759"/>
                  </a:lnTo>
                  <a:lnTo>
                    <a:pt x="19708" y="910"/>
                  </a:lnTo>
                  <a:lnTo>
                    <a:pt x="19253" y="1214"/>
                  </a:lnTo>
                  <a:lnTo>
                    <a:pt x="18040" y="3639"/>
                  </a:lnTo>
                  <a:lnTo>
                    <a:pt x="15311" y="2426"/>
                  </a:lnTo>
                  <a:lnTo>
                    <a:pt x="14857" y="2578"/>
                  </a:lnTo>
                  <a:lnTo>
                    <a:pt x="9096" y="8945"/>
                  </a:lnTo>
                  <a:lnTo>
                    <a:pt x="1365" y="12431"/>
                  </a:lnTo>
                  <a:lnTo>
                    <a:pt x="1213" y="12886"/>
                  </a:lnTo>
                  <a:lnTo>
                    <a:pt x="1213" y="21375"/>
                  </a:lnTo>
                  <a:lnTo>
                    <a:pt x="1" y="24255"/>
                  </a:lnTo>
                  <a:lnTo>
                    <a:pt x="1" y="24710"/>
                  </a:lnTo>
                  <a:lnTo>
                    <a:pt x="910" y="25771"/>
                  </a:lnTo>
                  <a:lnTo>
                    <a:pt x="1365" y="25923"/>
                  </a:lnTo>
                  <a:lnTo>
                    <a:pt x="15918" y="22740"/>
                  </a:lnTo>
                  <a:lnTo>
                    <a:pt x="18192" y="24710"/>
                  </a:lnTo>
                  <a:lnTo>
                    <a:pt x="18646" y="24862"/>
                  </a:lnTo>
                  <a:lnTo>
                    <a:pt x="20617" y="23952"/>
                  </a:lnTo>
                  <a:lnTo>
                    <a:pt x="21527" y="28500"/>
                  </a:lnTo>
                  <a:lnTo>
                    <a:pt x="21830" y="28803"/>
                  </a:lnTo>
                  <a:lnTo>
                    <a:pt x="29409" y="29258"/>
                  </a:lnTo>
                  <a:lnTo>
                    <a:pt x="29713" y="29106"/>
                  </a:lnTo>
                  <a:lnTo>
                    <a:pt x="38353" y="20163"/>
                  </a:lnTo>
                  <a:lnTo>
                    <a:pt x="38505" y="19859"/>
                  </a:lnTo>
                  <a:lnTo>
                    <a:pt x="38960" y="14857"/>
                  </a:lnTo>
                  <a:lnTo>
                    <a:pt x="38808" y="14554"/>
                  </a:lnTo>
                  <a:lnTo>
                    <a:pt x="34109" y="8035"/>
                  </a:lnTo>
                  <a:lnTo>
                    <a:pt x="32744" y="759"/>
                  </a:lnTo>
                  <a:lnTo>
                    <a:pt x="32441" y="456"/>
                  </a:lnTo>
                  <a:lnTo>
                    <a:pt x="3107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8" name="Google Shape;65;p7">
              <a:extLst>
                <a:ext uri="{FF2B5EF4-FFF2-40B4-BE49-F238E27FC236}">
                  <a16:creationId xmlns:a16="http://schemas.microsoft.com/office/drawing/2014/main" id="{C95271EA-DB75-C822-C081-7297D0439798}"/>
                </a:ext>
              </a:extLst>
            </p:cNvPr>
            <p:cNvSpPr/>
            <p:nvPr/>
          </p:nvSpPr>
          <p:spPr>
            <a:xfrm>
              <a:off x="6459600" y="21123600"/>
              <a:ext cx="102281" cy="124337"/>
            </a:xfrm>
            <a:custGeom>
              <a:avLst/>
              <a:gdLst/>
              <a:ahLst/>
              <a:cxnLst/>
              <a:rect l="l" t="t" r="r" b="b"/>
              <a:pathLst>
                <a:path w="5155" h="7580" extrusionOk="0">
                  <a:moveTo>
                    <a:pt x="3336" y="0"/>
                  </a:moveTo>
                  <a:lnTo>
                    <a:pt x="2578" y="303"/>
                  </a:lnTo>
                  <a:lnTo>
                    <a:pt x="2426" y="758"/>
                  </a:lnTo>
                  <a:lnTo>
                    <a:pt x="2426" y="3335"/>
                  </a:lnTo>
                  <a:lnTo>
                    <a:pt x="607" y="5003"/>
                  </a:lnTo>
                  <a:lnTo>
                    <a:pt x="607" y="5154"/>
                  </a:lnTo>
                  <a:lnTo>
                    <a:pt x="1" y="7125"/>
                  </a:lnTo>
                  <a:lnTo>
                    <a:pt x="607" y="7580"/>
                  </a:lnTo>
                  <a:lnTo>
                    <a:pt x="5155" y="4548"/>
                  </a:lnTo>
                  <a:lnTo>
                    <a:pt x="5155" y="3790"/>
                  </a:lnTo>
                  <a:lnTo>
                    <a:pt x="3942" y="2274"/>
                  </a:lnTo>
                  <a:lnTo>
                    <a:pt x="3942" y="455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9" name="Google Shape;66;p7">
              <a:extLst>
                <a:ext uri="{FF2B5EF4-FFF2-40B4-BE49-F238E27FC236}">
                  <a16:creationId xmlns:a16="http://schemas.microsoft.com/office/drawing/2014/main" id="{BB043268-DEFF-2F89-0A2D-A313D38F38CD}"/>
                </a:ext>
              </a:extLst>
            </p:cNvPr>
            <p:cNvSpPr/>
            <p:nvPr/>
          </p:nvSpPr>
          <p:spPr>
            <a:xfrm>
              <a:off x="6243053" y="21233009"/>
              <a:ext cx="198531" cy="109426"/>
            </a:xfrm>
            <a:custGeom>
              <a:avLst/>
              <a:gdLst/>
              <a:ahLst/>
              <a:cxnLst/>
              <a:rect l="l" t="t" r="r" b="b"/>
              <a:pathLst>
                <a:path w="10006" h="6671" extrusionOk="0">
                  <a:moveTo>
                    <a:pt x="9247" y="0"/>
                  </a:moveTo>
                  <a:lnTo>
                    <a:pt x="0" y="4699"/>
                  </a:lnTo>
                  <a:lnTo>
                    <a:pt x="0" y="5457"/>
                  </a:lnTo>
                  <a:lnTo>
                    <a:pt x="2123" y="6670"/>
                  </a:lnTo>
                  <a:lnTo>
                    <a:pt x="2577" y="6670"/>
                  </a:lnTo>
                  <a:lnTo>
                    <a:pt x="9702" y="1971"/>
                  </a:lnTo>
                  <a:lnTo>
                    <a:pt x="10005" y="1516"/>
                  </a:lnTo>
                  <a:lnTo>
                    <a:pt x="10005" y="303"/>
                  </a:lnTo>
                  <a:lnTo>
                    <a:pt x="924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0" name="Google Shape;67;p7">
              <a:extLst>
                <a:ext uri="{FF2B5EF4-FFF2-40B4-BE49-F238E27FC236}">
                  <a16:creationId xmlns:a16="http://schemas.microsoft.com/office/drawing/2014/main" id="{8C3D94CF-45BC-2BF2-01C9-026297C74293}"/>
                </a:ext>
              </a:extLst>
            </p:cNvPr>
            <p:cNvSpPr/>
            <p:nvPr/>
          </p:nvSpPr>
          <p:spPr>
            <a:xfrm>
              <a:off x="3963161" y="21011697"/>
              <a:ext cx="45139" cy="32347"/>
            </a:xfrm>
            <a:custGeom>
              <a:avLst/>
              <a:gdLst/>
              <a:ahLst/>
              <a:cxnLst/>
              <a:rect l="l" t="t" r="r" b="b"/>
              <a:pathLst>
                <a:path w="2275" h="1972" extrusionOk="0">
                  <a:moveTo>
                    <a:pt x="1062" y="0"/>
                  </a:moveTo>
                  <a:lnTo>
                    <a:pt x="1" y="758"/>
                  </a:lnTo>
                  <a:lnTo>
                    <a:pt x="1" y="1971"/>
                  </a:lnTo>
                  <a:lnTo>
                    <a:pt x="1365" y="1971"/>
                  </a:lnTo>
                  <a:lnTo>
                    <a:pt x="2275" y="1062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1" name="Google Shape;68;p7">
              <a:extLst>
                <a:ext uri="{FF2B5EF4-FFF2-40B4-BE49-F238E27FC236}">
                  <a16:creationId xmlns:a16="http://schemas.microsoft.com/office/drawing/2014/main" id="{72FFE93E-5A9E-0C12-796E-EDB5B71623B6}"/>
                </a:ext>
              </a:extLst>
            </p:cNvPr>
            <p:cNvSpPr/>
            <p:nvPr/>
          </p:nvSpPr>
          <p:spPr>
            <a:xfrm>
              <a:off x="3755642" y="20902287"/>
              <a:ext cx="321844" cy="206402"/>
            </a:xfrm>
            <a:custGeom>
              <a:avLst/>
              <a:gdLst/>
              <a:ahLst/>
              <a:cxnLst/>
              <a:rect l="l" t="t" r="r" b="b"/>
              <a:pathLst>
                <a:path w="16221" h="12583" extrusionOk="0">
                  <a:moveTo>
                    <a:pt x="12279" y="0"/>
                  </a:moveTo>
                  <a:lnTo>
                    <a:pt x="5761" y="4397"/>
                  </a:lnTo>
                  <a:lnTo>
                    <a:pt x="4093" y="2577"/>
                  </a:lnTo>
                  <a:lnTo>
                    <a:pt x="4093" y="6216"/>
                  </a:lnTo>
                  <a:lnTo>
                    <a:pt x="0" y="6216"/>
                  </a:lnTo>
                  <a:lnTo>
                    <a:pt x="2426" y="12582"/>
                  </a:lnTo>
                  <a:lnTo>
                    <a:pt x="10005" y="12582"/>
                  </a:lnTo>
                  <a:lnTo>
                    <a:pt x="15917" y="5761"/>
                  </a:lnTo>
                  <a:lnTo>
                    <a:pt x="16220" y="3942"/>
                  </a:lnTo>
                  <a:lnTo>
                    <a:pt x="15159" y="3942"/>
                  </a:lnTo>
                  <a:lnTo>
                    <a:pt x="15159" y="5306"/>
                  </a:lnTo>
                  <a:lnTo>
                    <a:pt x="14098" y="4548"/>
                  </a:lnTo>
                  <a:lnTo>
                    <a:pt x="14098" y="3639"/>
                  </a:lnTo>
                  <a:lnTo>
                    <a:pt x="15159" y="3639"/>
                  </a:lnTo>
                  <a:lnTo>
                    <a:pt x="1515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2" name="Google Shape;69;p7">
              <a:extLst>
                <a:ext uri="{FF2B5EF4-FFF2-40B4-BE49-F238E27FC236}">
                  <a16:creationId xmlns:a16="http://schemas.microsoft.com/office/drawing/2014/main" id="{CB37592D-927E-A6C2-2124-E5262A51BA5D}"/>
                </a:ext>
              </a:extLst>
            </p:cNvPr>
            <p:cNvSpPr/>
            <p:nvPr/>
          </p:nvSpPr>
          <p:spPr>
            <a:xfrm>
              <a:off x="1990073" y="19763426"/>
              <a:ext cx="69206" cy="17420"/>
            </a:xfrm>
            <a:custGeom>
              <a:avLst/>
              <a:gdLst/>
              <a:ahLst/>
              <a:cxnLst/>
              <a:rect l="l" t="t" r="r" b="b"/>
              <a:pathLst>
                <a:path w="3488" h="1062" extrusionOk="0">
                  <a:moveTo>
                    <a:pt x="1517" y="1"/>
                  </a:moveTo>
                  <a:lnTo>
                    <a:pt x="1" y="1062"/>
                  </a:lnTo>
                  <a:lnTo>
                    <a:pt x="1972" y="1062"/>
                  </a:lnTo>
                  <a:lnTo>
                    <a:pt x="348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3" name="Google Shape;70;p7">
              <a:extLst>
                <a:ext uri="{FF2B5EF4-FFF2-40B4-BE49-F238E27FC236}">
                  <a16:creationId xmlns:a16="http://schemas.microsoft.com/office/drawing/2014/main" id="{E028523C-1ED2-9BFC-0A49-48DC44FC0DA0}"/>
                </a:ext>
              </a:extLst>
            </p:cNvPr>
            <p:cNvSpPr/>
            <p:nvPr/>
          </p:nvSpPr>
          <p:spPr>
            <a:xfrm>
              <a:off x="1229124" y="19654016"/>
              <a:ext cx="1073786" cy="410311"/>
            </a:xfrm>
            <a:custGeom>
              <a:avLst/>
              <a:gdLst/>
              <a:ahLst/>
              <a:cxnLst/>
              <a:rect l="l" t="t" r="r" b="b"/>
              <a:pathLst>
                <a:path w="54119" h="25014" extrusionOk="0">
                  <a:moveTo>
                    <a:pt x="7731" y="1"/>
                  </a:moveTo>
                  <a:lnTo>
                    <a:pt x="0" y="8187"/>
                  </a:lnTo>
                  <a:lnTo>
                    <a:pt x="0" y="14402"/>
                  </a:lnTo>
                  <a:lnTo>
                    <a:pt x="2729" y="17282"/>
                  </a:lnTo>
                  <a:lnTo>
                    <a:pt x="12734" y="18495"/>
                  </a:lnTo>
                  <a:lnTo>
                    <a:pt x="13947" y="20617"/>
                  </a:lnTo>
                  <a:lnTo>
                    <a:pt x="16827" y="20465"/>
                  </a:lnTo>
                  <a:lnTo>
                    <a:pt x="19101" y="25013"/>
                  </a:lnTo>
                  <a:lnTo>
                    <a:pt x="23345" y="19556"/>
                  </a:lnTo>
                  <a:lnTo>
                    <a:pt x="33502" y="19556"/>
                  </a:lnTo>
                  <a:lnTo>
                    <a:pt x="34260" y="24710"/>
                  </a:lnTo>
                  <a:lnTo>
                    <a:pt x="35776" y="24710"/>
                  </a:lnTo>
                  <a:lnTo>
                    <a:pt x="35927" y="18495"/>
                  </a:lnTo>
                  <a:lnTo>
                    <a:pt x="52299" y="4397"/>
                  </a:lnTo>
                  <a:lnTo>
                    <a:pt x="53512" y="4094"/>
                  </a:lnTo>
                  <a:lnTo>
                    <a:pt x="54118" y="2123"/>
                  </a:lnTo>
                  <a:lnTo>
                    <a:pt x="52299" y="2123"/>
                  </a:lnTo>
                  <a:lnTo>
                    <a:pt x="50329" y="3790"/>
                  </a:lnTo>
                  <a:lnTo>
                    <a:pt x="45932" y="3790"/>
                  </a:lnTo>
                  <a:lnTo>
                    <a:pt x="44417" y="4852"/>
                  </a:lnTo>
                  <a:lnTo>
                    <a:pt x="45478" y="4852"/>
                  </a:lnTo>
                  <a:lnTo>
                    <a:pt x="44113" y="5761"/>
                  </a:lnTo>
                  <a:lnTo>
                    <a:pt x="42901" y="5761"/>
                  </a:lnTo>
                  <a:lnTo>
                    <a:pt x="44417" y="4852"/>
                  </a:lnTo>
                  <a:lnTo>
                    <a:pt x="41536" y="4852"/>
                  </a:lnTo>
                  <a:lnTo>
                    <a:pt x="40172" y="5761"/>
                  </a:lnTo>
                  <a:lnTo>
                    <a:pt x="38959" y="5913"/>
                  </a:lnTo>
                  <a:lnTo>
                    <a:pt x="39262" y="3639"/>
                  </a:lnTo>
                  <a:lnTo>
                    <a:pt x="38201" y="3639"/>
                  </a:lnTo>
                  <a:lnTo>
                    <a:pt x="36989" y="4397"/>
                  </a:lnTo>
                  <a:lnTo>
                    <a:pt x="34866" y="7732"/>
                  </a:lnTo>
                  <a:lnTo>
                    <a:pt x="33502" y="7732"/>
                  </a:lnTo>
                  <a:lnTo>
                    <a:pt x="36079" y="3639"/>
                  </a:lnTo>
                  <a:lnTo>
                    <a:pt x="38959" y="3032"/>
                  </a:lnTo>
                  <a:lnTo>
                    <a:pt x="38808" y="2426"/>
                  </a:lnTo>
                  <a:lnTo>
                    <a:pt x="36837" y="2426"/>
                  </a:lnTo>
                  <a:lnTo>
                    <a:pt x="35927" y="1820"/>
                  </a:lnTo>
                  <a:lnTo>
                    <a:pt x="34866" y="2426"/>
                  </a:lnTo>
                  <a:lnTo>
                    <a:pt x="33502" y="2426"/>
                  </a:lnTo>
                  <a:lnTo>
                    <a:pt x="33957" y="1213"/>
                  </a:lnTo>
                  <a:lnTo>
                    <a:pt x="3122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4" name="Google Shape;71;p7">
              <a:extLst>
                <a:ext uri="{FF2B5EF4-FFF2-40B4-BE49-F238E27FC236}">
                  <a16:creationId xmlns:a16="http://schemas.microsoft.com/office/drawing/2014/main" id="{1F01A051-1623-3553-CCEC-4CCBCA99B50E}"/>
                </a:ext>
              </a:extLst>
            </p:cNvPr>
            <p:cNvSpPr/>
            <p:nvPr/>
          </p:nvSpPr>
          <p:spPr>
            <a:xfrm>
              <a:off x="2462294" y="19616715"/>
              <a:ext cx="111309" cy="57215"/>
            </a:xfrm>
            <a:custGeom>
              <a:avLst/>
              <a:gdLst/>
              <a:ahLst/>
              <a:cxnLst/>
              <a:rect l="l" t="t" r="r" b="b"/>
              <a:pathLst>
                <a:path w="5610" h="3488" extrusionOk="0">
                  <a:moveTo>
                    <a:pt x="3336" y="1"/>
                  </a:moveTo>
                  <a:lnTo>
                    <a:pt x="1" y="3487"/>
                  </a:lnTo>
                  <a:lnTo>
                    <a:pt x="5610" y="3487"/>
                  </a:lnTo>
                  <a:lnTo>
                    <a:pt x="4549" y="1668"/>
                  </a:lnTo>
                  <a:lnTo>
                    <a:pt x="3336" y="1365"/>
                  </a:lnTo>
                  <a:lnTo>
                    <a:pt x="333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5" name="Google Shape;72;p7">
              <a:extLst>
                <a:ext uri="{FF2B5EF4-FFF2-40B4-BE49-F238E27FC236}">
                  <a16:creationId xmlns:a16="http://schemas.microsoft.com/office/drawing/2014/main" id="{7802F293-1FEC-996E-A943-E04E88E64EAC}"/>
                </a:ext>
              </a:extLst>
            </p:cNvPr>
            <p:cNvSpPr/>
            <p:nvPr/>
          </p:nvSpPr>
          <p:spPr>
            <a:xfrm>
              <a:off x="1283251" y="19937480"/>
              <a:ext cx="496308" cy="310842"/>
            </a:xfrm>
            <a:custGeom>
              <a:avLst/>
              <a:gdLst/>
              <a:ahLst/>
              <a:cxnLst/>
              <a:rect l="l" t="t" r="r" b="b"/>
              <a:pathLst>
                <a:path w="25014" h="18950" extrusionOk="0">
                  <a:moveTo>
                    <a:pt x="1" y="1"/>
                  </a:moveTo>
                  <a:lnTo>
                    <a:pt x="154" y="20"/>
                  </a:lnTo>
                  <a:lnTo>
                    <a:pt x="154" y="20"/>
                  </a:lnTo>
                  <a:lnTo>
                    <a:pt x="152" y="1"/>
                  </a:lnTo>
                  <a:close/>
                  <a:moveTo>
                    <a:pt x="154" y="20"/>
                  </a:moveTo>
                  <a:lnTo>
                    <a:pt x="456" y="4397"/>
                  </a:lnTo>
                  <a:lnTo>
                    <a:pt x="3488" y="10158"/>
                  </a:lnTo>
                  <a:lnTo>
                    <a:pt x="4852" y="9248"/>
                  </a:lnTo>
                  <a:lnTo>
                    <a:pt x="2426" y="4094"/>
                  </a:lnTo>
                  <a:lnTo>
                    <a:pt x="2426" y="1214"/>
                  </a:lnTo>
                  <a:lnTo>
                    <a:pt x="3791" y="1214"/>
                  </a:lnTo>
                  <a:lnTo>
                    <a:pt x="3791" y="3942"/>
                  </a:lnTo>
                  <a:lnTo>
                    <a:pt x="8338" y="14554"/>
                  </a:lnTo>
                  <a:lnTo>
                    <a:pt x="15766" y="17737"/>
                  </a:lnTo>
                  <a:lnTo>
                    <a:pt x="17737" y="17282"/>
                  </a:lnTo>
                  <a:lnTo>
                    <a:pt x="19253" y="18950"/>
                  </a:lnTo>
                  <a:lnTo>
                    <a:pt x="20163" y="17434"/>
                  </a:lnTo>
                  <a:lnTo>
                    <a:pt x="21830" y="17434"/>
                  </a:lnTo>
                  <a:lnTo>
                    <a:pt x="21527" y="15615"/>
                  </a:lnTo>
                  <a:lnTo>
                    <a:pt x="23043" y="15615"/>
                  </a:lnTo>
                  <a:lnTo>
                    <a:pt x="25013" y="14099"/>
                  </a:lnTo>
                  <a:lnTo>
                    <a:pt x="25013" y="12128"/>
                  </a:lnTo>
                  <a:lnTo>
                    <a:pt x="22891" y="11977"/>
                  </a:lnTo>
                  <a:lnTo>
                    <a:pt x="21224" y="14705"/>
                  </a:lnTo>
                  <a:lnTo>
                    <a:pt x="16676" y="14705"/>
                  </a:lnTo>
                  <a:lnTo>
                    <a:pt x="14554" y="10006"/>
                  </a:lnTo>
                  <a:lnTo>
                    <a:pt x="16373" y="7732"/>
                  </a:lnTo>
                  <a:lnTo>
                    <a:pt x="14099" y="3184"/>
                  </a:lnTo>
                  <a:lnTo>
                    <a:pt x="11219" y="3336"/>
                  </a:lnTo>
                  <a:lnTo>
                    <a:pt x="10006" y="1214"/>
                  </a:lnTo>
                  <a:lnTo>
                    <a:pt x="154" y="20"/>
                  </a:lnTo>
                  <a:close/>
                </a:path>
              </a:pathLst>
            </a:custGeom>
            <a:solidFill>
              <a:srgbClr val="17DB79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46" name="Google Shape;73;p7">
              <a:extLst>
                <a:ext uri="{FF2B5EF4-FFF2-40B4-BE49-F238E27FC236}">
                  <a16:creationId xmlns:a16="http://schemas.microsoft.com/office/drawing/2014/main" id="{9E804E54-62BE-5B08-D857-629D4C2CC15B}"/>
                </a:ext>
              </a:extLst>
            </p:cNvPr>
            <p:cNvSpPr/>
            <p:nvPr/>
          </p:nvSpPr>
          <p:spPr>
            <a:xfrm>
              <a:off x="3154077" y="19368058"/>
              <a:ext cx="144404" cy="52228"/>
            </a:xfrm>
            <a:custGeom>
              <a:avLst/>
              <a:gdLst/>
              <a:ahLst/>
              <a:cxnLst/>
              <a:rect l="l" t="t" r="r" b="b"/>
              <a:pathLst>
                <a:path w="7278" h="3184" extrusionOk="0">
                  <a:moveTo>
                    <a:pt x="5913" y="1"/>
                  </a:moveTo>
                  <a:lnTo>
                    <a:pt x="4094" y="759"/>
                  </a:lnTo>
                  <a:lnTo>
                    <a:pt x="1668" y="607"/>
                  </a:lnTo>
                  <a:lnTo>
                    <a:pt x="1214" y="1365"/>
                  </a:lnTo>
                  <a:lnTo>
                    <a:pt x="1" y="1213"/>
                  </a:lnTo>
                  <a:lnTo>
                    <a:pt x="1" y="2426"/>
                  </a:lnTo>
                  <a:lnTo>
                    <a:pt x="4549" y="3184"/>
                  </a:lnTo>
                  <a:lnTo>
                    <a:pt x="7277" y="1820"/>
                  </a:lnTo>
                  <a:lnTo>
                    <a:pt x="7277" y="1516"/>
                  </a:lnTo>
                  <a:lnTo>
                    <a:pt x="59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7" name="Google Shape;74;p7">
              <a:extLst>
                <a:ext uri="{FF2B5EF4-FFF2-40B4-BE49-F238E27FC236}">
                  <a16:creationId xmlns:a16="http://schemas.microsoft.com/office/drawing/2014/main" id="{3A400577-D667-2711-0608-B5B38D1E1DA1}"/>
                </a:ext>
              </a:extLst>
            </p:cNvPr>
            <p:cNvSpPr/>
            <p:nvPr/>
          </p:nvSpPr>
          <p:spPr>
            <a:xfrm>
              <a:off x="3701495" y="19875329"/>
              <a:ext cx="30099" cy="22390"/>
            </a:xfrm>
            <a:custGeom>
              <a:avLst/>
              <a:gdLst/>
              <a:ahLst/>
              <a:cxnLst/>
              <a:rect l="l" t="t" r="r" b="b"/>
              <a:pathLst>
                <a:path w="1517" h="1365" extrusionOk="0">
                  <a:moveTo>
                    <a:pt x="0" y="0"/>
                  </a:moveTo>
                  <a:lnTo>
                    <a:pt x="0" y="910"/>
                  </a:lnTo>
                  <a:lnTo>
                    <a:pt x="1516" y="1365"/>
                  </a:lnTo>
                  <a:lnTo>
                    <a:pt x="151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8" name="Google Shape;75;p7">
              <a:extLst>
                <a:ext uri="{FF2B5EF4-FFF2-40B4-BE49-F238E27FC236}">
                  <a16:creationId xmlns:a16="http://schemas.microsoft.com/office/drawing/2014/main" id="{6A1AA38C-9577-B9DC-1A1E-2B11BAE4B08F}"/>
                </a:ext>
              </a:extLst>
            </p:cNvPr>
            <p:cNvSpPr/>
            <p:nvPr/>
          </p:nvSpPr>
          <p:spPr>
            <a:xfrm>
              <a:off x="2621718" y="19144268"/>
              <a:ext cx="739918" cy="315812"/>
            </a:xfrm>
            <a:custGeom>
              <a:avLst/>
              <a:gdLst/>
              <a:ahLst/>
              <a:cxnLst/>
              <a:rect l="l" t="t" r="r" b="b"/>
              <a:pathLst>
                <a:path w="37292" h="19253" extrusionOk="0">
                  <a:moveTo>
                    <a:pt x="27893" y="0"/>
                  </a:moveTo>
                  <a:lnTo>
                    <a:pt x="19859" y="910"/>
                  </a:lnTo>
                  <a:lnTo>
                    <a:pt x="10157" y="910"/>
                  </a:lnTo>
                  <a:lnTo>
                    <a:pt x="4548" y="2881"/>
                  </a:lnTo>
                  <a:lnTo>
                    <a:pt x="0" y="4245"/>
                  </a:lnTo>
                  <a:lnTo>
                    <a:pt x="0" y="5609"/>
                  </a:lnTo>
                  <a:lnTo>
                    <a:pt x="6822" y="5761"/>
                  </a:lnTo>
                  <a:lnTo>
                    <a:pt x="8641" y="8793"/>
                  </a:lnTo>
                  <a:lnTo>
                    <a:pt x="8641" y="11521"/>
                  </a:lnTo>
                  <a:lnTo>
                    <a:pt x="5306" y="13340"/>
                  </a:lnTo>
                  <a:lnTo>
                    <a:pt x="5457" y="17130"/>
                  </a:lnTo>
                  <a:lnTo>
                    <a:pt x="7580" y="19252"/>
                  </a:lnTo>
                  <a:lnTo>
                    <a:pt x="10005" y="19252"/>
                  </a:lnTo>
                  <a:lnTo>
                    <a:pt x="13643" y="15311"/>
                  </a:lnTo>
                  <a:lnTo>
                    <a:pt x="18949" y="13644"/>
                  </a:lnTo>
                  <a:lnTo>
                    <a:pt x="20920" y="12128"/>
                  </a:lnTo>
                  <a:lnTo>
                    <a:pt x="24861" y="11976"/>
                  </a:lnTo>
                  <a:lnTo>
                    <a:pt x="27741" y="11067"/>
                  </a:lnTo>
                  <a:lnTo>
                    <a:pt x="32895" y="2729"/>
                  </a:lnTo>
                  <a:lnTo>
                    <a:pt x="36079" y="2123"/>
                  </a:lnTo>
                  <a:lnTo>
                    <a:pt x="37292" y="910"/>
                  </a:lnTo>
                  <a:lnTo>
                    <a:pt x="2789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9" name="Google Shape;76;p7">
              <a:extLst>
                <a:ext uri="{FF2B5EF4-FFF2-40B4-BE49-F238E27FC236}">
                  <a16:creationId xmlns:a16="http://schemas.microsoft.com/office/drawing/2014/main" id="{51BFABE4-C616-3DAD-FF82-CC30736C4193}"/>
                </a:ext>
              </a:extLst>
            </p:cNvPr>
            <p:cNvSpPr/>
            <p:nvPr/>
          </p:nvSpPr>
          <p:spPr>
            <a:xfrm>
              <a:off x="5728729" y="20066787"/>
              <a:ext cx="42123" cy="49751"/>
            </a:xfrm>
            <a:custGeom>
              <a:avLst/>
              <a:gdLst/>
              <a:ahLst/>
              <a:cxnLst/>
              <a:rect l="l" t="t" r="r" b="b"/>
              <a:pathLst>
                <a:path w="2123" h="3033" extrusionOk="0">
                  <a:moveTo>
                    <a:pt x="1213" y="1"/>
                  </a:moveTo>
                  <a:lnTo>
                    <a:pt x="0" y="1820"/>
                  </a:lnTo>
                  <a:lnTo>
                    <a:pt x="1213" y="3033"/>
                  </a:lnTo>
                  <a:lnTo>
                    <a:pt x="2122" y="910"/>
                  </a:lnTo>
                  <a:lnTo>
                    <a:pt x="12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0" name="Google Shape;77;p7">
              <a:extLst>
                <a:ext uri="{FF2B5EF4-FFF2-40B4-BE49-F238E27FC236}">
                  <a16:creationId xmlns:a16="http://schemas.microsoft.com/office/drawing/2014/main" id="{0D3A4A8C-5E73-A81C-69DC-3AD5857EA711}"/>
                </a:ext>
              </a:extLst>
            </p:cNvPr>
            <p:cNvSpPr/>
            <p:nvPr/>
          </p:nvSpPr>
          <p:spPr>
            <a:xfrm>
              <a:off x="4964744" y="19601804"/>
              <a:ext cx="562478" cy="164131"/>
            </a:xfrm>
            <a:custGeom>
              <a:avLst/>
              <a:gdLst/>
              <a:ahLst/>
              <a:cxnLst/>
              <a:rect l="l" t="t" r="r" b="b"/>
              <a:pathLst>
                <a:path w="28349" h="10006" extrusionOk="0">
                  <a:moveTo>
                    <a:pt x="8642" y="0"/>
                  </a:moveTo>
                  <a:lnTo>
                    <a:pt x="7580" y="2577"/>
                  </a:lnTo>
                  <a:lnTo>
                    <a:pt x="3184" y="1213"/>
                  </a:lnTo>
                  <a:lnTo>
                    <a:pt x="1" y="3790"/>
                  </a:lnTo>
                  <a:lnTo>
                    <a:pt x="10461" y="9854"/>
                  </a:lnTo>
                  <a:lnTo>
                    <a:pt x="22740" y="10005"/>
                  </a:lnTo>
                  <a:lnTo>
                    <a:pt x="24104" y="6973"/>
                  </a:lnTo>
                  <a:lnTo>
                    <a:pt x="28045" y="6215"/>
                  </a:lnTo>
                  <a:lnTo>
                    <a:pt x="28349" y="4699"/>
                  </a:lnTo>
                  <a:lnTo>
                    <a:pt x="25620" y="4245"/>
                  </a:lnTo>
                  <a:lnTo>
                    <a:pt x="24559" y="2577"/>
                  </a:lnTo>
                  <a:lnTo>
                    <a:pt x="19405" y="2577"/>
                  </a:lnTo>
                  <a:lnTo>
                    <a:pt x="864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1" name="Google Shape;78;p7">
              <a:extLst>
                <a:ext uri="{FF2B5EF4-FFF2-40B4-BE49-F238E27FC236}">
                  <a16:creationId xmlns:a16="http://schemas.microsoft.com/office/drawing/2014/main" id="{272F5F4C-D2F6-633A-AEEB-2EFDC5CDDFE9}"/>
                </a:ext>
              </a:extLst>
            </p:cNvPr>
            <p:cNvSpPr/>
            <p:nvPr/>
          </p:nvSpPr>
          <p:spPr>
            <a:xfrm>
              <a:off x="5536230" y="20161286"/>
              <a:ext cx="30099" cy="32331"/>
            </a:xfrm>
            <a:custGeom>
              <a:avLst/>
              <a:gdLst/>
              <a:ahLst/>
              <a:cxnLst/>
              <a:rect l="l" t="t" r="r" b="b"/>
              <a:pathLst>
                <a:path w="1517" h="1971" extrusionOk="0">
                  <a:moveTo>
                    <a:pt x="1516" y="0"/>
                  </a:moveTo>
                  <a:lnTo>
                    <a:pt x="0" y="303"/>
                  </a:lnTo>
                  <a:lnTo>
                    <a:pt x="0" y="1213"/>
                  </a:lnTo>
                  <a:lnTo>
                    <a:pt x="607" y="1971"/>
                  </a:lnTo>
                  <a:lnTo>
                    <a:pt x="1516" y="910"/>
                  </a:lnTo>
                  <a:lnTo>
                    <a:pt x="151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2" name="Google Shape;79;p7">
              <a:extLst>
                <a:ext uri="{FF2B5EF4-FFF2-40B4-BE49-F238E27FC236}">
                  <a16:creationId xmlns:a16="http://schemas.microsoft.com/office/drawing/2014/main" id="{FC043252-B97E-61A0-5EFE-1A97208B8191}"/>
                </a:ext>
              </a:extLst>
            </p:cNvPr>
            <p:cNvSpPr/>
            <p:nvPr/>
          </p:nvSpPr>
          <p:spPr>
            <a:xfrm>
              <a:off x="4799328" y="19576937"/>
              <a:ext cx="980552" cy="569439"/>
            </a:xfrm>
            <a:custGeom>
              <a:avLst/>
              <a:gdLst/>
              <a:ahLst/>
              <a:cxnLst/>
              <a:rect l="l" t="t" r="r" b="b"/>
              <a:pathLst>
                <a:path w="49420" h="34715" extrusionOk="0">
                  <a:moveTo>
                    <a:pt x="33805" y="0"/>
                  </a:moveTo>
                  <a:lnTo>
                    <a:pt x="34866" y="3638"/>
                  </a:lnTo>
                  <a:lnTo>
                    <a:pt x="32896" y="4093"/>
                  </a:lnTo>
                  <a:lnTo>
                    <a:pt x="33957" y="5761"/>
                  </a:lnTo>
                  <a:lnTo>
                    <a:pt x="36686" y="6215"/>
                  </a:lnTo>
                  <a:lnTo>
                    <a:pt x="36382" y="7731"/>
                  </a:lnTo>
                  <a:lnTo>
                    <a:pt x="32441" y="8489"/>
                  </a:lnTo>
                  <a:lnTo>
                    <a:pt x="31077" y="11521"/>
                  </a:lnTo>
                  <a:lnTo>
                    <a:pt x="18798" y="11370"/>
                  </a:lnTo>
                  <a:lnTo>
                    <a:pt x="8338" y="5306"/>
                  </a:lnTo>
                  <a:lnTo>
                    <a:pt x="3790" y="8641"/>
                  </a:lnTo>
                  <a:lnTo>
                    <a:pt x="4548" y="12279"/>
                  </a:lnTo>
                  <a:lnTo>
                    <a:pt x="0" y="13947"/>
                  </a:lnTo>
                  <a:lnTo>
                    <a:pt x="1213" y="17130"/>
                  </a:lnTo>
                  <a:lnTo>
                    <a:pt x="6064" y="19404"/>
                  </a:lnTo>
                  <a:lnTo>
                    <a:pt x="6367" y="23194"/>
                  </a:lnTo>
                  <a:lnTo>
                    <a:pt x="18949" y="27590"/>
                  </a:lnTo>
                  <a:lnTo>
                    <a:pt x="21375" y="25468"/>
                  </a:lnTo>
                  <a:lnTo>
                    <a:pt x="26377" y="27590"/>
                  </a:lnTo>
                  <a:lnTo>
                    <a:pt x="25619" y="29561"/>
                  </a:lnTo>
                  <a:lnTo>
                    <a:pt x="28196" y="33957"/>
                  </a:lnTo>
                  <a:lnTo>
                    <a:pt x="32896" y="31531"/>
                  </a:lnTo>
                  <a:lnTo>
                    <a:pt x="35928" y="34108"/>
                  </a:lnTo>
                  <a:lnTo>
                    <a:pt x="37140" y="33350"/>
                  </a:lnTo>
                  <a:lnTo>
                    <a:pt x="37292" y="34715"/>
                  </a:lnTo>
                  <a:lnTo>
                    <a:pt x="44871" y="31986"/>
                  </a:lnTo>
                  <a:lnTo>
                    <a:pt x="47297" y="26377"/>
                  </a:lnTo>
                  <a:lnTo>
                    <a:pt x="42901" y="19101"/>
                  </a:lnTo>
                  <a:lnTo>
                    <a:pt x="45175" y="16675"/>
                  </a:lnTo>
                  <a:lnTo>
                    <a:pt x="42598" y="16675"/>
                  </a:lnTo>
                  <a:lnTo>
                    <a:pt x="41688" y="17130"/>
                  </a:lnTo>
                  <a:lnTo>
                    <a:pt x="40021" y="14553"/>
                  </a:lnTo>
                  <a:lnTo>
                    <a:pt x="42143" y="12734"/>
                  </a:lnTo>
                  <a:lnTo>
                    <a:pt x="43507" y="15463"/>
                  </a:lnTo>
                  <a:lnTo>
                    <a:pt x="45629" y="14098"/>
                  </a:lnTo>
                  <a:lnTo>
                    <a:pt x="49419" y="11370"/>
                  </a:lnTo>
                  <a:lnTo>
                    <a:pt x="49419" y="6215"/>
                  </a:lnTo>
                  <a:lnTo>
                    <a:pt x="43052" y="4548"/>
                  </a:lnTo>
                  <a:lnTo>
                    <a:pt x="3835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3" name="Google Shape;80;p7">
              <a:extLst>
                <a:ext uri="{FF2B5EF4-FFF2-40B4-BE49-F238E27FC236}">
                  <a16:creationId xmlns:a16="http://schemas.microsoft.com/office/drawing/2014/main" id="{0551A89E-09BB-CDC4-5416-0F237BCF0DD5}"/>
                </a:ext>
              </a:extLst>
            </p:cNvPr>
            <p:cNvSpPr/>
            <p:nvPr/>
          </p:nvSpPr>
          <p:spPr>
            <a:xfrm>
              <a:off x="5945276" y="19721154"/>
              <a:ext cx="78234" cy="62185"/>
            </a:xfrm>
            <a:custGeom>
              <a:avLst/>
              <a:gdLst/>
              <a:ahLst/>
              <a:cxnLst/>
              <a:rect l="l" t="t" r="r" b="b"/>
              <a:pathLst>
                <a:path w="3943" h="3791" extrusionOk="0">
                  <a:moveTo>
                    <a:pt x="1" y="1"/>
                  </a:moveTo>
                  <a:lnTo>
                    <a:pt x="152" y="3336"/>
                  </a:lnTo>
                  <a:lnTo>
                    <a:pt x="910" y="3790"/>
                  </a:lnTo>
                  <a:lnTo>
                    <a:pt x="1517" y="3032"/>
                  </a:lnTo>
                  <a:lnTo>
                    <a:pt x="3184" y="3032"/>
                  </a:lnTo>
                  <a:lnTo>
                    <a:pt x="3942" y="16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4" name="Google Shape;81;p7">
              <a:extLst>
                <a:ext uri="{FF2B5EF4-FFF2-40B4-BE49-F238E27FC236}">
                  <a16:creationId xmlns:a16="http://schemas.microsoft.com/office/drawing/2014/main" id="{F188943A-706D-F2CF-A546-AF09DDE3F742}"/>
                </a:ext>
              </a:extLst>
            </p:cNvPr>
            <p:cNvSpPr/>
            <p:nvPr/>
          </p:nvSpPr>
          <p:spPr>
            <a:xfrm>
              <a:off x="5870078" y="19793263"/>
              <a:ext cx="156428" cy="134293"/>
            </a:xfrm>
            <a:custGeom>
              <a:avLst/>
              <a:gdLst/>
              <a:ahLst/>
              <a:cxnLst/>
              <a:rect l="l" t="t" r="r" b="b"/>
              <a:pathLst>
                <a:path w="7884" h="8187" extrusionOk="0">
                  <a:moveTo>
                    <a:pt x="5307" y="1"/>
                  </a:moveTo>
                  <a:lnTo>
                    <a:pt x="6065" y="3184"/>
                  </a:lnTo>
                  <a:lnTo>
                    <a:pt x="3639" y="5306"/>
                  </a:lnTo>
                  <a:lnTo>
                    <a:pt x="304" y="6216"/>
                  </a:lnTo>
                  <a:lnTo>
                    <a:pt x="1" y="7277"/>
                  </a:lnTo>
                  <a:lnTo>
                    <a:pt x="3942" y="6671"/>
                  </a:lnTo>
                  <a:lnTo>
                    <a:pt x="4246" y="8187"/>
                  </a:lnTo>
                  <a:lnTo>
                    <a:pt x="5155" y="7732"/>
                  </a:lnTo>
                  <a:lnTo>
                    <a:pt x="5307" y="6519"/>
                  </a:lnTo>
                  <a:lnTo>
                    <a:pt x="7884" y="5913"/>
                  </a:lnTo>
                  <a:lnTo>
                    <a:pt x="7732" y="2426"/>
                  </a:lnTo>
                  <a:lnTo>
                    <a:pt x="6519" y="304"/>
                  </a:lnTo>
                  <a:lnTo>
                    <a:pt x="530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5" name="Google Shape;82;p7">
              <a:extLst>
                <a:ext uri="{FF2B5EF4-FFF2-40B4-BE49-F238E27FC236}">
                  <a16:creationId xmlns:a16="http://schemas.microsoft.com/office/drawing/2014/main" id="{7604F4AF-9EE1-77BA-7474-EA8AFF12E0D8}"/>
                </a:ext>
              </a:extLst>
            </p:cNvPr>
            <p:cNvSpPr/>
            <p:nvPr/>
          </p:nvSpPr>
          <p:spPr>
            <a:xfrm>
              <a:off x="5861070" y="19925063"/>
              <a:ext cx="39107" cy="37301"/>
            </a:xfrm>
            <a:custGeom>
              <a:avLst/>
              <a:gdLst/>
              <a:ahLst/>
              <a:cxnLst/>
              <a:rect l="l" t="t" r="r" b="b"/>
              <a:pathLst>
                <a:path w="1971" h="2274" extrusionOk="0">
                  <a:moveTo>
                    <a:pt x="1516" y="0"/>
                  </a:moveTo>
                  <a:lnTo>
                    <a:pt x="0" y="152"/>
                  </a:lnTo>
                  <a:lnTo>
                    <a:pt x="1516" y="2274"/>
                  </a:lnTo>
                  <a:lnTo>
                    <a:pt x="1971" y="606"/>
                  </a:lnTo>
                  <a:lnTo>
                    <a:pt x="151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6" name="Google Shape;83;p7">
              <a:extLst>
                <a:ext uri="{FF2B5EF4-FFF2-40B4-BE49-F238E27FC236}">
                  <a16:creationId xmlns:a16="http://schemas.microsoft.com/office/drawing/2014/main" id="{79760B36-7384-29DB-C688-CC165966DAAF}"/>
                </a:ext>
              </a:extLst>
            </p:cNvPr>
            <p:cNvSpPr/>
            <p:nvPr/>
          </p:nvSpPr>
          <p:spPr>
            <a:xfrm>
              <a:off x="5906189" y="19915106"/>
              <a:ext cx="30079" cy="22390"/>
            </a:xfrm>
            <a:custGeom>
              <a:avLst/>
              <a:gdLst/>
              <a:ahLst/>
              <a:cxnLst/>
              <a:rect l="l" t="t" r="r" b="b"/>
              <a:pathLst>
                <a:path w="1516" h="1365" extrusionOk="0">
                  <a:moveTo>
                    <a:pt x="1516" y="1"/>
                  </a:moveTo>
                  <a:lnTo>
                    <a:pt x="0" y="304"/>
                  </a:lnTo>
                  <a:lnTo>
                    <a:pt x="910" y="1365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7" name="Google Shape;84;p7">
              <a:extLst>
                <a:ext uri="{FF2B5EF4-FFF2-40B4-BE49-F238E27FC236}">
                  <a16:creationId xmlns:a16="http://schemas.microsoft.com/office/drawing/2014/main" id="{C7BDC922-5D46-FDF5-5A1C-F18B4E1D42B2}"/>
                </a:ext>
              </a:extLst>
            </p:cNvPr>
            <p:cNvSpPr/>
            <p:nvPr/>
          </p:nvSpPr>
          <p:spPr>
            <a:xfrm>
              <a:off x="5758809" y="20186154"/>
              <a:ext cx="93254" cy="94499"/>
            </a:xfrm>
            <a:custGeom>
              <a:avLst/>
              <a:gdLst/>
              <a:ahLst/>
              <a:cxnLst/>
              <a:rect l="l" t="t" r="r" b="b"/>
              <a:pathLst>
                <a:path w="4700" h="5761" extrusionOk="0">
                  <a:moveTo>
                    <a:pt x="303" y="0"/>
                  </a:moveTo>
                  <a:lnTo>
                    <a:pt x="0" y="3032"/>
                  </a:lnTo>
                  <a:lnTo>
                    <a:pt x="1971" y="5457"/>
                  </a:lnTo>
                  <a:lnTo>
                    <a:pt x="4396" y="5761"/>
                  </a:lnTo>
                  <a:lnTo>
                    <a:pt x="4699" y="4851"/>
                  </a:lnTo>
                  <a:lnTo>
                    <a:pt x="2577" y="4548"/>
                  </a:lnTo>
                  <a:lnTo>
                    <a:pt x="1819" y="3638"/>
                  </a:lnTo>
                  <a:lnTo>
                    <a:pt x="2577" y="1819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8" name="Google Shape;85;p7">
              <a:extLst>
                <a:ext uri="{FF2B5EF4-FFF2-40B4-BE49-F238E27FC236}">
                  <a16:creationId xmlns:a16="http://schemas.microsoft.com/office/drawing/2014/main" id="{1DE8393A-1DCC-1DA9-FF40-0AA138A460BF}"/>
                </a:ext>
              </a:extLst>
            </p:cNvPr>
            <p:cNvSpPr/>
            <p:nvPr/>
          </p:nvSpPr>
          <p:spPr>
            <a:xfrm>
              <a:off x="5716686" y="20312967"/>
              <a:ext cx="54166" cy="42288"/>
            </a:xfrm>
            <a:custGeom>
              <a:avLst/>
              <a:gdLst/>
              <a:ahLst/>
              <a:cxnLst/>
              <a:rect l="l" t="t" r="r" b="b"/>
              <a:pathLst>
                <a:path w="2730" h="2578" extrusionOk="0">
                  <a:moveTo>
                    <a:pt x="2729" y="0"/>
                  </a:moveTo>
                  <a:lnTo>
                    <a:pt x="1" y="2426"/>
                  </a:lnTo>
                  <a:lnTo>
                    <a:pt x="1062" y="2577"/>
                  </a:lnTo>
                  <a:lnTo>
                    <a:pt x="2729" y="1213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9" name="Google Shape;86;p7">
              <a:extLst>
                <a:ext uri="{FF2B5EF4-FFF2-40B4-BE49-F238E27FC236}">
                  <a16:creationId xmlns:a16="http://schemas.microsoft.com/office/drawing/2014/main" id="{918A7F42-59AA-DD87-7C6D-45F8FE53D64B}"/>
                </a:ext>
              </a:extLst>
            </p:cNvPr>
            <p:cNvSpPr/>
            <p:nvPr/>
          </p:nvSpPr>
          <p:spPr>
            <a:xfrm>
              <a:off x="5827975" y="20335341"/>
              <a:ext cx="78234" cy="74618"/>
            </a:xfrm>
            <a:custGeom>
              <a:avLst/>
              <a:gdLst/>
              <a:ahLst/>
              <a:cxnLst/>
              <a:rect l="l" t="t" r="r" b="b"/>
              <a:pathLst>
                <a:path w="3943" h="4549" extrusionOk="0">
                  <a:moveTo>
                    <a:pt x="3033" y="1"/>
                  </a:moveTo>
                  <a:lnTo>
                    <a:pt x="2275" y="1820"/>
                  </a:lnTo>
                  <a:lnTo>
                    <a:pt x="1" y="1820"/>
                  </a:lnTo>
                  <a:lnTo>
                    <a:pt x="1820" y="3184"/>
                  </a:lnTo>
                  <a:lnTo>
                    <a:pt x="1820" y="4548"/>
                  </a:lnTo>
                  <a:lnTo>
                    <a:pt x="3336" y="4094"/>
                  </a:lnTo>
                  <a:lnTo>
                    <a:pt x="2881" y="3336"/>
                  </a:lnTo>
                  <a:lnTo>
                    <a:pt x="3942" y="303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0" name="Google Shape;87;p7">
              <a:extLst>
                <a:ext uri="{FF2B5EF4-FFF2-40B4-BE49-F238E27FC236}">
                  <a16:creationId xmlns:a16="http://schemas.microsoft.com/office/drawing/2014/main" id="{6366B707-7E64-FC95-32E2-B432E76BAC06}"/>
                </a:ext>
              </a:extLst>
            </p:cNvPr>
            <p:cNvSpPr/>
            <p:nvPr/>
          </p:nvSpPr>
          <p:spPr>
            <a:xfrm>
              <a:off x="5779860" y="20278143"/>
              <a:ext cx="24067" cy="24884"/>
            </a:xfrm>
            <a:custGeom>
              <a:avLst/>
              <a:gdLst/>
              <a:ahLst/>
              <a:cxnLst/>
              <a:rect l="l" t="t" r="r" b="b"/>
              <a:pathLst>
                <a:path w="1213" h="1517" extrusionOk="0">
                  <a:moveTo>
                    <a:pt x="152" y="1"/>
                  </a:moveTo>
                  <a:lnTo>
                    <a:pt x="0" y="759"/>
                  </a:lnTo>
                  <a:lnTo>
                    <a:pt x="758" y="1517"/>
                  </a:lnTo>
                  <a:lnTo>
                    <a:pt x="1213" y="911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1" name="Google Shape;88;p7">
              <a:extLst>
                <a:ext uri="{FF2B5EF4-FFF2-40B4-BE49-F238E27FC236}">
                  <a16:creationId xmlns:a16="http://schemas.microsoft.com/office/drawing/2014/main" id="{ECC6D99E-7E5F-47B8-4B8A-751B365CA250}"/>
                </a:ext>
              </a:extLst>
            </p:cNvPr>
            <p:cNvSpPr/>
            <p:nvPr/>
          </p:nvSpPr>
          <p:spPr>
            <a:xfrm>
              <a:off x="5803908" y="20303011"/>
              <a:ext cx="27103" cy="22407"/>
            </a:xfrm>
            <a:custGeom>
              <a:avLst/>
              <a:gdLst/>
              <a:ahLst/>
              <a:cxnLst/>
              <a:rect l="l" t="t" r="r" b="b"/>
              <a:pathLst>
                <a:path w="1366" h="1366" extrusionOk="0">
                  <a:moveTo>
                    <a:pt x="456" y="1"/>
                  </a:moveTo>
                  <a:lnTo>
                    <a:pt x="1" y="910"/>
                  </a:lnTo>
                  <a:lnTo>
                    <a:pt x="607" y="1365"/>
                  </a:lnTo>
                  <a:lnTo>
                    <a:pt x="1365" y="153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2" name="Google Shape;89;p7">
              <a:extLst>
                <a:ext uri="{FF2B5EF4-FFF2-40B4-BE49-F238E27FC236}">
                  <a16:creationId xmlns:a16="http://schemas.microsoft.com/office/drawing/2014/main" id="{806CFD9A-9B75-5E73-617F-6962903AA043}"/>
                </a:ext>
              </a:extLst>
            </p:cNvPr>
            <p:cNvSpPr/>
            <p:nvPr/>
          </p:nvSpPr>
          <p:spPr>
            <a:xfrm>
              <a:off x="5855058" y="20290577"/>
              <a:ext cx="42123" cy="27377"/>
            </a:xfrm>
            <a:custGeom>
              <a:avLst/>
              <a:gdLst/>
              <a:ahLst/>
              <a:cxnLst/>
              <a:rect l="l" t="t" r="r" b="b"/>
              <a:pathLst>
                <a:path w="2123" h="1669" extrusionOk="0">
                  <a:moveTo>
                    <a:pt x="1061" y="1"/>
                  </a:moveTo>
                  <a:lnTo>
                    <a:pt x="0" y="456"/>
                  </a:lnTo>
                  <a:lnTo>
                    <a:pt x="1061" y="1668"/>
                  </a:lnTo>
                  <a:lnTo>
                    <a:pt x="2122" y="1668"/>
                  </a:lnTo>
                  <a:lnTo>
                    <a:pt x="106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3" name="Google Shape;90;p7">
              <a:extLst>
                <a:ext uri="{FF2B5EF4-FFF2-40B4-BE49-F238E27FC236}">
                  <a16:creationId xmlns:a16="http://schemas.microsoft.com/office/drawing/2014/main" id="{C3B8D8BE-7E6C-7FF6-F9E6-EBCBAF516CC9}"/>
                </a:ext>
              </a:extLst>
            </p:cNvPr>
            <p:cNvSpPr/>
            <p:nvPr/>
          </p:nvSpPr>
          <p:spPr>
            <a:xfrm>
              <a:off x="5843015" y="20315444"/>
              <a:ext cx="24087" cy="24884"/>
            </a:xfrm>
            <a:custGeom>
              <a:avLst/>
              <a:gdLst/>
              <a:ahLst/>
              <a:cxnLst/>
              <a:rect l="l" t="t" r="r" b="b"/>
              <a:pathLst>
                <a:path w="1214" h="1517" extrusionOk="0">
                  <a:moveTo>
                    <a:pt x="607" y="1"/>
                  </a:moveTo>
                  <a:lnTo>
                    <a:pt x="1" y="304"/>
                  </a:lnTo>
                  <a:lnTo>
                    <a:pt x="759" y="1517"/>
                  </a:lnTo>
                  <a:lnTo>
                    <a:pt x="1213" y="91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4" name="Google Shape;91;p7">
              <a:extLst>
                <a:ext uri="{FF2B5EF4-FFF2-40B4-BE49-F238E27FC236}">
                  <a16:creationId xmlns:a16="http://schemas.microsoft.com/office/drawing/2014/main" id="{A032F1C6-099E-B740-E3C2-8FE7CE4B35A3}"/>
                </a:ext>
              </a:extLst>
            </p:cNvPr>
            <p:cNvSpPr/>
            <p:nvPr/>
          </p:nvSpPr>
          <p:spPr>
            <a:xfrm>
              <a:off x="5821963" y="20330371"/>
              <a:ext cx="21071" cy="22390"/>
            </a:xfrm>
            <a:custGeom>
              <a:avLst/>
              <a:gdLst/>
              <a:ahLst/>
              <a:cxnLst/>
              <a:rect l="l" t="t" r="r" b="b"/>
              <a:pathLst>
                <a:path w="1062" h="1365" extrusionOk="0">
                  <a:moveTo>
                    <a:pt x="455" y="0"/>
                  </a:moveTo>
                  <a:lnTo>
                    <a:pt x="0" y="607"/>
                  </a:lnTo>
                  <a:lnTo>
                    <a:pt x="455" y="1365"/>
                  </a:lnTo>
                  <a:lnTo>
                    <a:pt x="1062" y="758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5" name="Google Shape;92;p7">
              <a:extLst>
                <a:ext uri="{FF2B5EF4-FFF2-40B4-BE49-F238E27FC236}">
                  <a16:creationId xmlns:a16="http://schemas.microsoft.com/office/drawing/2014/main" id="{1752A75C-3038-19A2-B575-B6FEB57F7FA6}"/>
                </a:ext>
              </a:extLst>
            </p:cNvPr>
            <p:cNvSpPr/>
            <p:nvPr/>
          </p:nvSpPr>
          <p:spPr>
            <a:xfrm>
              <a:off x="5870078" y="20656107"/>
              <a:ext cx="51151" cy="14943"/>
            </a:xfrm>
            <a:custGeom>
              <a:avLst/>
              <a:gdLst/>
              <a:ahLst/>
              <a:cxnLst/>
              <a:rect l="l" t="t" r="r" b="b"/>
              <a:pathLst>
                <a:path w="2578" h="911" extrusionOk="0">
                  <a:moveTo>
                    <a:pt x="1" y="1"/>
                  </a:moveTo>
                  <a:lnTo>
                    <a:pt x="607" y="910"/>
                  </a:lnTo>
                  <a:lnTo>
                    <a:pt x="2578" y="759"/>
                  </a:lnTo>
                  <a:lnTo>
                    <a:pt x="257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6" name="Google Shape;93;p7">
              <a:extLst>
                <a:ext uri="{FF2B5EF4-FFF2-40B4-BE49-F238E27FC236}">
                  <a16:creationId xmlns:a16="http://schemas.microsoft.com/office/drawing/2014/main" id="{16446FEA-AB42-909E-F74C-1C3211C0A7FB}"/>
                </a:ext>
              </a:extLst>
            </p:cNvPr>
            <p:cNvSpPr/>
            <p:nvPr/>
          </p:nvSpPr>
          <p:spPr>
            <a:xfrm>
              <a:off x="5575317" y="20427347"/>
              <a:ext cx="171468" cy="139264"/>
            </a:xfrm>
            <a:custGeom>
              <a:avLst/>
              <a:gdLst/>
              <a:ahLst/>
              <a:cxnLst/>
              <a:rect l="l" t="t" r="r" b="b"/>
              <a:pathLst>
                <a:path w="8642" h="8490" extrusionOk="0">
                  <a:moveTo>
                    <a:pt x="8642" y="0"/>
                  </a:moveTo>
                  <a:lnTo>
                    <a:pt x="6974" y="304"/>
                  </a:lnTo>
                  <a:lnTo>
                    <a:pt x="5610" y="2881"/>
                  </a:lnTo>
                  <a:lnTo>
                    <a:pt x="911" y="3790"/>
                  </a:lnTo>
                  <a:lnTo>
                    <a:pt x="1" y="3335"/>
                  </a:lnTo>
                  <a:lnTo>
                    <a:pt x="1" y="5913"/>
                  </a:lnTo>
                  <a:lnTo>
                    <a:pt x="1517" y="8490"/>
                  </a:lnTo>
                  <a:lnTo>
                    <a:pt x="6216" y="8490"/>
                  </a:lnTo>
                  <a:lnTo>
                    <a:pt x="8642" y="5458"/>
                  </a:lnTo>
                  <a:lnTo>
                    <a:pt x="864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7" name="Google Shape;94;p7">
              <a:extLst>
                <a:ext uri="{FF2B5EF4-FFF2-40B4-BE49-F238E27FC236}">
                  <a16:creationId xmlns:a16="http://schemas.microsoft.com/office/drawing/2014/main" id="{83950619-D912-4025-4130-824733004321}"/>
                </a:ext>
              </a:extLst>
            </p:cNvPr>
            <p:cNvSpPr/>
            <p:nvPr/>
          </p:nvSpPr>
          <p:spPr>
            <a:xfrm>
              <a:off x="5298612" y="20409943"/>
              <a:ext cx="207559" cy="203909"/>
            </a:xfrm>
            <a:custGeom>
              <a:avLst/>
              <a:gdLst/>
              <a:ahLst/>
              <a:cxnLst/>
              <a:rect l="l" t="t" r="r" b="b"/>
              <a:pathLst>
                <a:path w="10461" h="12431" extrusionOk="0">
                  <a:moveTo>
                    <a:pt x="1" y="0"/>
                  </a:moveTo>
                  <a:lnTo>
                    <a:pt x="9096" y="12431"/>
                  </a:lnTo>
                  <a:lnTo>
                    <a:pt x="10460" y="11218"/>
                  </a:lnTo>
                  <a:lnTo>
                    <a:pt x="10460" y="9247"/>
                  </a:lnTo>
                  <a:lnTo>
                    <a:pt x="2729" y="10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8" name="Google Shape;95;p7">
              <a:extLst>
                <a:ext uri="{FF2B5EF4-FFF2-40B4-BE49-F238E27FC236}">
                  <a16:creationId xmlns:a16="http://schemas.microsoft.com/office/drawing/2014/main" id="{C159FD27-26E8-2FD0-B6CB-4DF2FAF073CD}"/>
                </a:ext>
              </a:extLst>
            </p:cNvPr>
            <p:cNvSpPr/>
            <p:nvPr/>
          </p:nvSpPr>
          <p:spPr>
            <a:xfrm>
              <a:off x="5497123" y="20616329"/>
              <a:ext cx="195535" cy="47258"/>
            </a:xfrm>
            <a:custGeom>
              <a:avLst/>
              <a:gdLst/>
              <a:ahLst/>
              <a:cxnLst/>
              <a:rect l="l" t="t" r="r" b="b"/>
              <a:pathLst>
                <a:path w="9855" h="2881" extrusionOk="0">
                  <a:moveTo>
                    <a:pt x="1517" y="0"/>
                  </a:moveTo>
                  <a:lnTo>
                    <a:pt x="1" y="1213"/>
                  </a:lnTo>
                  <a:lnTo>
                    <a:pt x="9854" y="2881"/>
                  </a:lnTo>
                  <a:lnTo>
                    <a:pt x="9702" y="2123"/>
                  </a:lnTo>
                  <a:lnTo>
                    <a:pt x="6064" y="455"/>
                  </a:lnTo>
                  <a:lnTo>
                    <a:pt x="3942" y="910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9" name="Google Shape;96;p7">
              <a:extLst>
                <a:ext uri="{FF2B5EF4-FFF2-40B4-BE49-F238E27FC236}">
                  <a16:creationId xmlns:a16="http://schemas.microsoft.com/office/drawing/2014/main" id="{B17D2692-B8D3-1811-6041-9C3BA11322B9}"/>
                </a:ext>
              </a:extLst>
            </p:cNvPr>
            <p:cNvSpPr/>
            <p:nvPr/>
          </p:nvSpPr>
          <p:spPr>
            <a:xfrm>
              <a:off x="5782856" y="20651137"/>
              <a:ext cx="45139" cy="17420"/>
            </a:xfrm>
            <a:custGeom>
              <a:avLst/>
              <a:gdLst/>
              <a:ahLst/>
              <a:cxnLst/>
              <a:rect l="l" t="t" r="r" b="b"/>
              <a:pathLst>
                <a:path w="2275" h="1062" extrusionOk="0">
                  <a:moveTo>
                    <a:pt x="1" y="1"/>
                  </a:moveTo>
                  <a:lnTo>
                    <a:pt x="304" y="1062"/>
                  </a:lnTo>
                  <a:lnTo>
                    <a:pt x="1668" y="1062"/>
                  </a:lnTo>
                  <a:lnTo>
                    <a:pt x="2275" y="455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0" name="Google Shape;97;p7">
              <a:extLst>
                <a:ext uri="{FF2B5EF4-FFF2-40B4-BE49-F238E27FC236}">
                  <a16:creationId xmlns:a16="http://schemas.microsoft.com/office/drawing/2014/main" id="{CD4A01AA-A67E-95A1-A292-EB6078EA64F1}"/>
                </a:ext>
              </a:extLst>
            </p:cNvPr>
            <p:cNvSpPr/>
            <p:nvPr/>
          </p:nvSpPr>
          <p:spPr>
            <a:xfrm>
              <a:off x="5758809" y="20673527"/>
              <a:ext cx="30079" cy="12434"/>
            </a:xfrm>
            <a:custGeom>
              <a:avLst/>
              <a:gdLst/>
              <a:ahLst/>
              <a:cxnLst/>
              <a:rect l="l" t="t" r="r" b="b"/>
              <a:pathLst>
                <a:path w="1516" h="758" extrusionOk="0">
                  <a:moveTo>
                    <a:pt x="1213" y="0"/>
                  </a:moveTo>
                  <a:lnTo>
                    <a:pt x="0" y="303"/>
                  </a:lnTo>
                  <a:lnTo>
                    <a:pt x="455" y="758"/>
                  </a:lnTo>
                  <a:lnTo>
                    <a:pt x="1516" y="758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1" name="Google Shape;98;p7">
              <a:extLst>
                <a:ext uri="{FF2B5EF4-FFF2-40B4-BE49-F238E27FC236}">
                  <a16:creationId xmlns:a16="http://schemas.microsoft.com/office/drawing/2014/main" id="{8CC0CD3F-B44E-39F4-207C-A43AC5B66FD2}"/>
                </a:ext>
              </a:extLst>
            </p:cNvPr>
            <p:cNvSpPr/>
            <p:nvPr/>
          </p:nvSpPr>
          <p:spPr>
            <a:xfrm>
              <a:off x="5840019" y="20656107"/>
              <a:ext cx="42123" cy="29854"/>
            </a:xfrm>
            <a:custGeom>
              <a:avLst/>
              <a:gdLst/>
              <a:ahLst/>
              <a:cxnLst/>
              <a:rect l="l" t="t" r="r" b="b"/>
              <a:pathLst>
                <a:path w="2123" h="1820" extrusionOk="0">
                  <a:moveTo>
                    <a:pt x="1516" y="1"/>
                  </a:moveTo>
                  <a:lnTo>
                    <a:pt x="0" y="1668"/>
                  </a:lnTo>
                  <a:lnTo>
                    <a:pt x="1213" y="1820"/>
                  </a:lnTo>
                  <a:lnTo>
                    <a:pt x="2122" y="910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2" name="Google Shape;99;p7">
              <a:extLst>
                <a:ext uri="{FF2B5EF4-FFF2-40B4-BE49-F238E27FC236}">
                  <a16:creationId xmlns:a16="http://schemas.microsoft.com/office/drawing/2014/main" id="{610B48EF-AA63-6433-A7A2-DD3385B0F002}"/>
                </a:ext>
              </a:extLst>
            </p:cNvPr>
            <p:cNvSpPr/>
            <p:nvPr/>
          </p:nvSpPr>
          <p:spPr>
            <a:xfrm>
              <a:off x="5758809" y="20482052"/>
              <a:ext cx="129345" cy="126830"/>
            </a:xfrm>
            <a:custGeom>
              <a:avLst/>
              <a:gdLst/>
              <a:ahLst/>
              <a:cxnLst/>
              <a:rect l="l" t="t" r="r" b="b"/>
              <a:pathLst>
                <a:path w="6519" h="7732" extrusionOk="0">
                  <a:moveTo>
                    <a:pt x="2426" y="0"/>
                  </a:moveTo>
                  <a:lnTo>
                    <a:pt x="758" y="1365"/>
                  </a:lnTo>
                  <a:lnTo>
                    <a:pt x="910" y="3639"/>
                  </a:lnTo>
                  <a:lnTo>
                    <a:pt x="0" y="4851"/>
                  </a:lnTo>
                  <a:lnTo>
                    <a:pt x="606" y="7732"/>
                  </a:lnTo>
                  <a:lnTo>
                    <a:pt x="1668" y="7277"/>
                  </a:lnTo>
                  <a:lnTo>
                    <a:pt x="1364" y="5306"/>
                  </a:lnTo>
                  <a:lnTo>
                    <a:pt x="1971" y="4548"/>
                  </a:lnTo>
                  <a:lnTo>
                    <a:pt x="2577" y="6064"/>
                  </a:lnTo>
                  <a:lnTo>
                    <a:pt x="3941" y="6519"/>
                  </a:lnTo>
                  <a:lnTo>
                    <a:pt x="3941" y="5458"/>
                  </a:lnTo>
                  <a:lnTo>
                    <a:pt x="3183" y="3790"/>
                  </a:lnTo>
                  <a:lnTo>
                    <a:pt x="4548" y="2578"/>
                  </a:lnTo>
                  <a:lnTo>
                    <a:pt x="4548" y="2578"/>
                  </a:lnTo>
                  <a:lnTo>
                    <a:pt x="2274" y="2729"/>
                  </a:lnTo>
                  <a:lnTo>
                    <a:pt x="1819" y="1971"/>
                  </a:lnTo>
                  <a:lnTo>
                    <a:pt x="2729" y="1062"/>
                  </a:lnTo>
                  <a:lnTo>
                    <a:pt x="4396" y="1668"/>
                  </a:lnTo>
                  <a:lnTo>
                    <a:pt x="5306" y="1516"/>
                  </a:lnTo>
                  <a:lnTo>
                    <a:pt x="6519" y="152"/>
                  </a:lnTo>
                  <a:lnTo>
                    <a:pt x="5457" y="0"/>
                  </a:lnTo>
                  <a:lnTo>
                    <a:pt x="4699" y="455"/>
                  </a:lnTo>
                  <a:lnTo>
                    <a:pt x="242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3" name="Google Shape;100;p7">
              <a:extLst>
                <a:ext uri="{FF2B5EF4-FFF2-40B4-BE49-F238E27FC236}">
                  <a16:creationId xmlns:a16="http://schemas.microsoft.com/office/drawing/2014/main" id="{23A30158-AF26-B0AC-BEA9-5A0959E20840}"/>
                </a:ext>
              </a:extLst>
            </p:cNvPr>
            <p:cNvSpPr/>
            <p:nvPr/>
          </p:nvSpPr>
          <p:spPr>
            <a:xfrm>
              <a:off x="5933252" y="20556654"/>
              <a:ext cx="48135" cy="14927"/>
            </a:xfrm>
            <a:custGeom>
              <a:avLst/>
              <a:gdLst/>
              <a:ahLst/>
              <a:cxnLst/>
              <a:rect l="l" t="t" r="r" b="b"/>
              <a:pathLst>
                <a:path w="2426" h="910" extrusionOk="0">
                  <a:moveTo>
                    <a:pt x="152" y="0"/>
                  </a:moveTo>
                  <a:lnTo>
                    <a:pt x="0" y="910"/>
                  </a:lnTo>
                  <a:lnTo>
                    <a:pt x="0" y="910"/>
                  </a:lnTo>
                  <a:lnTo>
                    <a:pt x="2426" y="607"/>
                  </a:lnTo>
                  <a:lnTo>
                    <a:pt x="242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4" name="Google Shape;101;p7">
              <a:extLst>
                <a:ext uri="{FF2B5EF4-FFF2-40B4-BE49-F238E27FC236}">
                  <a16:creationId xmlns:a16="http://schemas.microsoft.com/office/drawing/2014/main" id="{236A2457-7830-0556-28F6-8B54B4FE8BA0}"/>
                </a:ext>
              </a:extLst>
            </p:cNvPr>
            <p:cNvSpPr/>
            <p:nvPr/>
          </p:nvSpPr>
          <p:spPr>
            <a:xfrm>
              <a:off x="5927241" y="20459678"/>
              <a:ext cx="30099" cy="52228"/>
            </a:xfrm>
            <a:custGeom>
              <a:avLst/>
              <a:gdLst/>
              <a:ahLst/>
              <a:cxnLst/>
              <a:rect l="l" t="t" r="r" b="b"/>
              <a:pathLst>
                <a:path w="1517" h="3184" extrusionOk="0">
                  <a:moveTo>
                    <a:pt x="1061" y="0"/>
                  </a:moveTo>
                  <a:lnTo>
                    <a:pt x="303" y="758"/>
                  </a:lnTo>
                  <a:lnTo>
                    <a:pt x="0" y="2880"/>
                  </a:lnTo>
                  <a:lnTo>
                    <a:pt x="1061" y="3184"/>
                  </a:lnTo>
                  <a:lnTo>
                    <a:pt x="910" y="1364"/>
                  </a:lnTo>
                  <a:lnTo>
                    <a:pt x="1516" y="455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5" name="Google Shape;102;p7">
              <a:extLst>
                <a:ext uri="{FF2B5EF4-FFF2-40B4-BE49-F238E27FC236}">
                  <a16:creationId xmlns:a16="http://schemas.microsoft.com/office/drawing/2014/main" id="{E8615731-D683-0B04-926F-FD63B14139F9}"/>
                </a:ext>
              </a:extLst>
            </p:cNvPr>
            <p:cNvSpPr/>
            <p:nvPr/>
          </p:nvSpPr>
          <p:spPr>
            <a:xfrm>
              <a:off x="6002419" y="20519353"/>
              <a:ext cx="60178" cy="29854"/>
            </a:xfrm>
            <a:custGeom>
              <a:avLst/>
              <a:gdLst/>
              <a:ahLst/>
              <a:cxnLst/>
              <a:rect l="l" t="t" r="r" b="b"/>
              <a:pathLst>
                <a:path w="3033" h="1820" extrusionOk="0">
                  <a:moveTo>
                    <a:pt x="2730" y="0"/>
                  </a:moveTo>
                  <a:lnTo>
                    <a:pt x="1" y="455"/>
                  </a:lnTo>
                  <a:lnTo>
                    <a:pt x="3033" y="1819"/>
                  </a:lnTo>
                  <a:lnTo>
                    <a:pt x="273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6" name="Google Shape;103;p7">
              <a:extLst>
                <a:ext uri="{FF2B5EF4-FFF2-40B4-BE49-F238E27FC236}">
                  <a16:creationId xmlns:a16="http://schemas.microsoft.com/office/drawing/2014/main" id="{9BA9B58B-B820-8E9E-4454-075CD50FA7AB}"/>
                </a:ext>
              </a:extLst>
            </p:cNvPr>
            <p:cNvSpPr/>
            <p:nvPr/>
          </p:nvSpPr>
          <p:spPr>
            <a:xfrm>
              <a:off x="6029502" y="20534264"/>
              <a:ext cx="162440" cy="131817"/>
            </a:xfrm>
            <a:custGeom>
              <a:avLst/>
              <a:gdLst/>
              <a:ahLst/>
              <a:cxnLst/>
              <a:rect l="l" t="t" r="r" b="b"/>
              <a:pathLst>
                <a:path w="8187" h="8036" extrusionOk="0">
                  <a:moveTo>
                    <a:pt x="5458" y="1"/>
                  </a:moveTo>
                  <a:lnTo>
                    <a:pt x="2881" y="2123"/>
                  </a:lnTo>
                  <a:lnTo>
                    <a:pt x="304" y="1062"/>
                  </a:lnTo>
                  <a:lnTo>
                    <a:pt x="0" y="2578"/>
                  </a:lnTo>
                  <a:lnTo>
                    <a:pt x="1516" y="2426"/>
                  </a:lnTo>
                  <a:lnTo>
                    <a:pt x="5458" y="4094"/>
                  </a:lnTo>
                  <a:lnTo>
                    <a:pt x="6064" y="6065"/>
                  </a:lnTo>
                  <a:lnTo>
                    <a:pt x="4851" y="6823"/>
                  </a:lnTo>
                  <a:lnTo>
                    <a:pt x="8186" y="8035"/>
                  </a:lnTo>
                  <a:lnTo>
                    <a:pt x="8186" y="1517"/>
                  </a:lnTo>
                  <a:lnTo>
                    <a:pt x="545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7" name="Google Shape;104;p7">
              <a:extLst>
                <a:ext uri="{FF2B5EF4-FFF2-40B4-BE49-F238E27FC236}">
                  <a16:creationId xmlns:a16="http://schemas.microsoft.com/office/drawing/2014/main" id="{43C3DE85-7768-A590-870D-6AD29011C874}"/>
                </a:ext>
              </a:extLst>
            </p:cNvPr>
            <p:cNvSpPr/>
            <p:nvPr/>
          </p:nvSpPr>
          <p:spPr>
            <a:xfrm>
              <a:off x="5755793" y="19830564"/>
              <a:ext cx="75218" cy="74618"/>
            </a:xfrm>
            <a:custGeom>
              <a:avLst/>
              <a:gdLst/>
              <a:ahLst/>
              <a:cxnLst/>
              <a:rect l="l" t="t" r="r" b="b"/>
              <a:pathLst>
                <a:path w="3791" h="4549" extrusionOk="0">
                  <a:moveTo>
                    <a:pt x="1213" y="1"/>
                  </a:moveTo>
                  <a:lnTo>
                    <a:pt x="0" y="1062"/>
                  </a:lnTo>
                  <a:lnTo>
                    <a:pt x="1516" y="4548"/>
                  </a:lnTo>
                  <a:lnTo>
                    <a:pt x="3487" y="4397"/>
                  </a:lnTo>
                  <a:lnTo>
                    <a:pt x="3790" y="2274"/>
                  </a:lnTo>
                  <a:lnTo>
                    <a:pt x="12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8" name="Google Shape;105;p7">
              <a:extLst>
                <a:ext uri="{FF2B5EF4-FFF2-40B4-BE49-F238E27FC236}">
                  <a16:creationId xmlns:a16="http://schemas.microsoft.com/office/drawing/2014/main" id="{077CC2F1-CEE3-92E4-C665-A294864BF23D}"/>
                </a:ext>
              </a:extLst>
            </p:cNvPr>
            <p:cNvSpPr/>
            <p:nvPr/>
          </p:nvSpPr>
          <p:spPr>
            <a:xfrm>
              <a:off x="5704662" y="19763426"/>
              <a:ext cx="81230" cy="84559"/>
            </a:xfrm>
            <a:custGeom>
              <a:avLst/>
              <a:gdLst/>
              <a:ahLst/>
              <a:cxnLst/>
              <a:rect l="l" t="t" r="r" b="b"/>
              <a:pathLst>
                <a:path w="4094" h="5155" extrusionOk="0">
                  <a:moveTo>
                    <a:pt x="3790" y="1"/>
                  </a:moveTo>
                  <a:lnTo>
                    <a:pt x="0" y="2729"/>
                  </a:lnTo>
                  <a:lnTo>
                    <a:pt x="1062" y="4852"/>
                  </a:lnTo>
                  <a:lnTo>
                    <a:pt x="2577" y="5155"/>
                  </a:lnTo>
                  <a:lnTo>
                    <a:pt x="3790" y="4094"/>
                  </a:lnTo>
                  <a:lnTo>
                    <a:pt x="2577" y="3184"/>
                  </a:lnTo>
                  <a:lnTo>
                    <a:pt x="4093" y="3032"/>
                  </a:lnTo>
                  <a:lnTo>
                    <a:pt x="379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79" name="Google Shape;106;p7">
              <a:extLst>
                <a:ext uri="{FF2B5EF4-FFF2-40B4-BE49-F238E27FC236}">
                  <a16:creationId xmlns:a16="http://schemas.microsoft.com/office/drawing/2014/main" id="{FD7991DE-FF59-E449-1C6B-574F922EF80D}"/>
                </a:ext>
              </a:extLst>
            </p:cNvPr>
            <p:cNvSpPr/>
            <p:nvPr/>
          </p:nvSpPr>
          <p:spPr>
            <a:xfrm>
              <a:off x="5575317" y="20395016"/>
              <a:ext cx="171468" cy="94516"/>
            </a:xfrm>
            <a:custGeom>
              <a:avLst/>
              <a:gdLst/>
              <a:ahLst/>
              <a:cxnLst/>
              <a:rect l="l" t="t" r="r" b="b"/>
              <a:pathLst>
                <a:path w="8642" h="5762" extrusionOk="0">
                  <a:moveTo>
                    <a:pt x="8642" y="1"/>
                  </a:moveTo>
                  <a:lnTo>
                    <a:pt x="6823" y="152"/>
                  </a:lnTo>
                  <a:lnTo>
                    <a:pt x="4852" y="3033"/>
                  </a:lnTo>
                  <a:lnTo>
                    <a:pt x="1" y="5306"/>
                  </a:lnTo>
                  <a:lnTo>
                    <a:pt x="911" y="5761"/>
                  </a:lnTo>
                  <a:lnTo>
                    <a:pt x="5610" y="4852"/>
                  </a:lnTo>
                  <a:lnTo>
                    <a:pt x="6974" y="2275"/>
                  </a:lnTo>
                  <a:lnTo>
                    <a:pt x="8642" y="1971"/>
                  </a:lnTo>
                  <a:lnTo>
                    <a:pt x="864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0" name="Google Shape;107;p7">
              <a:extLst>
                <a:ext uri="{FF2B5EF4-FFF2-40B4-BE49-F238E27FC236}">
                  <a16:creationId xmlns:a16="http://schemas.microsoft.com/office/drawing/2014/main" id="{DAA351EA-2765-DAEC-7795-BA8255765F0E}"/>
                </a:ext>
              </a:extLst>
            </p:cNvPr>
            <p:cNvSpPr/>
            <p:nvPr/>
          </p:nvSpPr>
          <p:spPr>
            <a:xfrm>
              <a:off x="5394862" y="20395016"/>
              <a:ext cx="90258" cy="96992"/>
            </a:xfrm>
            <a:custGeom>
              <a:avLst/>
              <a:gdLst/>
              <a:ahLst/>
              <a:cxnLst/>
              <a:rect l="l" t="t" r="r" b="b"/>
              <a:pathLst>
                <a:path w="4549" h="5913" extrusionOk="0">
                  <a:moveTo>
                    <a:pt x="1365" y="1"/>
                  </a:moveTo>
                  <a:lnTo>
                    <a:pt x="1" y="152"/>
                  </a:lnTo>
                  <a:lnTo>
                    <a:pt x="910" y="2881"/>
                  </a:lnTo>
                  <a:lnTo>
                    <a:pt x="4245" y="5913"/>
                  </a:lnTo>
                  <a:lnTo>
                    <a:pt x="4548" y="4852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1" name="Google Shape;108;p7">
              <a:extLst>
                <a:ext uri="{FF2B5EF4-FFF2-40B4-BE49-F238E27FC236}">
                  <a16:creationId xmlns:a16="http://schemas.microsoft.com/office/drawing/2014/main" id="{21BA8490-39D8-4582-4296-4BEA657349EF}"/>
                </a:ext>
              </a:extLst>
            </p:cNvPr>
            <p:cNvSpPr/>
            <p:nvPr/>
          </p:nvSpPr>
          <p:spPr>
            <a:xfrm>
              <a:off x="6191922" y="20559131"/>
              <a:ext cx="183491" cy="136787"/>
            </a:xfrm>
            <a:custGeom>
              <a:avLst/>
              <a:gdLst/>
              <a:ahLst/>
              <a:cxnLst/>
              <a:rect l="l" t="t" r="r" b="b"/>
              <a:pathLst>
                <a:path w="9248" h="8339" extrusionOk="0">
                  <a:moveTo>
                    <a:pt x="0" y="1"/>
                  </a:moveTo>
                  <a:lnTo>
                    <a:pt x="0" y="6519"/>
                  </a:lnTo>
                  <a:lnTo>
                    <a:pt x="1213" y="6974"/>
                  </a:lnTo>
                  <a:lnTo>
                    <a:pt x="3487" y="4852"/>
                  </a:lnTo>
                  <a:lnTo>
                    <a:pt x="6519" y="7732"/>
                  </a:lnTo>
                  <a:lnTo>
                    <a:pt x="9247" y="8338"/>
                  </a:lnTo>
                  <a:lnTo>
                    <a:pt x="5761" y="4852"/>
                  </a:lnTo>
                  <a:lnTo>
                    <a:pt x="5912" y="30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2" name="Google Shape;109;p7">
              <a:extLst>
                <a:ext uri="{FF2B5EF4-FFF2-40B4-BE49-F238E27FC236}">
                  <a16:creationId xmlns:a16="http://schemas.microsoft.com/office/drawing/2014/main" id="{A1825C22-5B6E-4809-1C77-0C3973E9BAAE}"/>
                </a:ext>
              </a:extLst>
            </p:cNvPr>
            <p:cNvSpPr/>
            <p:nvPr/>
          </p:nvSpPr>
          <p:spPr>
            <a:xfrm>
              <a:off x="6339302" y="20586492"/>
              <a:ext cx="66190" cy="39794"/>
            </a:xfrm>
            <a:custGeom>
              <a:avLst/>
              <a:gdLst/>
              <a:ahLst/>
              <a:cxnLst/>
              <a:rect l="l" t="t" r="r" b="b"/>
              <a:pathLst>
                <a:path w="3336" h="2426" extrusionOk="0">
                  <a:moveTo>
                    <a:pt x="3335" y="0"/>
                  </a:moveTo>
                  <a:lnTo>
                    <a:pt x="0" y="1819"/>
                  </a:lnTo>
                  <a:lnTo>
                    <a:pt x="1213" y="2426"/>
                  </a:lnTo>
                  <a:lnTo>
                    <a:pt x="3335" y="1365"/>
                  </a:lnTo>
                  <a:lnTo>
                    <a:pt x="333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3" name="Google Shape;110;p7">
              <a:extLst>
                <a:ext uri="{FF2B5EF4-FFF2-40B4-BE49-F238E27FC236}">
                  <a16:creationId xmlns:a16="http://schemas.microsoft.com/office/drawing/2014/main" id="{825FBDD6-DFE0-9839-25C4-E30BEE96D53C}"/>
                </a:ext>
              </a:extLst>
            </p:cNvPr>
            <p:cNvSpPr/>
            <p:nvPr/>
          </p:nvSpPr>
          <p:spPr>
            <a:xfrm>
              <a:off x="6375394" y="20556654"/>
              <a:ext cx="66190" cy="29854"/>
            </a:xfrm>
            <a:custGeom>
              <a:avLst/>
              <a:gdLst/>
              <a:ahLst/>
              <a:cxnLst/>
              <a:rect l="l" t="t" r="r" b="b"/>
              <a:pathLst>
                <a:path w="3336" h="1820" extrusionOk="0">
                  <a:moveTo>
                    <a:pt x="910" y="0"/>
                  </a:moveTo>
                  <a:lnTo>
                    <a:pt x="0" y="152"/>
                  </a:lnTo>
                  <a:lnTo>
                    <a:pt x="2426" y="1819"/>
                  </a:lnTo>
                  <a:lnTo>
                    <a:pt x="3335" y="1516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4" name="Google Shape;111;p7">
              <a:extLst>
                <a:ext uri="{FF2B5EF4-FFF2-40B4-BE49-F238E27FC236}">
                  <a16:creationId xmlns:a16="http://schemas.microsoft.com/office/drawing/2014/main" id="{08582DCF-0CD6-3B8D-CD09-E84631296493}"/>
                </a:ext>
              </a:extLst>
            </p:cNvPr>
            <p:cNvSpPr/>
            <p:nvPr/>
          </p:nvSpPr>
          <p:spPr>
            <a:xfrm>
              <a:off x="5232442" y="20019546"/>
              <a:ext cx="141388" cy="318305"/>
            </a:xfrm>
            <a:custGeom>
              <a:avLst/>
              <a:gdLst/>
              <a:ahLst/>
              <a:cxnLst/>
              <a:rect l="l" t="t" r="r" b="b"/>
              <a:pathLst>
                <a:path w="7126" h="19405" extrusionOk="0">
                  <a:moveTo>
                    <a:pt x="2881" y="1"/>
                  </a:moveTo>
                  <a:lnTo>
                    <a:pt x="910" y="1516"/>
                  </a:lnTo>
                  <a:lnTo>
                    <a:pt x="1" y="8186"/>
                  </a:lnTo>
                  <a:lnTo>
                    <a:pt x="1516" y="9399"/>
                  </a:lnTo>
                  <a:lnTo>
                    <a:pt x="1971" y="12431"/>
                  </a:lnTo>
                  <a:lnTo>
                    <a:pt x="3184" y="12734"/>
                  </a:lnTo>
                  <a:lnTo>
                    <a:pt x="3942" y="11825"/>
                  </a:lnTo>
                  <a:lnTo>
                    <a:pt x="5306" y="13341"/>
                  </a:lnTo>
                  <a:lnTo>
                    <a:pt x="6064" y="16372"/>
                  </a:lnTo>
                  <a:lnTo>
                    <a:pt x="5913" y="19404"/>
                  </a:lnTo>
                  <a:lnTo>
                    <a:pt x="7125" y="16979"/>
                  </a:lnTo>
                  <a:lnTo>
                    <a:pt x="5003" y="8944"/>
                  </a:lnTo>
                  <a:lnTo>
                    <a:pt x="6367" y="7883"/>
                  </a:lnTo>
                  <a:lnTo>
                    <a:pt x="6367" y="6822"/>
                  </a:lnTo>
                  <a:lnTo>
                    <a:pt x="3790" y="2426"/>
                  </a:lnTo>
                  <a:lnTo>
                    <a:pt x="4548" y="607"/>
                  </a:lnTo>
                  <a:lnTo>
                    <a:pt x="288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5" name="Google Shape;112;p7">
              <a:extLst>
                <a:ext uri="{FF2B5EF4-FFF2-40B4-BE49-F238E27FC236}">
                  <a16:creationId xmlns:a16="http://schemas.microsoft.com/office/drawing/2014/main" id="{05845FCF-B5AE-0B5B-4D96-2F6ECDD6B5CA}"/>
                </a:ext>
              </a:extLst>
            </p:cNvPr>
            <p:cNvSpPr/>
            <p:nvPr/>
          </p:nvSpPr>
          <p:spPr>
            <a:xfrm>
              <a:off x="5358771" y="20121492"/>
              <a:ext cx="165436" cy="139264"/>
            </a:xfrm>
            <a:custGeom>
              <a:avLst/>
              <a:gdLst/>
              <a:ahLst/>
              <a:cxnLst/>
              <a:rect l="l" t="t" r="r" b="b"/>
              <a:pathLst>
                <a:path w="8338" h="8490" extrusionOk="0">
                  <a:moveTo>
                    <a:pt x="1365" y="1"/>
                  </a:moveTo>
                  <a:lnTo>
                    <a:pt x="0" y="607"/>
                  </a:lnTo>
                  <a:lnTo>
                    <a:pt x="0" y="1668"/>
                  </a:lnTo>
                  <a:lnTo>
                    <a:pt x="1365" y="2426"/>
                  </a:lnTo>
                  <a:lnTo>
                    <a:pt x="1365" y="4397"/>
                  </a:lnTo>
                  <a:lnTo>
                    <a:pt x="4548" y="4397"/>
                  </a:lnTo>
                  <a:lnTo>
                    <a:pt x="6216" y="6822"/>
                  </a:lnTo>
                  <a:lnTo>
                    <a:pt x="4548" y="8490"/>
                  </a:lnTo>
                  <a:lnTo>
                    <a:pt x="8338" y="8490"/>
                  </a:lnTo>
                  <a:lnTo>
                    <a:pt x="8338" y="7580"/>
                  </a:lnTo>
                  <a:lnTo>
                    <a:pt x="4700" y="3639"/>
                  </a:lnTo>
                  <a:lnTo>
                    <a:pt x="3942" y="1213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6" name="Google Shape;113;p7">
              <a:extLst>
                <a:ext uri="{FF2B5EF4-FFF2-40B4-BE49-F238E27FC236}">
                  <a16:creationId xmlns:a16="http://schemas.microsoft.com/office/drawing/2014/main" id="{6FDBB6E2-8550-1FF5-670C-418847F74CF6}"/>
                </a:ext>
              </a:extLst>
            </p:cNvPr>
            <p:cNvSpPr/>
            <p:nvPr/>
          </p:nvSpPr>
          <p:spPr>
            <a:xfrm>
              <a:off x="5331707" y="20148853"/>
              <a:ext cx="150396" cy="248673"/>
            </a:xfrm>
            <a:custGeom>
              <a:avLst/>
              <a:gdLst/>
              <a:ahLst/>
              <a:cxnLst/>
              <a:rect l="l" t="t" r="r" b="b"/>
              <a:pathLst>
                <a:path w="7580" h="15160" extrusionOk="0">
                  <a:moveTo>
                    <a:pt x="1364" y="0"/>
                  </a:moveTo>
                  <a:lnTo>
                    <a:pt x="0" y="1061"/>
                  </a:lnTo>
                  <a:lnTo>
                    <a:pt x="2122" y="9096"/>
                  </a:lnTo>
                  <a:lnTo>
                    <a:pt x="910" y="11521"/>
                  </a:lnTo>
                  <a:lnTo>
                    <a:pt x="910" y="12734"/>
                  </a:lnTo>
                  <a:lnTo>
                    <a:pt x="3032" y="14553"/>
                  </a:lnTo>
                  <a:lnTo>
                    <a:pt x="3184" y="15159"/>
                  </a:lnTo>
                  <a:lnTo>
                    <a:pt x="4548" y="15008"/>
                  </a:lnTo>
                  <a:lnTo>
                    <a:pt x="2426" y="11976"/>
                  </a:lnTo>
                  <a:lnTo>
                    <a:pt x="2880" y="7125"/>
                  </a:lnTo>
                  <a:lnTo>
                    <a:pt x="5306" y="9551"/>
                  </a:lnTo>
                  <a:lnTo>
                    <a:pt x="5306" y="7580"/>
                  </a:lnTo>
                  <a:lnTo>
                    <a:pt x="7580" y="5154"/>
                  </a:lnTo>
                  <a:lnTo>
                    <a:pt x="5912" y="2729"/>
                  </a:lnTo>
                  <a:lnTo>
                    <a:pt x="2729" y="2729"/>
                  </a:lnTo>
                  <a:lnTo>
                    <a:pt x="2729" y="758"/>
                  </a:lnTo>
                  <a:lnTo>
                    <a:pt x="136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7" name="Google Shape;114;p7">
              <a:extLst>
                <a:ext uri="{FF2B5EF4-FFF2-40B4-BE49-F238E27FC236}">
                  <a16:creationId xmlns:a16="http://schemas.microsoft.com/office/drawing/2014/main" id="{44FCAC53-A4EC-9A97-BF66-8AE9BB02E538}"/>
                </a:ext>
              </a:extLst>
            </p:cNvPr>
            <p:cNvSpPr/>
            <p:nvPr/>
          </p:nvSpPr>
          <p:spPr>
            <a:xfrm>
              <a:off x="5436965" y="20260739"/>
              <a:ext cx="87242" cy="62185"/>
            </a:xfrm>
            <a:custGeom>
              <a:avLst/>
              <a:gdLst/>
              <a:ahLst/>
              <a:cxnLst/>
              <a:rect l="l" t="t" r="r" b="b"/>
              <a:pathLst>
                <a:path w="4397" h="3791" extrusionOk="0">
                  <a:moveTo>
                    <a:pt x="607" y="1"/>
                  </a:moveTo>
                  <a:lnTo>
                    <a:pt x="1" y="759"/>
                  </a:lnTo>
                  <a:lnTo>
                    <a:pt x="1" y="2730"/>
                  </a:lnTo>
                  <a:lnTo>
                    <a:pt x="1062" y="3791"/>
                  </a:lnTo>
                  <a:lnTo>
                    <a:pt x="2426" y="3639"/>
                  </a:lnTo>
                  <a:lnTo>
                    <a:pt x="4397" y="2275"/>
                  </a:lnTo>
                  <a:lnTo>
                    <a:pt x="439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8" name="Google Shape;115;p7">
              <a:extLst>
                <a:ext uri="{FF2B5EF4-FFF2-40B4-BE49-F238E27FC236}">
                  <a16:creationId xmlns:a16="http://schemas.microsoft.com/office/drawing/2014/main" id="{B538D616-ADC0-8832-6483-55CE965CFDCE}"/>
                </a:ext>
              </a:extLst>
            </p:cNvPr>
            <p:cNvSpPr/>
            <p:nvPr/>
          </p:nvSpPr>
          <p:spPr>
            <a:xfrm>
              <a:off x="5385834" y="20094148"/>
              <a:ext cx="174483" cy="261107"/>
            </a:xfrm>
            <a:custGeom>
              <a:avLst/>
              <a:gdLst/>
              <a:ahLst/>
              <a:cxnLst/>
              <a:rect l="l" t="t" r="r" b="b"/>
              <a:pathLst>
                <a:path w="8794" h="15918" extrusionOk="0">
                  <a:moveTo>
                    <a:pt x="3336" y="0"/>
                  </a:moveTo>
                  <a:lnTo>
                    <a:pt x="1" y="1668"/>
                  </a:lnTo>
                  <a:lnTo>
                    <a:pt x="2578" y="2880"/>
                  </a:lnTo>
                  <a:lnTo>
                    <a:pt x="3336" y="5306"/>
                  </a:lnTo>
                  <a:lnTo>
                    <a:pt x="6974" y="9247"/>
                  </a:lnTo>
                  <a:lnTo>
                    <a:pt x="6974" y="12431"/>
                  </a:lnTo>
                  <a:lnTo>
                    <a:pt x="5003" y="13795"/>
                  </a:lnTo>
                  <a:lnTo>
                    <a:pt x="5003" y="15917"/>
                  </a:lnTo>
                  <a:lnTo>
                    <a:pt x="8793" y="13492"/>
                  </a:lnTo>
                  <a:lnTo>
                    <a:pt x="8641" y="9702"/>
                  </a:lnTo>
                  <a:lnTo>
                    <a:pt x="4700" y="5609"/>
                  </a:lnTo>
                  <a:lnTo>
                    <a:pt x="5003" y="3335"/>
                  </a:lnTo>
                  <a:lnTo>
                    <a:pt x="6368" y="2577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9" name="Google Shape;116;p7">
              <a:extLst>
                <a:ext uri="{FF2B5EF4-FFF2-40B4-BE49-F238E27FC236}">
                  <a16:creationId xmlns:a16="http://schemas.microsoft.com/office/drawing/2014/main" id="{53CF6EDA-BA3D-0713-D976-5DEC0AD52268}"/>
                </a:ext>
              </a:extLst>
            </p:cNvPr>
            <p:cNvSpPr/>
            <p:nvPr/>
          </p:nvSpPr>
          <p:spPr>
            <a:xfrm>
              <a:off x="5127164" y="20051877"/>
              <a:ext cx="108313" cy="101963"/>
            </a:xfrm>
            <a:custGeom>
              <a:avLst/>
              <a:gdLst/>
              <a:ahLst/>
              <a:cxnLst/>
              <a:rect l="l" t="t" r="r" b="b"/>
              <a:pathLst>
                <a:path w="5459" h="6216" extrusionOk="0">
                  <a:moveTo>
                    <a:pt x="759" y="0"/>
                  </a:moveTo>
                  <a:lnTo>
                    <a:pt x="1" y="303"/>
                  </a:lnTo>
                  <a:lnTo>
                    <a:pt x="1062" y="4093"/>
                  </a:lnTo>
                  <a:lnTo>
                    <a:pt x="1820" y="3335"/>
                  </a:lnTo>
                  <a:lnTo>
                    <a:pt x="5307" y="6215"/>
                  </a:lnTo>
                  <a:lnTo>
                    <a:pt x="5458" y="4700"/>
                  </a:lnTo>
                  <a:lnTo>
                    <a:pt x="3639" y="3032"/>
                  </a:lnTo>
                  <a:lnTo>
                    <a:pt x="3336" y="1061"/>
                  </a:lnTo>
                  <a:lnTo>
                    <a:pt x="1972" y="1516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0" name="Google Shape;117;p7">
              <a:extLst>
                <a:ext uri="{FF2B5EF4-FFF2-40B4-BE49-F238E27FC236}">
                  <a16:creationId xmlns:a16="http://schemas.microsoft.com/office/drawing/2014/main" id="{6BC0435F-768F-B970-0636-B0B916277749}"/>
                </a:ext>
              </a:extLst>
            </p:cNvPr>
            <p:cNvSpPr/>
            <p:nvPr/>
          </p:nvSpPr>
          <p:spPr>
            <a:xfrm>
              <a:off x="4748198" y="19882776"/>
              <a:ext cx="541407" cy="472479"/>
            </a:xfrm>
            <a:custGeom>
              <a:avLst/>
              <a:gdLst/>
              <a:ahLst/>
              <a:cxnLst/>
              <a:rect l="l" t="t" r="r" b="b"/>
              <a:pathLst>
                <a:path w="27287" h="28804" extrusionOk="0">
                  <a:moveTo>
                    <a:pt x="5761" y="1"/>
                  </a:moveTo>
                  <a:lnTo>
                    <a:pt x="3790" y="1517"/>
                  </a:lnTo>
                  <a:lnTo>
                    <a:pt x="3639" y="2730"/>
                  </a:lnTo>
                  <a:lnTo>
                    <a:pt x="4851" y="3488"/>
                  </a:lnTo>
                  <a:lnTo>
                    <a:pt x="5458" y="5913"/>
                  </a:lnTo>
                  <a:lnTo>
                    <a:pt x="2729" y="8339"/>
                  </a:lnTo>
                  <a:lnTo>
                    <a:pt x="1061" y="8339"/>
                  </a:lnTo>
                  <a:lnTo>
                    <a:pt x="1061" y="10158"/>
                  </a:lnTo>
                  <a:lnTo>
                    <a:pt x="2426" y="10612"/>
                  </a:lnTo>
                  <a:lnTo>
                    <a:pt x="2426" y="12280"/>
                  </a:lnTo>
                  <a:lnTo>
                    <a:pt x="0" y="12886"/>
                  </a:lnTo>
                  <a:lnTo>
                    <a:pt x="152" y="13189"/>
                  </a:lnTo>
                  <a:lnTo>
                    <a:pt x="2123" y="13796"/>
                  </a:lnTo>
                  <a:lnTo>
                    <a:pt x="1213" y="14705"/>
                  </a:lnTo>
                  <a:lnTo>
                    <a:pt x="2123" y="15766"/>
                  </a:lnTo>
                  <a:lnTo>
                    <a:pt x="3639" y="15918"/>
                  </a:lnTo>
                  <a:lnTo>
                    <a:pt x="3942" y="14705"/>
                  </a:lnTo>
                  <a:lnTo>
                    <a:pt x="4548" y="14705"/>
                  </a:lnTo>
                  <a:lnTo>
                    <a:pt x="9399" y="28803"/>
                  </a:lnTo>
                  <a:lnTo>
                    <a:pt x="12582" y="26984"/>
                  </a:lnTo>
                  <a:lnTo>
                    <a:pt x="13037" y="21224"/>
                  </a:lnTo>
                  <a:lnTo>
                    <a:pt x="20162" y="14402"/>
                  </a:lnTo>
                  <a:lnTo>
                    <a:pt x="19101" y="10612"/>
                  </a:lnTo>
                  <a:lnTo>
                    <a:pt x="19859" y="10309"/>
                  </a:lnTo>
                  <a:lnTo>
                    <a:pt x="21072" y="11825"/>
                  </a:lnTo>
                  <a:lnTo>
                    <a:pt x="22436" y="11370"/>
                  </a:lnTo>
                  <a:lnTo>
                    <a:pt x="22739" y="13341"/>
                  </a:lnTo>
                  <a:lnTo>
                    <a:pt x="24558" y="15009"/>
                  </a:lnTo>
                  <a:lnTo>
                    <a:pt x="25316" y="9854"/>
                  </a:lnTo>
                  <a:lnTo>
                    <a:pt x="27287" y="8339"/>
                  </a:lnTo>
                  <a:lnTo>
                    <a:pt x="23952" y="6823"/>
                  </a:lnTo>
                  <a:lnTo>
                    <a:pt x="21526" y="8945"/>
                  </a:lnTo>
                  <a:lnTo>
                    <a:pt x="21072" y="10006"/>
                  </a:lnTo>
                  <a:lnTo>
                    <a:pt x="19101" y="9551"/>
                  </a:lnTo>
                  <a:lnTo>
                    <a:pt x="19252" y="8187"/>
                  </a:lnTo>
                  <a:lnTo>
                    <a:pt x="18798" y="8035"/>
                  </a:lnTo>
                  <a:lnTo>
                    <a:pt x="17433" y="10006"/>
                  </a:lnTo>
                  <a:lnTo>
                    <a:pt x="10612" y="7429"/>
                  </a:lnTo>
                  <a:lnTo>
                    <a:pt x="10612" y="5155"/>
                  </a:lnTo>
                  <a:lnTo>
                    <a:pt x="8944" y="4549"/>
                  </a:lnTo>
                  <a:lnTo>
                    <a:pt x="8641" y="759"/>
                  </a:lnTo>
                  <a:lnTo>
                    <a:pt x="7125" y="1"/>
                  </a:lnTo>
                  <a:close/>
                </a:path>
              </a:pathLst>
            </a:custGeom>
            <a:solidFill>
              <a:srgbClr val="FFFFA7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91" name="Google Shape;118;p7">
              <a:extLst>
                <a:ext uri="{FF2B5EF4-FFF2-40B4-BE49-F238E27FC236}">
                  <a16:creationId xmlns:a16="http://schemas.microsoft.com/office/drawing/2014/main" id="{09D95734-82A1-24C7-F5CB-C8916D99D66F}"/>
                </a:ext>
              </a:extLst>
            </p:cNvPr>
            <p:cNvSpPr/>
            <p:nvPr/>
          </p:nvSpPr>
          <p:spPr>
            <a:xfrm>
              <a:off x="4958732" y="19967334"/>
              <a:ext cx="162440" cy="79589"/>
            </a:xfrm>
            <a:custGeom>
              <a:avLst/>
              <a:gdLst/>
              <a:ahLst/>
              <a:cxnLst/>
              <a:rect l="l" t="t" r="r" b="b"/>
              <a:pathLst>
                <a:path w="8187" h="4852" extrusionOk="0">
                  <a:moveTo>
                    <a:pt x="1" y="0"/>
                  </a:moveTo>
                  <a:lnTo>
                    <a:pt x="1" y="2274"/>
                  </a:lnTo>
                  <a:lnTo>
                    <a:pt x="6822" y="4851"/>
                  </a:lnTo>
                  <a:lnTo>
                    <a:pt x="8187" y="28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2" name="Google Shape;119;p7">
              <a:extLst>
                <a:ext uri="{FF2B5EF4-FFF2-40B4-BE49-F238E27FC236}">
                  <a16:creationId xmlns:a16="http://schemas.microsoft.com/office/drawing/2014/main" id="{42841101-534C-5F3C-8F2A-E26005640E8E}"/>
                </a:ext>
              </a:extLst>
            </p:cNvPr>
            <p:cNvSpPr/>
            <p:nvPr/>
          </p:nvSpPr>
          <p:spPr>
            <a:xfrm>
              <a:off x="5127164" y="20017053"/>
              <a:ext cx="48155" cy="29870"/>
            </a:xfrm>
            <a:custGeom>
              <a:avLst/>
              <a:gdLst/>
              <a:ahLst/>
              <a:cxnLst/>
              <a:rect l="l" t="t" r="r" b="b"/>
              <a:pathLst>
                <a:path w="2427" h="1821" extrusionOk="0">
                  <a:moveTo>
                    <a:pt x="152" y="1"/>
                  </a:moveTo>
                  <a:lnTo>
                    <a:pt x="1" y="1365"/>
                  </a:lnTo>
                  <a:lnTo>
                    <a:pt x="1972" y="1820"/>
                  </a:lnTo>
                  <a:lnTo>
                    <a:pt x="2426" y="759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3" name="Google Shape;120;p7">
              <a:extLst>
                <a:ext uri="{FF2B5EF4-FFF2-40B4-BE49-F238E27FC236}">
                  <a16:creationId xmlns:a16="http://schemas.microsoft.com/office/drawing/2014/main" id="{D05B8575-A2E1-40CB-C6B6-09A18871404B}"/>
                </a:ext>
              </a:extLst>
            </p:cNvPr>
            <p:cNvSpPr/>
            <p:nvPr/>
          </p:nvSpPr>
          <p:spPr>
            <a:xfrm>
              <a:off x="4275977" y="19549576"/>
              <a:ext cx="688787" cy="236240"/>
            </a:xfrm>
            <a:custGeom>
              <a:avLst/>
              <a:gdLst/>
              <a:ahLst/>
              <a:cxnLst/>
              <a:rect l="l" t="t" r="r" b="b"/>
              <a:pathLst>
                <a:path w="34715" h="14402" extrusionOk="0">
                  <a:moveTo>
                    <a:pt x="16676" y="1"/>
                  </a:moveTo>
                  <a:lnTo>
                    <a:pt x="10763" y="1365"/>
                  </a:lnTo>
                  <a:lnTo>
                    <a:pt x="10763" y="4094"/>
                  </a:lnTo>
                  <a:lnTo>
                    <a:pt x="0" y="4094"/>
                  </a:lnTo>
                  <a:lnTo>
                    <a:pt x="0" y="7580"/>
                  </a:lnTo>
                  <a:lnTo>
                    <a:pt x="1516" y="9399"/>
                  </a:lnTo>
                  <a:lnTo>
                    <a:pt x="4548" y="8187"/>
                  </a:lnTo>
                  <a:lnTo>
                    <a:pt x="6367" y="9399"/>
                  </a:lnTo>
                  <a:lnTo>
                    <a:pt x="4093" y="10461"/>
                  </a:lnTo>
                  <a:lnTo>
                    <a:pt x="4093" y="11976"/>
                  </a:lnTo>
                  <a:lnTo>
                    <a:pt x="5458" y="13189"/>
                  </a:lnTo>
                  <a:lnTo>
                    <a:pt x="7428" y="12734"/>
                  </a:lnTo>
                  <a:lnTo>
                    <a:pt x="9096" y="14099"/>
                  </a:lnTo>
                  <a:lnTo>
                    <a:pt x="9096" y="14099"/>
                  </a:lnTo>
                  <a:lnTo>
                    <a:pt x="8793" y="10612"/>
                  </a:lnTo>
                  <a:lnTo>
                    <a:pt x="11218" y="10006"/>
                  </a:lnTo>
                  <a:lnTo>
                    <a:pt x="14705" y="12280"/>
                  </a:lnTo>
                  <a:lnTo>
                    <a:pt x="17433" y="11673"/>
                  </a:lnTo>
                  <a:lnTo>
                    <a:pt x="19556" y="14402"/>
                  </a:lnTo>
                  <a:lnTo>
                    <a:pt x="21526" y="14402"/>
                  </a:lnTo>
                  <a:lnTo>
                    <a:pt x="23346" y="12734"/>
                  </a:lnTo>
                  <a:lnTo>
                    <a:pt x="27893" y="12583"/>
                  </a:lnTo>
                  <a:lnTo>
                    <a:pt x="30925" y="13947"/>
                  </a:lnTo>
                  <a:lnTo>
                    <a:pt x="30167" y="10309"/>
                  </a:lnTo>
                  <a:lnTo>
                    <a:pt x="34715" y="6974"/>
                  </a:lnTo>
                  <a:lnTo>
                    <a:pt x="31986" y="5306"/>
                  </a:lnTo>
                  <a:lnTo>
                    <a:pt x="1667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4" name="Google Shape;121;p7">
              <a:extLst>
                <a:ext uri="{FF2B5EF4-FFF2-40B4-BE49-F238E27FC236}">
                  <a16:creationId xmlns:a16="http://schemas.microsoft.com/office/drawing/2014/main" id="{3A229D5F-2555-6ED0-61FC-1EE4D6703EAA}"/>
                </a:ext>
              </a:extLst>
            </p:cNvPr>
            <p:cNvSpPr/>
            <p:nvPr/>
          </p:nvSpPr>
          <p:spPr>
            <a:xfrm>
              <a:off x="4269965" y="19818130"/>
              <a:ext cx="369979" cy="251167"/>
            </a:xfrm>
            <a:custGeom>
              <a:avLst/>
              <a:gdLst/>
              <a:ahLst/>
              <a:cxnLst/>
              <a:rect l="l" t="t" r="r" b="b"/>
              <a:pathLst>
                <a:path w="18647" h="15312" extrusionOk="0">
                  <a:moveTo>
                    <a:pt x="3942" y="1"/>
                  </a:moveTo>
                  <a:lnTo>
                    <a:pt x="0" y="455"/>
                  </a:lnTo>
                  <a:lnTo>
                    <a:pt x="0" y="1668"/>
                  </a:lnTo>
                  <a:lnTo>
                    <a:pt x="4851" y="9854"/>
                  </a:lnTo>
                  <a:lnTo>
                    <a:pt x="6216" y="10006"/>
                  </a:lnTo>
                  <a:lnTo>
                    <a:pt x="9551" y="13492"/>
                  </a:lnTo>
                  <a:lnTo>
                    <a:pt x="15614" y="15311"/>
                  </a:lnTo>
                  <a:lnTo>
                    <a:pt x="17433" y="15311"/>
                  </a:lnTo>
                  <a:lnTo>
                    <a:pt x="18646" y="13189"/>
                  </a:lnTo>
                  <a:lnTo>
                    <a:pt x="17282" y="11370"/>
                  </a:lnTo>
                  <a:lnTo>
                    <a:pt x="15311" y="5761"/>
                  </a:lnTo>
                  <a:lnTo>
                    <a:pt x="16069" y="4094"/>
                  </a:lnTo>
                  <a:lnTo>
                    <a:pt x="15008" y="2426"/>
                  </a:lnTo>
                  <a:lnTo>
                    <a:pt x="11066" y="1213"/>
                  </a:lnTo>
                  <a:lnTo>
                    <a:pt x="8641" y="1971"/>
                  </a:lnTo>
                  <a:lnTo>
                    <a:pt x="8641" y="3032"/>
                  </a:lnTo>
                  <a:lnTo>
                    <a:pt x="5609" y="3032"/>
                  </a:lnTo>
                  <a:lnTo>
                    <a:pt x="394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5" name="Google Shape;122;p7">
              <a:extLst>
                <a:ext uri="{FF2B5EF4-FFF2-40B4-BE49-F238E27FC236}">
                  <a16:creationId xmlns:a16="http://schemas.microsoft.com/office/drawing/2014/main" id="{15DF5452-8D96-5CD2-E441-ACC32AB5788F}"/>
                </a:ext>
              </a:extLst>
            </p:cNvPr>
            <p:cNvSpPr/>
            <p:nvPr/>
          </p:nvSpPr>
          <p:spPr>
            <a:xfrm>
              <a:off x="4384251" y="19758455"/>
              <a:ext cx="279741" cy="126830"/>
            </a:xfrm>
            <a:custGeom>
              <a:avLst/>
              <a:gdLst/>
              <a:ahLst/>
              <a:cxnLst/>
              <a:rect l="l" t="t" r="r" b="b"/>
              <a:pathLst>
                <a:path w="14099" h="7732" extrusionOk="0">
                  <a:moveTo>
                    <a:pt x="1971" y="0"/>
                  </a:moveTo>
                  <a:lnTo>
                    <a:pt x="1" y="455"/>
                  </a:lnTo>
                  <a:lnTo>
                    <a:pt x="3033" y="3032"/>
                  </a:lnTo>
                  <a:lnTo>
                    <a:pt x="2881" y="5609"/>
                  </a:lnTo>
                  <a:lnTo>
                    <a:pt x="5306" y="4851"/>
                  </a:lnTo>
                  <a:lnTo>
                    <a:pt x="9248" y="6064"/>
                  </a:lnTo>
                  <a:lnTo>
                    <a:pt x="10309" y="7732"/>
                  </a:lnTo>
                  <a:lnTo>
                    <a:pt x="14099" y="5761"/>
                  </a:lnTo>
                  <a:lnTo>
                    <a:pt x="7884" y="758"/>
                  </a:lnTo>
                  <a:lnTo>
                    <a:pt x="5155" y="758"/>
                  </a:lnTo>
                  <a:lnTo>
                    <a:pt x="3639" y="1365"/>
                  </a:lnTo>
                  <a:lnTo>
                    <a:pt x="197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6" name="Google Shape;123;p7">
              <a:extLst>
                <a:ext uri="{FF2B5EF4-FFF2-40B4-BE49-F238E27FC236}">
                  <a16:creationId xmlns:a16="http://schemas.microsoft.com/office/drawing/2014/main" id="{AED13F89-023F-7CE7-E228-884A0DF68205}"/>
                </a:ext>
              </a:extLst>
            </p:cNvPr>
            <p:cNvSpPr/>
            <p:nvPr/>
          </p:nvSpPr>
          <p:spPr>
            <a:xfrm>
              <a:off x="4606829" y="19860402"/>
              <a:ext cx="282757" cy="233763"/>
            </a:xfrm>
            <a:custGeom>
              <a:avLst/>
              <a:gdLst/>
              <a:ahLst/>
              <a:cxnLst/>
              <a:rect l="l" t="t" r="r" b="b"/>
              <a:pathLst>
                <a:path w="14251" h="14251" extrusionOk="0">
                  <a:moveTo>
                    <a:pt x="11370" y="1"/>
                  </a:moveTo>
                  <a:lnTo>
                    <a:pt x="8338" y="455"/>
                  </a:lnTo>
                  <a:lnTo>
                    <a:pt x="7277" y="4700"/>
                  </a:lnTo>
                  <a:lnTo>
                    <a:pt x="3790" y="8035"/>
                  </a:lnTo>
                  <a:lnTo>
                    <a:pt x="1" y="8035"/>
                  </a:lnTo>
                  <a:lnTo>
                    <a:pt x="304" y="8793"/>
                  </a:lnTo>
                  <a:lnTo>
                    <a:pt x="1668" y="10612"/>
                  </a:lnTo>
                  <a:lnTo>
                    <a:pt x="455" y="12734"/>
                  </a:lnTo>
                  <a:lnTo>
                    <a:pt x="5761" y="12734"/>
                  </a:lnTo>
                  <a:lnTo>
                    <a:pt x="7125" y="14250"/>
                  </a:lnTo>
                  <a:lnTo>
                    <a:pt x="9551" y="13644"/>
                  </a:lnTo>
                  <a:lnTo>
                    <a:pt x="9551" y="11976"/>
                  </a:lnTo>
                  <a:lnTo>
                    <a:pt x="8186" y="11522"/>
                  </a:lnTo>
                  <a:lnTo>
                    <a:pt x="8186" y="9703"/>
                  </a:lnTo>
                  <a:lnTo>
                    <a:pt x="9854" y="9703"/>
                  </a:lnTo>
                  <a:lnTo>
                    <a:pt x="12583" y="7277"/>
                  </a:lnTo>
                  <a:lnTo>
                    <a:pt x="11976" y="4852"/>
                  </a:lnTo>
                  <a:lnTo>
                    <a:pt x="10764" y="4094"/>
                  </a:lnTo>
                  <a:lnTo>
                    <a:pt x="10915" y="2881"/>
                  </a:lnTo>
                  <a:lnTo>
                    <a:pt x="12886" y="1365"/>
                  </a:lnTo>
                  <a:lnTo>
                    <a:pt x="14250" y="1365"/>
                  </a:lnTo>
                  <a:lnTo>
                    <a:pt x="1137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7" name="Google Shape;124;p7">
              <a:extLst>
                <a:ext uri="{FF2B5EF4-FFF2-40B4-BE49-F238E27FC236}">
                  <a16:creationId xmlns:a16="http://schemas.microsoft.com/office/drawing/2014/main" id="{9E48FA0F-EC63-C29E-57CA-C35E99F8A749}"/>
                </a:ext>
              </a:extLst>
            </p:cNvPr>
            <p:cNvSpPr/>
            <p:nvPr/>
          </p:nvSpPr>
          <p:spPr>
            <a:xfrm>
              <a:off x="4450421" y="19713691"/>
              <a:ext cx="297796" cy="149220"/>
            </a:xfrm>
            <a:custGeom>
              <a:avLst/>
              <a:gdLst/>
              <a:ahLst/>
              <a:cxnLst/>
              <a:rect l="l" t="t" r="r" b="b"/>
              <a:pathLst>
                <a:path w="15009" h="9097" extrusionOk="0">
                  <a:moveTo>
                    <a:pt x="2426" y="1"/>
                  </a:moveTo>
                  <a:lnTo>
                    <a:pt x="1" y="607"/>
                  </a:lnTo>
                  <a:lnTo>
                    <a:pt x="304" y="4094"/>
                  </a:lnTo>
                  <a:lnTo>
                    <a:pt x="1820" y="3487"/>
                  </a:lnTo>
                  <a:lnTo>
                    <a:pt x="4549" y="3487"/>
                  </a:lnTo>
                  <a:lnTo>
                    <a:pt x="10764" y="8490"/>
                  </a:lnTo>
                  <a:lnTo>
                    <a:pt x="12886" y="9096"/>
                  </a:lnTo>
                  <a:lnTo>
                    <a:pt x="12886" y="9096"/>
                  </a:lnTo>
                  <a:lnTo>
                    <a:pt x="11976" y="6368"/>
                  </a:lnTo>
                  <a:lnTo>
                    <a:pt x="14857" y="5458"/>
                  </a:lnTo>
                  <a:lnTo>
                    <a:pt x="15008" y="4245"/>
                  </a:lnTo>
                  <a:lnTo>
                    <a:pt x="10764" y="4397"/>
                  </a:lnTo>
                  <a:lnTo>
                    <a:pt x="8641" y="1668"/>
                  </a:lnTo>
                  <a:lnTo>
                    <a:pt x="5913" y="2275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8" name="Google Shape;125;p7">
              <a:extLst>
                <a:ext uri="{FF2B5EF4-FFF2-40B4-BE49-F238E27FC236}">
                  <a16:creationId xmlns:a16="http://schemas.microsoft.com/office/drawing/2014/main" id="{7A9BC2B9-0B07-6448-D943-8F611D742CB6}"/>
                </a:ext>
              </a:extLst>
            </p:cNvPr>
            <p:cNvSpPr/>
            <p:nvPr/>
          </p:nvSpPr>
          <p:spPr>
            <a:xfrm>
              <a:off x="4573754" y="19838028"/>
              <a:ext cx="198531" cy="154174"/>
            </a:xfrm>
            <a:custGeom>
              <a:avLst/>
              <a:gdLst/>
              <a:ahLst/>
              <a:cxnLst/>
              <a:rect l="l" t="t" r="r" b="b"/>
              <a:pathLst>
                <a:path w="10006" h="9399" extrusionOk="0">
                  <a:moveTo>
                    <a:pt x="9399" y="0"/>
                  </a:moveTo>
                  <a:lnTo>
                    <a:pt x="6670" y="1516"/>
                  </a:lnTo>
                  <a:lnTo>
                    <a:pt x="4548" y="910"/>
                  </a:lnTo>
                  <a:lnTo>
                    <a:pt x="758" y="2881"/>
                  </a:lnTo>
                  <a:lnTo>
                    <a:pt x="0" y="4548"/>
                  </a:lnTo>
                  <a:lnTo>
                    <a:pt x="1668" y="9399"/>
                  </a:lnTo>
                  <a:lnTo>
                    <a:pt x="5457" y="9399"/>
                  </a:lnTo>
                  <a:lnTo>
                    <a:pt x="8944" y="6064"/>
                  </a:lnTo>
                  <a:lnTo>
                    <a:pt x="10005" y="1819"/>
                  </a:lnTo>
                  <a:lnTo>
                    <a:pt x="939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9" name="Google Shape;126;p7">
              <a:extLst>
                <a:ext uri="{FF2B5EF4-FFF2-40B4-BE49-F238E27FC236}">
                  <a16:creationId xmlns:a16="http://schemas.microsoft.com/office/drawing/2014/main" id="{3CAFE645-ED45-F7D3-2E4D-6132214A2807}"/>
                </a:ext>
              </a:extLst>
            </p:cNvPr>
            <p:cNvSpPr/>
            <p:nvPr/>
          </p:nvSpPr>
          <p:spPr>
            <a:xfrm>
              <a:off x="4688039" y="19813160"/>
              <a:ext cx="144384" cy="54721"/>
            </a:xfrm>
            <a:custGeom>
              <a:avLst/>
              <a:gdLst/>
              <a:ahLst/>
              <a:cxnLst/>
              <a:rect l="l" t="t" r="r" b="b"/>
              <a:pathLst>
                <a:path w="7277" h="3336" extrusionOk="0">
                  <a:moveTo>
                    <a:pt x="910" y="0"/>
                  </a:moveTo>
                  <a:lnTo>
                    <a:pt x="0" y="304"/>
                  </a:lnTo>
                  <a:lnTo>
                    <a:pt x="910" y="3032"/>
                  </a:lnTo>
                  <a:lnTo>
                    <a:pt x="3639" y="1516"/>
                  </a:lnTo>
                  <a:lnTo>
                    <a:pt x="4245" y="3335"/>
                  </a:lnTo>
                  <a:lnTo>
                    <a:pt x="7277" y="2881"/>
                  </a:lnTo>
                  <a:lnTo>
                    <a:pt x="6822" y="2729"/>
                  </a:lnTo>
                  <a:lnTo>
                    <a:pt x="5913" y="455"/>
                  </a:lnTo>
                  <a:lnTo>
                    <a:pt x="3336" y="758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0" name="Google Shape;127;p7">
              <a:extLst>
                <a:ext uri="{FF2B5EF4-FFF2-40B4-BE49-F238E27FC236}">
                  <a16:creationId xmlns:a16="http://schemas.microsoft.com/office/drawing/2014/main" id="{2DD8A982-7F59-20FF-A396-5E875441CF1C}"/>
                </a:ext>
              </a:extLst>
            </p:cNvPr>
            <p:cNvSpPr/>
            <p:nvPr/>
          </p:nvSpPr>
          <p:spPr>
            <a:xfrm>
              <a:off x="4703079" y="19755962"/>
              <a:ext cx="186507" cy="69648"/>
            </a:xfrm>
            <a:custGeom>
              <a:avLst/>
              <a:gdLst/>
              <a:ahLst/>
              <a:cxnLst/>
              <a:rect l="l" t="t" r="r" b="b"/>
              <a:pathLst>
                <a:path w="9400" h="4246" extrusionOk="0">
                  <a:moveTo>
                    <a:pt x="6367" y="1"/>
                  </a:moveTo>
                  <a:lnTo>
                    <a:pt x="1820" y="152"/>
                  </a:lnTo>
                  <a:lnTo>
                    <a:pt x="0" y="1820"/>
                  </a:lnTo>
                  <a:lnTo>
                    <a:pt x="2274" y="1668"/>
                  </a:lnTo>
                  <a:lnTo>
                    <a:pt x="2123" y="2881"/>
                  </a:lnTo>
                  <a:lnTo>
                    <a:pt x="152" y="3487"/>
                  </a:lnTo>
                  <a:lnTo>
                    <a:pt x="2578" y="4245"/>
                  </a:lnTo>
                  <a:lnTo>
                    <a:pt x="5155" y="3942"/>
                  </a:lnTo>
                  <a:lnTo>
                    <a:pt x="4851" y="3033"/>
                  </a:lnTo>
                  <a:lnTo>
                    <a:pt x="9399" y="1365"/>
                  </a:lnTo>
                  <a:lnTo>
                    <a:pt x="636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1" name="Google Shape;128;p7">
              <a:extLst>
                <a:ext uri="{FF2B5EF4-FFF2-40B4-BE49-F238E27FC236}">
                  <a16:creationId xmlns:a16="http://schemas.microsoft.com/office/drawing/2014/main" id="{ADE50DE1-C6C4-6AA3-C925-4625979603B8}"/>
                </a:ext>
              </a:extLst>
            </p:cNvPr>
            <p:cNvSpPr/>
            <p:nvPr/>
          </p:nvSpPr>
          <p:spPr>
            <a:xfrm>
              <a:off x="4275977" y="19775859"/>
              <a:ext cx="72202" cy="47258"/>
            </a:xfrm>
            <a:custGeom>
              <a:avLst/>
              <a:gdLst/>
              <a:ahLst/>
              <a:cxnLst/>
              <a:rect l="l" t="t" r="r" b="b"/>
              <a:pathLst>
                <a:path w="3639" h="2881" extrusionOk="0">
                  <a:moveTo>
                    <a:pt x="910" y="1"/>
                  </a:moveTo>
                  <a:lnTo>
                    <a:pt x="0" y="1213"/>
                  </a:lnTo>
                  <a:lnTo>
                    <a:pt x="1820" y="2881"/>
                  </a:lnTo>
                  <a:lnTo>
                    <a:pt x="3639" y="2578"/>
                  </a:lnTo>
                  <a:lnTo>
                    <a:pt x="2274" y="304"/>
                  </a:lnTo>
                  <a:lnTo>
                    <a:pt x="91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2" name="Google Shape;129;p7">
              <a:extLst>
                <a:ext uri="{FF2B5EF4-FFF2-40B4-BE49-F238E27FC236}">
                  <a16:creationId xmlns:a16="http://schemas.microsoft.com/office/drawing/2014/main" id="{8BE1EFE1-3638-2867-0F83-4DFF56DC0B87}"/>
                </a:ext>
              </a:extLst>
            </p:cNvPr>
            <p:cNvSpPr/>
            <p:nvPr/>
          </p:nvSpPr>
          <p:spPr>
            <a:xfrm>
              <a:off x="4200779" y="19750992"/>
              <a:ext cx="93254" cy="44781"/>
            </a:xfrm>
            <a:custGeom>
              <a:avLst/>
              <a:gdLst/>
              <a:ahLst/>
              <a:cxnLst/>
              <a:rect l="l" t="t" r="r" b="b"/>
              <a:pathLst>
                <a:path w="4700" h="2730" extrusionOk="0">
                  <a:moveTo>
                    <a:pt x="1365" y="1"/>
                  </a:moveTo>
                  <a:lnTo>
                    <a:pt x="1" y="304"/>
                  </a:lnTo>
                  <a:lnTo>
                    <a:pt x="1" y="2123"/>
                  </a:lnTo>
                  <a:lnTo>
                    <a:pt x="2578" y="2729"/>
                  </a:lnTo>
                  <a:lnTo>
                    <a:pt x="3790" y="2729"/>
                  </a:lnTo>
                  <a:lnTo>
                    <a:pt x="4700" y="1517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" name="Google Shape;130;p7">
              <a:extLst>
                <a:ext uri="{FF2B5EF4-FFF2-40B4-BE49-F238E27FC236}">
                  <a16:creationId xmlns:a16="http://schemas.microsoft.com/office/drawing/2014/main" id="{FFD7E126-350D-6A6F-2BD9-314958C78508}"/>
                </a:ext>
              </a:extLst>
            </p:cNvPr>
            <p:cNvSpPr/>
            <p:nvPr/>
          </p:nvSpPr>
          <p:spPr>
            <a:xfrm>
              <a:off x="4251910" y="19795756"/>
              <a:ext cx="60178" cy="29854"/>
            </a:xfrm>
            <a:custGeom>
              <a:avLst/>
              <a:gdLst/>
              <a:ahLst/>
              <a:cxnLst/>
              <a:rect l="l" t="t" r="r" b="b"/>
              <a:pathLst>
                <a:path w="3033" h="1820" extrusionOk="0">
                  <a:moveTo>
                    <a:pt x="1" y="0"/>
                  </a:moveTo>
                  <a:lnTo>
                    <a:pt x="910" y="1819"/>
                  </a:lnTo>
                  <a:lnTo>
                    <a:pt x="3033" y="1668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" name="Google Shape;131;p7">
              <a:extLst>
                <a:ext uri="{FF2B5EF4-FFF2-40B4-BE49-F238E27FC236}">
                  <a16:creationId xmlns:a16="http://schemas.microsoft.com/office/drawing/2014/main" id="{72A65735-229E-287B-ACB6-D9B02B7A3F14}"/>
                </a:ext>
              </a:extLst>
            </p:cNvPr>
            <p:cNvSpPr/>
            <p:nvPr/>
          </p:nvSpPr>
          <p:spPr>
            <a:xfrm>
              <a:off x="3824808" y="19499842"/>
              <a:ext cx="105297" cy="49751"/>
            </a:xfrm>
            <a:custGeom>
              <a:avLst/>
              <a:gdLst/>
              <a:ahLst/>
              <a:cxnLst/>
              <a:rect l="l" t="t" r="r" b="b"/>
              <a:pathLst>
                <a:path w="5307" h="3033" extrusionOk="0">
                  <a:moveTo>
                    <a:pt x="2729" y="1"/>
                  </a:moveTo>
                  <a:lnTo>
                    <a:pt x="1971" y="153"/>
                  </a:lnTo>
                  <a:lnTo>
                    <a:pt x="2123" y="304"/>
                  </a:lnTo>
                  <a:lnTo>
                    <a:pt x="1971" y="1214"/>
                  </a:lnTo>
                  <a:lnTo>
                    <a:pt x="1" y="304"/>
                  </a:lnTo>
                  <a:lnTo>
                    <a:pt x="1" y="1517"/>
                  </a:lnTo>
                  <a:lnTo>
                    <a:pt x="2729" y="2123"/>
                  </a:lnTo>
                  <a:lnTo>
                    <a:pt x="4548" y="3033"/>
                  </a:lnTo>
                  <a:lnTo>
                    <a:pt x="5306" y="2275"/>
                  </a:lnTo>
                  <a:lnTo>
                    <a:pt x="5003" y="456"/>
                  </a:lnTo>
                  <a:lnTo>
                    <a:pt x="4094" y="759"/>
                  </a:lnTo>
                  <a:lnTo>
                    <a:pt x="272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" name="Google Shape;132;p7">
              <a:extLst>
                <a:ext uri="{FF2B5EF4-FFF2-40B4-BE49-F238E27FC236}">
                  <a16:creationId xmlns:a16="http://schemas.microsoft.com/office/drawing/2014/main" id="{DA49F4DD-C4F5-C243-3A2C-8A10545B0FFB}"/>
                </a:ext>
              </a:extLst>
            </p:cNvPr>
            <p:cNvSpPr/>
            <p:nvPr/>
          </p:nvSpPr>
          <p:spPr>
            <a:xfrm>
              <a:off x="3824808" y="19524709"/>
              <a:ext cx="90258" cy="57215"/>
            </a:xfrm>
            <a:custGeom>
              <a:avLst/>
              <a:gdLst/>
              <a:ahLst/>
              <a:cxnLst/>
              <a:rect l="l" t="t" r="r" b="b"/>
              <a:pathLst>
                <a:path w="4549" h="3488" extrusionOk="0">
                  <a:moveTo>
                    <a:pt x="1" y="1"/>
                  </a:moveTo>
                  <a:lnTo>
                    <a:pt x="152" y="1214"/>
                  </a:lnTo>
                  <a:lnTo>
                    <a:pt x="1517" y="1668"/>
                  </a:lnTo>
                  <a:lnTo>
                    <a:pt x="1971" y="2578"/>
                  </a:lnTo>
                  <a:lnTo>
                    <a:pt x="2275" y="3487"/>
                  </a:lnTo>
                  <a:lnTo>
                    <a:pt x="4548" y="1517"/>
                  </a:lnTo>
                  <a:lnTo>
                    <a:pt x="2729" y="6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" name="Google Shape;133;p7">
              <a:extLst>
                <a:ext uri="{FF2B5EF4-FFF2-40B4-BE49-F238E27FC236}">
                  <a16:creationId xmlns:a16="http://schemas.microsoft.com/office/drawing/2014/main" id="{AF63BBDF-B13A-E0E7-FBF3-ACD023FEDBE4}"/>
                </a:ext>
              </a:extLst>
            </p:cNvPr>
            <p:cNvSpPr/>
            <p:nvPr/>
          </p:nvSpPr>
          <p:spPr>
            <a:xfrm>
              <a:off x="3869927" y="19537143"/>
              <a:ext cx="150416" cy="77112"/>
            </a:xfrm>
            <a:custGeom>
              <a:avLst/>
              <a:gdLst/>
              <a:ahLst/>
              <a:cxnLst/>
              <a:rect l="l" t="t" r="r" b="b"/>
              <a:pathLst>
                <a:path w="7581" h="4701" extrusionOk="0">
                  <a:moveTo>
                    <a:pt x="3032" y="1"/>
                  </a:moveTo>
                  <a:lnTo>
                    <a:pt x="1" y="2729"/>
                  </a:lnTo>
                  <a:lnTo>
                    <a:pt x="455" y="3942"/>
                  </a:lnTo>
                  <a:lnTo>
                    <a:pt x="4852" y="4700"/>
                  </a:lnTo>
                  <a:lnTo>
                    <a:pt x="7580" y="4094"/>
                  </a:lnTo>
                  <a:lnTo>
                    <a:pt x="5913" y="3487"/>
                  </a:lnTo>
                  <a:lnTo>
                    <a:pt x="6974" y="2881"/>
                  </a:lnTo>
                  <a:lnTo>
                    <a:pt x="515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" name="Google Shape;134;p7">
              <a:extLst>
                <a:ext uri="{FF2B5EF4-FFF2-40B4-BE49-F238E27FC236}">
                  <a16:creationId xmlns:a16="http://schemas.microsoft.com/office/drawing/2014/main" id="{95AED79B-A9D9-935E-10D0-82C896FB65F8}"/>
                </a:ext>
              </a:extLst>
            </p:cNvPr>
            <p:cNvSpPr/>
            <p:nvPr/>
          </p:nvSpPr>
          <p:spPr>
            <a:xfrm>
              <a:off x="3848876" y="19472497"/>
              <a:ext cx="75218" cy="39794"/>
            </a:xfrm>
            <a:custGeom>
              <a:avLst/>
              <a:gdLst/>
              <a:ahLst/>
              <a:cxnLst/>
              <a:rect l="l" t="t" r="r" b="b"/>
              <a:pathLst>
                <a:path w="3791" h="2426" extrusionOk="0">
                  <a:moveTo>
                    <a:pt x="3487" y="0"/>
                  </a:moveTo>
                  <a:lnTo>
                    <a:pt x="3032" y="607"/>
                  </a:lnTo>
                  <a:lnTo>
                    <a:pt x="152" y="607"/>
                  </a:lnTo>
                  <a:lnTo>
                    <a:pt x="0" y="1213"/>
                  </a:lnTo>
                  <a:lnTo>
                    <a:pt x="758" y="1820"/>
                  </a:lnTo>
                  <a:lnTo>
                    <a:pt x="1516" y="1668"/>
                  </a:lnTo>
                  <a:lnTo>
                    <a:pt x="2881" y="2426"/>
                  </a:lnTo>
                  <a:lnTo>
                    <a:pt x="3790" y="2123"/>
                  </a:lnTo>
                  <a:lnTo>
                    <a:pt x="348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" name="Google Shape;135;p7">
              <a:extLst>
                <a:ext uri="{FF2B5EF4-FFF2-40B4-BE49-F238E27FC236}">
                  <a16:creationId xmlns:a16="http://schemas.microsoft.com/office/drawing/2014/main" id="{53104754-AFFE-EF22-0D3A-B9F0116F9300}"/>
                </a:ext>
              </a:extLst>
            </p:cNvPr>
            <p:cNvSpPr/>
            <p:nvPr/>
          </p:nvSpPr>
          <p:spPr>
            <a:xfrm>
              <a:off x="3854887" y="19601804"/>
              <a:ext cx="297796" cy="124337"/>
            </a:xfrm>
            <a:custGeom>
              <a:avLst/>
              <a:gdLst/>
              <a:ahLst/>
              <a:cxnLst/>
              <a:rect l="l" t="t" r="r" b="b"/>
              <a:pathLst>
                <a:path w="15009" h="7580" extrusionOk="0">
                  <a:moveTo>
                    <a:pt x="1213" y="0"/>
                  </a:moveTo>
                  <a:lnTo>
                    <a:pt x="1517" y="758"/>
                  </a:lnTo>
                  <a:lnTo>
                    <a:pt x="1" y="2729"/>
                  </a:lnTo>
                  <a:lnTo>
                    <a:pt x="1" y="3942"/>
                  </a:lnTo>
                  <a:lnTo>
                    <a:pt x="5913" y="3942"/>
                  </a:lnTo>
                  <a:lnTo>
                    <a:pt x="6367" y="5003"/>
                  </a:lnTo>
                  <a:lnTo>
                    <a:pt x="5458" y="6519"/>
                  </a:lnTo>
                  <a:lnTo>
                    <a:pt x="6216" y="6973"/>
                  </a:lnTo>
                  <a:lnTo>
                    <a:pt x="6519" y="6215"/>
                  </a:lnTo>
                  <a:lnTo>
                    <a:pt x="10006" y="6215"/>
                  </a:lnTo>
                  <a:lnTo>
                    <a:pt x="9248" y="6973"/>
                  </a:lnTo>
                  <a:lnTo>
                    <a:pt x="10309" y="7580"/>
                  </a:lnTo>
                  <a:lnTo>
                    <a:pt x="11825" y="7428"/>
                  </a:lnTo>
                  <a:lnTo>
                    <a:pt x="10460" y="5761"/>
                  </a:lnTo>
                  <a:lnTo>
                    <a:pt x="14099" y="5003"/>
                  </a:lnTo>
                  <a:lnTo>
                    <a:pt x="15008" y="2880"/>
                  </a:lnTo>
                  <a:lnTo>
                    <a:pt x="8338" y="152"/>
                  </a:lnTo>
                  <a:lnTo>
                    <a:pt x="5610" y="758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" name="Google Shape;136;p7">
              <a:extLst>
                <a:ext uri="{FF2B5EF4-FFF2-40B4-BE49-F238E27FC236}">
                  <a16:creationId xmlns:a16="http://schemas.microsoft.com/office/drawing/2014/main" id="{BB8E2D5A-06AE-0DAD-BF85-60589FE40FF0}"/>
                </a:ext>
              </a:extLst>
            </p:cNvPr>
            <p:cNvSpPr/>
            <p:nvPr/>
          </p:nvSpPr>
          <p:spPr>
            <a:xfrm>
              <a:off x="3662388" y="19333250"/>
              <a:ext cx="180495" cy="206402"/>
            </a:xfrm>
            <a:custGeom>
              <a:avLst/>
              <a:gdLst/>
              <a:ahLst/>
              <a:cxnLst/>
              <a:rect l="l" t="t" r="r" b="b"/>
              <a:pathLst>
                <a:path w="9097" h="12583" extrusionOk="0">
                  <a:moveTo>
                    <a:pt x="6974" y="0"/>
                  </a:moveTo>
                  <a:lnTo>
                    <a:pt x="910" y="4548"/>
                  </a:lnTo>
                  <a:lnTo>
                    <a:pt x="910" y="8489"/>
                  </a:lnTo>
                  <a:lnTo>
                    <a:pt x="1" y="9854"/>
                  </a:lnTo>
                  <a:lnTo>
                    <a:pt x="2275" y="12582"/>
                  </a:lnTo>
                  <a:lnTo>
                    <a:pt x="6064" y="9247"/>
                  </a:lnTo>
                  <a:lnTo>
                    <a:pt x="4245" y="6974"/>
                  </a:lnTo>
                  <a:lnTo>
                    <a:pt x="8338" y="2729"/>
                  </a:lnTo>
                  <a:lnTo>
                    <a:pt x="9096" y="2729"/>
                  </a:lnTo>
                  <a:lnTo>
                    <a:pt x="803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" name="Google Shape;137;p7">
              <a:extLst>
                <a:ext uri="{FF2B5EF4-FFF2-40B4-BE49-F238E27FC236}">
                  <a16:creationId xmlns:a16="http://schemas.microsoft.com/office/drawing/2014/main" id="{473E162B-78F5-8D41-18C8-E4DFFB8ADD7B}"/>
                </a:ext>
              </a:extLst>
            </p:cNvPr>
            <p:cNvSpPr/>
            <p:nvPr/>
          </p:nvSpPr>
          <p:spPr>
            <a:xfrm>
              <a:off x="3563143" y="19315846"/>
              <a:ext cx="303789" cy="184012"/>
            </a:xfrm>
            <a:custGeom>
              <a:avLst/>
              <a:gdLst/>
              <a:ahLst/>
              <a:cxnLst/>
              <a:rect l="l" t="t" r="r" b="b"/>
              <a:pathLst>
                <a:path w="15311" h="11218" extrusionOk="0">
                  <a:moveTo>
                    <a:pt x="15311" y="0"/>
                  </a:moveTo>
                  <a:lnTo>
                    <a:pt x="11824" y="152"/>
                  </a:lnTo>
                  <a:lnTo>
                    <a:pt x="0" y="8489"/>
                  </a:lnTo>
                  <a:lnTo>
                    <a:pt x="1213" y="11218"/>
                  </a:lnTo>
                  <a:lnTo>
                    <a:pt x="4700" y="10612"/>
                  </a:lnTo>
                  <a:lnTo>
                    <a:pt x="5003" y="10915"/>
                  </a:lnTo>
                  <a:lnTo>
                    <a:pt x="5912" y="9550"/>
                  </a:lnTo>
                  <a:lnTo>
                    <a:pt x="5912" y="5609"/>
                  </a:lnTo>
                  <a:lnTo>
                    <a:pt x="11976" y="1061"/>
                  </a:lnTo>
                  <a:lnTo>
                    <a:pt x="15311" y="1061"/>
                  </a:lnTo>
                  <a:lnTo>
                    <a:pt x="1531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" name="Google Shape;138;p7">
              <a:extLst>
                <a:ext uri="{FF2B5EF4-FFF2-40B4-BE49-F238E27FC236}">
                  <a16:creationId xmlns:a16="http://schemas.microsoft.com/office/drawing/2014/main" id="{00F01BAB-E385-1D4E-FF27-06AD3794939A}"/>
                </a:ext>
              </a:extLst>
            </p:cNvPr>
            <p:cNvSpPr/>
            <p:nvPr/>
          </p:nvSpPr>
          <p:spPr>
            <a:xfrm>
              <a:off x="3815780" y="19313353"/>
              <a:ext cx="150416" cy="154191"/>
            </a:xfrm>
            <a:custGeom>
              <a:avLst/>
              <a:gdLst/>
              <a:ahLst/>
              <a:cxnLst/>
              <a:rect l="l" t="t" r="r" b="b"/>
              <a:pathLst>
                <a:path w="7581" h="9400" extrusionOk="0">
                  <a:moveTo>
                    <a:pt x="4397" y="1"/>
                  </a:moveTo>
                  <a:lnTo>
                    <a:pt x="2578" y="152"/>
                  </a:lnTo>
                  <a:lnTo>
                    <a:pt x="2578" y="1213"/>
                  </a:lnTo>
                  <a:lnTo>
                    <a:pt x="304" y="1213"/>
                  </a:lnTo>
                  <a:lnTo>
                    <a:pt x="1365" y="3942"/>
                  </a:lnTo>
                  <a:lnTo>
                    <a:pt x="1972" y="3942"/>
                  </a:lnTo>
                  <a:lnTo>
                    <a:pt x="1" y="8187"/>
                  </a:lnTo>
                  <a:lnTo>
                    <a:pt x="2275" y="9399"/>
                  </a:lnTo>
                  <a:lnTo>
                    <a:pt x="5610" y="9399"/>
                  </a:lnTo>
                  <a:lnTo>
                    <a:pt x="7581" y="7125"/>
                  </a:lnTo>
                  <a:lnTo>
                    <a:pt x="439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" name="Google Shape;139;p7">
              <a:extLst>
                <a:ext uri="{FF2B5EF4-FFF2-40B4-BE49-F238E27FC236}">
                  <a16:creationId xmlns:a16="http://schemas.microsoft.com/office/drawing/2014/main" id="{E8266DF8-AF9C-0584-C28A-E1A5DBD406FC}"/>
                </a:ext>
              </a:extLst>
            </p:cNvPr>
            <p:cNvSpPr/>
            <p:nvPr/>
          </p:nvSpPr>
          <p:spPr>
            <a:xfrm>
              <a:off x="5824979" y="19586877"/>
              <a:ext cx="120317" cy="116890"/>
            </a:xfrm>
            <a:custGeom>
              <a:avLst/>
              <a:gdLst/>
              <a:ahLst/>
              <a:cxnLst/>
              <a:rect l="l" t="t" r="r" b="b"/>
              <a:pathLst>
                <a:path w="6064" h="7126" extrusionOk="0">
                  <a:moveTo>
                    <a:pt x="0" y="1"/>
                  </a:moveTo>
                  <a:lnTo>
                    <a:pt x="3335" y="4094"/>
                  </a:lnTo>
                  <a:lnTo>
                    <a:pt x="4851" y="7125"/>
                  </a:lnTo>
                  <a:lnTo>
                    <a:pt x="6064" y="7125"/>
                  </a:lnTo>
                  <a:lnTo>
                    <a:pt x="4093" y="4245"/>
                  </a:lnTo>
                  <a:lnTo>
                    <a:pt x="5306" y="4245"/>
                  </a:lnTo>
                  <a:lnTo>
                    <a:pt x="106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" name="Google Shape;140;p7">
              <a:extLst>
                <a:ext uri="{FF2B5EF4-FFF2-40B4-BE49-F238E27FC236}">
                  <a16:creationId xmlns:a16="http://schemas.microsoft.com/office/drawing/2014/main" id="{AC8E8E00-3200-332D-3C6A-D9B6E6888364}"/>
                </a:ext>
              </a:extLst>
            </p:cNvPr>
            <p:cNvSpPr/>
            <p:nvPr/>
          </p:nvSpPr>
          <p:spPr>
            <a:xfrm>
              <a:off x="3824808" y="19544606"/>
              <a:ext cx="39127" cy="22390"/>
            </a:xfrm>
            <a:custGeom>
              <a:avLst/>
              <a:gdLst/>
              <a:ahLst/>
              <a:cxnLst/>
              <a:rect l="l" t="t" r="r" b="b"/>
              <a:pathLst>
                <a:path w="1972" h="1365" extrusionOk="0">
                  <a:moveTo>
                    <a:pt x="1" y="1"/>
                  </a:moveTo>
                  <a:lnTo>
                    <a:pt x="1" y="1062"/>
                  </a:lnTo>
                  <a:lnTo>
                    <a:pt x="1971" y="1365"/>
                  </a:lnTo>
                  <a:lnTo>
                    <a:pt x="1517" y="4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" name="Google Shape;141;p7">
              <a:extLst>
                <a:ext uri="{FF2B5EF4-FFF2-40B4-BE49-F238E27FC236}">
                  <a16:creationId xmlns:a16="http://schemas.microsoft.com/office/drawing/2014/main" id="{C6CDCDFB-3A77-D80A-DA8F-07406DAF760C}"/>
                </a:ext>
              </a:extLst>
            </p:cNvPr>
            <p:cNvSpPr/>
            <p:nvPr/>
          </p:nvSpPr>
          <p:spPr>
            <a:xfrm>
              <a:off x="3903022" y="19223841"/>
              <a:ext cx="2373126" cy="557005"/>
            </a:xfrm>
            <a:custGeom>
              <a:avLst/>
              <a:gdLst/>
              <a:ahLst/>
              <a:cxnLst/>
              <a:rect l="l" t="t" r="r" b="b"/>
              <a:pathLst>
                <a:path w="119606" h="33957" extrusionOk="0">
                  <a:moveTo>
                    <a:pt x="41839" y="0"/>
                  </a:moveTo>
                  <a:lnTo>
                    <a:pt x="31380" y="4548"/>
                  </a:lnTo>
                  <a:lnTo>
                    <a:pt x="33653" y="7428"/>
                  </a:lnTo>
                  <a:lnTo>
                    <a:pt x="31834" y="9399"/>
                  </a:lnTo>
                  <a:lnTo>
                    <a:pt x="30015" y="3638"/>
                  </a:lnTo>
                  <a:lnTo>
                    <a:pt x="26832" y="3335"/>
                  </a:lnTo>
                  <a:lnTo>
                    <a:pt x="28348" y="6822"/>
                  </a:lnTo>
                  <a:lnTo>
                    <a:pt x="16372" y="7125"/>
                  </a:lnTo>
                  <a:lnTo>
                    <a:pt x="5003" y="11824"/>
                  </a:lnTo>
                  <a:lnTo>
                    <a:pt x="3638" y="8944"/>
                  </a:lnTo>
                  <a:lnTo>
                    <a:pt x="3638" y="8944"/>
                  </a:lnTo>
                  <a:lnTo>
                    <a:pt x="7883" y="9096"/>
                  </a:lnTo>
                  <a:lnTo>
                    <a:pt x="10005" y="8035"/>
                  </a:lnTo>
                  <a:lnTo>
                    <a:pt x="1819" y="5458"/>
                  </a:lnTo>
                  <a:lnTo>
                    <a:pt x="0" y="5458"/>
                  </a:lnTo>
                  <a:lnTo>
                    <a:pt x="3184" y="12582"/>
                  </a:lnTo>
                  <a:lnTo>
                    <a:pt x="1213" y="14856"/>
                  </a:lnTo>
                  <a:lnTo>
                    <a:pt x="758" y="15159"/>
                  </a:lnTo>
                  <a:lnTo>
                    <a:pt x="1061" y="17282"/>
                  </a:lnTo>
                  <a:lnTo>
                    <a:pt x="1364" y="19252"/>
                  </a:lnTo>
                  <a:lnTo>
                    <a:pt x="3487" y="19252"/>
                  </a:lnTo>
                  <a:lnTo>
                    <a:pt x="5306" y="21981"/>
                  </a:lnTo>
                  <a:lnTo>
                    <a:pt x="4245" y="22587"/>
                  </a:lnTo>
                  <a:lnTo>
                    <a:pt x="5912" y="23194"/>
                  </a:lnTo>
                  <a:lnTo>
                    <a:pt x="12582" y="25922"/>
                  </a:lnTo>
                  <a:lnTo>
                    <a:pt x="11673" y="28045"/>
                  </a:lnTo>
                  <a:lnTo>
                    <a:pt x="11976" y="29106"/>
                  </a:lnTo>
                  <a:lnTo>
                    <a:pt x="10915" y="29409"/>
                  </a:lnTo>
                  <a:lnTo>
                    <a:pt x="11218" y="31077"/>
                  </a:lnTo>
                  <a:lnTo>
                    <a:pt x="15008" y="32441"/>
                  </a:lnTo>
                  <a:lnTo>
                    <a:pt x="16372" y="32138"/>
                  </a:lnTo>
                  <a:lnTo>
                    <a:pt x="19707" y="33654"/>
                  </a:lnTo>
                  <a:lnTo>
                    <a:pt x="21071" y="33957"/>
                  </a:lnTo>
                  <a:lnTo>
                    <a:pt x="20162" y="32441"/>
                  </a:lnTo>
                  <a:lnTo>
                    <a:pt x="20162" y="29257"/>
                  </a:lnTo>
                  <a:lnTo>
                    <a:pt x="18797" y="27438"/>
                  </a:lnTo>
                  <a:lnTo>
                    <a:pt x="18797" y="23952"/>
                  </a:lnTo>
                  <a:lnTo>
                    <a:pt x="29560" y="23952"/>
                  </a:lnTo>
                  <a:lnTo>
                    <a:pt x="29560" y="21223"/>
                  </a:lnTo>
                  <a:lnTo>
                    <a:pt x="35473" y="19859"/>
                  </a:lnTo>
                  <a:lnTo>
                    <a:pt x="50783" y="25164"/>
                  </a:lnTo>
                  <a:lnTo>
                    <a:pt x="53512" y="26832"/>
                  </a:lnTo>
                  <a:lnTo>
                    <a:pt x="56695" y="24255"/>
                  </a:lnTo>
                  <a:lnTo>
                    <a:pt x="61091" y="25619"/>
                  </a:lnTo>
                  <a:lnTo>
                    <a:pt x="62153" y="23042"/>
                  </a:lnTo>
                  <a:lnTo>
                    <a:pt x="72916" y="25619"/>
                  </a:lnTo>
                  <a:lnTo>
                    <a:pt x="78070" y="25619"/>
                  </a:lnTo>
                  <a:lnTo>
                    <a:pt x="80040" y="25164"/>
                  </a:lnTo>
                  <a:lnTo>
                    <a:pt x="78979" y="21526"/>
                  </a:lnTo>
                  <a:lnTo>
                    <a:pt x="83527" y="21526"/>
                  </a:lnTo>
                  <a:lnTo>
                    <a:pt x="88226" y="26074"/>
                  </a:lnTo>
                  <a:lnTo>
                    <a:pt x="94593" y="27741"/>
                  </a:lnTo>
                  <a:lnTo>
                    <a:pt x="94593" y="32896"/>
                  </a:lnTo>
                  <a:lnTo>
                    <a:pt x="97322" y="32441"/>
                  </a:lnTo>
                  <a:lnTo>
                    <a:pt x="98838" y="30167"/>
                  </a:lnTo>
                  <a:lnTo>
                    <a:pt x="98838" y="26074"/>
                  </a:lnTo>
                  <a:lnTo>
                    <a:pt x="94593" y="21071"/>
                  </a:lnTo>
                  <a:lnTo>
                    <a:pt x="90349" y="21071"/>
                  </a:lnTo>
                  <a:lnTo>
                    <a:pt x="91107" y="15917"/>
                  </a:lnTo>
                  <a:lnTo>
                    <a:pt x="99747" y="15917"/>
                  </a:lnTo>
                  <a:lnTo>
                    <a:pt x="100657" y="13037"/>
                  </a:lnTo>
                  <a:lnTo>
                    <a:pt x="104295" y="14401"/>
                  </a:lnTo>
                  <a:lnTo>
                    <a:pt x="104295" y="13037"/>
                  </a:lnTo>
                  <a:lnTo>
                    <a:pt x="105205" y="13189"/>
                  </a:lnTo>
                  <a:lnTo>
                    <a:pt x="106721" y="14705"/>
                  </a:lnTo>
                  <a:lnTo>
                    <a:pt x="105205" y="15766"/>
                  </a:lnTo>
                  <a:lnTo>
                    <a:pt x="105053" y="18798"/>
                  </a:lnTo>
                  <a:lnTo>
                    <a:pt x="111117" y="24558"/>
                  </a:lnTo>
                  <a:lnTo>
                    <a:pt x="111117" y="18949"/>
                  </a:lnTo>
                  <a:lnTo>
                    <a:pt x="107782" y="15614"/>
                  </a:lnTo>
                  <a:lnTo>
                    <a:pt x="115968" y="13037"/>
                  </a:lnTo>
                  <a:lnTo>
                    <a:pt x="115968" y="12279"/>
                  </a:lnTo>
                  <a:lnTo>
                    <a:pt x="111875" y="11066"/>
                  </a:lnTo>
                  <a:lnTo>
                    <a:pt x="113542" y="9854"/>
                  </a:lnTo>
                  <a:lnTo>
                    <a:pt x="117180" y="10612"/>
                  </a:lnTo>
                  <a:lnTo>
                    <a:pt x="119606" y="10612"/>
                  </a:lnTo>
                  <a:lnTo>
                    <a:pt x="117635" y="8489"/>
                  </a:lnTo>
                  <a:lnTo>
                    <a:pt x="104901" y="6064"/>
                  </a:lnTo>
                  <a:lnTo>
                    <a:pt x="84891" y="5458"/>
                  </a:lnTo>
                  <a:lnTo>
                    <a:pt x="83830" y="3942"/>
                  </a:lnTo>
                  <a:lnTo>
                    <a:pt x="76857" y="2729"/>
                  </a:lnTo>
                  <a:lnTo>
                    <a:pt x="74886" y="4548"/>
                  </a:lnTo>
                  <a:lnTo>
                    <a:pt x="69277" y="4548"/>
                  </a:lnTo>
                  <a:lnTo>
                    <a:pt x="67004" y="2729"/>
                  </a:lnTo>
                  <a:lnTo>
                    <a:pt x="54270" y="2729"/>
                  </a:lnTo>
                  <a:lnTo>
                    <a:pt x="5351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" name="Google Shape;142;p7">
              <a:extLst>
                <a:ext uri="{FF2B5EF4-FFF2-40B4-BE49-F238E27FC236}">
                  <a16:creationId xmlns:a16="http://schemas.microsoft.com/office/drawing/2014/main" id="{55CBA844-9FA9-259F-79E2-1190E471A352}"/>
                </a:ext>
              </a:extLst>
            </p:cNvPr>
            <p:cNvSpPr/>
            <p:nvPr/>
          </p:nvSpPr>
          <p:spPr>
            <a:xfrm>
              <a:off x="3740602" y="19658986"/>
              <a:ext cx="126329" cy="44781"/>
            </a:xfrm>
            <a:custGeom>
              <a:avLst/>
              <a:gdLst/>
              <a:ahLst/>
              <a:cxnLst/>
              <a:rect l="l" t="t" r="r" b="b"/>
              <a:pathLst>
                <a:path w="6367" h="2730" extrusionOk="0">
                  <a:moveTo>
                    <a:pt x="5609" y="1"/>
                  </a:moveTo>
                  <a:lnTo>
                    <a:pt x="1516" y="759"/>
                  </a:lnTo>
                  <a:lnTo>
                    <a:pt x="0" y="1971"/>
                  </a:lnTo>
                  <a:lnTo>
                    <a:pt x="2274" y="2729"/>
                  </a:lnTo>
                  <a:lnTo>
                    <a:pt x="4548" y="2275"/>
                  </a:lnTo>
                  <a:lnTo>
                    <a:pt x="6367" y="456"/>
                  </a:lnTo>
                  <a:lnTo>
                    <a:pt x="5609" y="456"/>
                  </a:lnTo>
                  <a:lnTo>
                    <a:pt x="560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" name="Google Shape;143;p7">
              <a:extLst>
                <a:ext uri="{FF2B5EF4-FFF2-40B4-BE49-F238E27FC236}">
                  <a16:creationId xmlns:a16="http://schemas.microsoft.com/office/drawing/2014/main" id="{9E9EA8C9-48C3-208F-86A5-8D65D8350455}"/>
                </a:ext>
              </a:extLst>
            </p:cNvPr>
            <p:cNvSpPr/>
            <p:nvPr/>
          </p:nvSpPr>
          <p:spPr>
            <a:xfrm>
              <a:off x="3749610" y="19639105"/>
              <a:ext cx="102301" cy="32331"/>
            </a:xfrm>
            <a:custGeom>
              <a:avLst/>
              <a:gdLst/>
              <a:ahLst/>
              <a:cxnLst/>
              <a:rect l="l" t="t" r="r" b="b"/>
              <a:pathLst>
                <a:path w="5156" h="1971" extrusionOk="0">
                  <a:moveTo>
                    <a:pt x="1365" y="0"/>
                  </a:moveTo>
                  <a:lnTo>
                    <a:pt x="1" y="910"/>
                  </a:lnTo>
                  <a:lnTo>
                    <a:pt x="1062" y="1971"/>
                  </a:lnTo>
                  <a:lnTo>
                    <a:pt x="5155" y="1213"/>
                  </a:lnTo>
                  <a:lnTo>
                    <a:pt x="5155" y="45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" name="Google Shape;144;p7">
              <a:extLst>
                <a:ext uri="{FF2B5EF4-FFF2-40B4-BE49-F238E27FC236}">
                  <a16:creationId xmlns:a16="http://schemas.microsoft.com/office/drawing/2014/main" id="{BC91D6F3-E0E5-2100-24C2-C9B65E665EDA}"/>
                </a:ext>
              </a:extLst>
            </p:cNvPr>
            <p:cNvSpPr/>
            <p:nvPr/>
          </p:nvSpPr>
          <p:spPr>
            <a:xfrm>
              <a:off x="3590206" y="19678883"/>
              <a:ext cx="51151" cy="24884"/>
            </a:xfrm>
            <a:custGeom>
              <a:avLst/>
              <a:gdLst/>
              <a:ahLst/>
              <a:cxnLst/>
              <a:rect l="l" t="t" r="r" b="b"/>
              <a:pathLst>
                <a:path w="2578" h="1517" extrusionOk="0">
                  <a:moveTo>
                    <a:pt x="1062" y="0"/>
                  </a:moveTo>
                  <a:lnTo>
                    <a:pt x="304" y="304"/>
                  </a:lnTo>
                  <a:lnTo>
                    <a:pt x="1" y="1365"/>
                  </a:lnTo>
                  <a:lnTo>
                    <a:pt x="1365" y="1516"/>
                  </a:lnTo>
                  <a:lnTo>
                    <a:pt x="2578" y="1213"/>
                  </a:lnTo>
                  <a:lnTo>
                    <a:pt x="212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" name="Google Shape;145;p7">
              <a:extLst>
                <a:ext uri="{FF2B5EF4-FFF2-40B4-BE49-F238E27FC236}">
                  <a16:creationId xmlns:a16="http://schemas.microsoft.com/office/drawing/2014/main" id="{6A11B996-A9E5-12CD-15FA-8111FD27A379}"/>
                </a:ext>
              </a:extLst>
            </p:cNvPr>
            <p:cNvSpPr/>
            <p:nvPr/>
          </p:nvSpPr>
          <p:spPr>
            <a:xfrm>
              <a:off x="3674432" y="19621685"/>
              <a:ext cx="102281" cy="32347"/>
            </a:xfrm>
            <a:custGeom>
              <a:avLst/>
              <a:gdLst/>
              <a:ahLst/>
              <a:cxnLst/>
              <a:rect l="l" t="t" r="r" b="b"/>
              <a:pathLst>
                <a:path w="5155" h="1972" extrusionOk="0">
                  <a:moveTo>
                    <a:pt x="2426" y="1"/>
                  </a:moveTo>
                  <a:lnTo>
                    <a:pt x="0" y="759"/>
                  </a:lnTo>
                  <a:lnTo>
                    <a:pt x="910" y="1972"/>
                  </a:lnTo>
                  <a:lnTo>
                    <a:pt x="3790" y="1972"/>
                  </a:lnTo>
                  <a:lnTo>
                    <a:pt x="5154" y="1062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" name="Google Shape;146;p7">
              <a:extLst>
                <a:ext uri="{FF2B5EF4-FFF2-40B4-BE49-F238E27FC236}">
                  <a16:creationId xmlns:a16="http://schemas.microsoft.com/office/drawing/2014/main" id="{B9706359-217B-ADA2-0B7C-F06AC3E3E38C}"/>
                </a:ext>
              </a:extLst>
            </p:cNvPr>
            <p:cNvSpPr/>
            <p:nvPr/>
          </p:nvSpPr>
          <p:spPr>
            <a:xfrm>
              <a:off x="3304473" y="19768396"/>
              <a:ext cx="45139" cy="94516"/>
            </a:xfrm>
            <a:custGeom>
              <a:avLst/>
              <a:gdLst/>
              <a:ahLst/>
              <a:cxnLst/>
              <a:rect l="l" t="t" r="r" b="b"/>
              <a:pathLst>
                <a:path w="2275" h="5762" extrusionOk="0">
                  <a:moveTo>
                    <a:pt x="152" y="1"/>
                  </a:moveTo>
                  <a:lnTo>
                    <a:pt x="0" y="3942"/>
                  </a:lnTo>
                  <a:lnTo>
                    <a:pt x="1062" y="5610"/>
                  </a:lnTo>
                  <a:lnTo>
                    <a:pt x="1516" y="5761"/>
                  </a:lnTo>
                  <a:lnTo>
                    <a:pt x="2274" y="456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" name="Google Shape;147;p7">
              <a:extLst>
                <a:ext uri="{FF2B5EF4-FFF2-40B4-BE49-F238E27FC236}">
                  <a16:creationId xmlns:a16="http://schemas.microsoft.com/office/drawing/2014/main" id="{B4962E57-31C1-F012-3F0B-FB8F8E5549BF}"/>
                </a:ext>
              </a:extLst>
            </p:cNvPr>
            <p:cNvSpPr/>
            <p:nvPr/>
          </p:nvSpPr>
          <p:spPr>
            <a:xfrm>
              <a:off x="3936097" y="19666449"/>
              <a:ext cx="45139" cy="42288"/>
            </a:xfrm>
            <a:custGeom>
              <a:avLst/>
              <a:gdLst/>
              <a:ahLst/>
              <a:cxnLst/>
              <a:rect l="l" t="t" r="r" b="b"/>
              <a:pathLst>
                <a:path w="2275" h="2578" extrusionOk="0">
                  <a:moveTo>
                    <a:pt x="1" y="1"/>
                  </a:moveTo>
                  <a:lnTo>
                    <a:pt x="1213" y="2578"/>
                  </a:lnTo>
                  <a:lnTo>
                    <a:pt x="2274" y="1062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" name="Google Shape;148;p7">
              <a:extLst>
                <a:ext uri="{FF2B5EF4-FFF2-40B4-BE49-F238E27FC236}">
                  <a16:creationId xmlns:a16="http://schemas.microsoft.com/office/drawing/2014/main" id="{C89489BB-55DD-266A-17A0-620F60A10D2F}"/>
                </a:ext>
              </a:extLst>
            </p:cNvPr>
            <p:cNvSpPr/>
            <p:nvPr/>
          </p:nvSpPr>
          <p:spPr>
            <a:xfrm>
              <a:off x="3716535" y="19554547"/>
              <a:ext cx="168452" cy="92022"/>
            </a:xfrm>
            <a:custGeom>
              <a:avLst/>
              <a:gdLst/>
              <a:ahLst/>
              <a:cxnLst/>
              <a:rect l="l" t="t" r="r" b="b"/>
              <a:pathLst>
                <a:path w="8490" h="5610" extrusionOk="0">
                  <a:moveTo>
                    <a:pt x="3184" y="1"/>
                  </a:moveTo>
                  <a:lnTo>
                    <a:pt x="304" y="759"/>
                  </a:lnTo>
                  <a:lnTo>
                    <a:pt x="0" y="759"/>
                  </a:lnTo>
                  <a:lnTo>
                    <a:pt x="304" y="4094"/>
                  </a:lnTo>
                  <a:lnTo>
                    <a:pt x="3032" y="5155"/>
                  </a:lnTo>
                  <a:lnTo>
                    <a:pt x="3184" y="5155"/>
                  </a:lnTo>
                  <a:lnTo>
                    <a:pt x="6822" y="5610"/>
                  </a:lnTo>
                  <a:lnTo>
                    <a:pt x="8490" y="3639"/>
                  </a:lnTo>
                  <a:lnTo>
                    <a:pt x="8186" y="2881"/>
                  </a:lnTo>
                  <a:lnTo>
                    <a:pt x="7732" y="1668"/>
                  </a:lnTo>
                  <a:lnTo>
                    <a:pt x="7428" y="759"/>
                  </a:lnTo>
                  <a:lnTo>
                    <a:pt x="5458" y="456"/>
                  </a:lnTo>
                  <a:lnTo>
                    <a:pt x="3487" y="456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" name="Google Shape;149;p7">
              <a:extLst>
                <a:ext uri="{FF2B5EF4-FFF2-40B4-BE49-F238E27FC236}">
                  <a16:creationId xmlns:a16="http://schemas.microsoft.com/office/drawing/2014/main" id="{D7ADE407-BF43-3710-E7C4-7671438ABB1D}"/>
                </a:ext>
              </a:extLst>
            </p:cNvPr>
            <p:cNvSpPr/>
            <p:nvPr/>
          </p:nvSpPr>
          <p:spPr>
            <a:xfrm>
              <a:off x="3830820" y="19666449"/>
              <a:ext cx="147400" cy="77095"/>
            </a:xfrm>
            <a:custGeom>
              <a:avLst/>
              <a:gdLst/>
              <a:ahLst/>
              <a:cxnLst/>
              <a:rect l="l" t="t" r="r" b="b"/>
              <a:pathLst>
                <a:path w="7429" h="4700" extrusionOk="0">
                  <a:moveTo>
                    <a:pt x="1820" y="1"/>
                  </a:moveTo>
                  <a:lnTo>
                    <a:pt x="1" y="1820"/>
                  </a:lnTo>
                  <a:lnTo>
                    <a:pt x="1668" y="4700"/>
                  </a:lnTo>
                  <a:lnTo>
                    <a:pt x="5761" y="4245"/>
                  </a:lnTo>
                  <a:lnTo>
                    <a:pt x="6974" y="4548"/>
                  </a:lnTo>
                  <a:lnTo>
                    <a:pt x="7429" y="3032"/>
                  </a:lnTo>
                  <a:lnTo>
                    <a:pt x="6519" y="2578"/>
                  </a:lnTo>
                  <a:lnTo>
                    <a:pt x="530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" name="Google Shape;150;p7">
              <a:extLst>
                <a:ext uri="{FF2B5EF4-FFF2-40B4-BE49-F238E27FC236}">
                  <a16:creationId xmlns:a16="http://schemas.microsoft.com/office/drawing/2014/main" id="{6F0CDCD8-DFFF-AA86-3770-4514343C7148}"/>
                </a:ext>
              </a:extLst>
            </p:cNvPr>
            <p:cNvSpPr/>
            <p:nvPr/>
          </p:nvSpPr>
          <p:spPr>
            <a:xfrm>
              <a:off x="3581178" y="19554547"/>
              <a:ext cx="141388" cy="129323"/>
            </a:xfrm>
            <a:custGeom>
              <a:avLst/>
              <a:gdLst/>
              <a:ahLst/>
              <a:cxnLst/>
              <a:rect l="l" t="t" r="r" b="b"/>
              <a:pathLst>
                <a:path w="7126" h="7884" extrusionOk="0">
                  <a:moveTo>
                    <a:pt x="1820" y="1"/>
                  </a:moveTo>
                  <a:lnTo>
                    <a:pt x="2123" y="607"/>
                  </a:lnTo>
                  <a:lnTo>
                    <a:pt x="152" y="1820"/>
                  </a:lnTo>
                  <a:lnTo>
                    <a:pt x="1" y="5003"/>
                  </a:lnTo>
                  <a:lnTo>
                    <a:pt x="1214" y="5610"/>
                  </a:lnTo>
                  <a:lnTo>
                    <a:pt x="759" y="7884"/>
                  </a:lnTo>
                  <a:lnTo>
                    <a:pt x="1517" y="7580"/>
                  </a:lnTo>
                  <a:lnTo>
                    <a:pt x="4094" y="7580"/>
                  </a:lnTo>
                  <a:lnTo>
                    <a:pt x="4397" y="7429"/>
                  </a:lnTo>
                  <a:lnTo>
                    <a:pt x="6368" y="6823"/>
                  </a:lnTo>
                  <a:lnTo>
                    <a:pt x="5610" y="6065"/>
                  </a:lnTo>
                  <a:lnTo>
                    <a:pt x="4700" y="4852"/>
                  </a:lnTo>
                  <a:lnTo>
                    <a:pt x="7126" y="4094"/>
                  </a:lnTo>
                  <a:lnTo>
                    <a:pt x="6822" y="759"/>
                  </a:lnTo>
                  <a:lnTo>
                    <a:pt x="3336" y="607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4" name="Google Shape;151;p7">
              <a:extLst>
                <a:ext uri="{FF2B5EF4-FFF2-40B4-BE49-F238E27FC236}">
                  <a16:creationId xmlns:a16="http://schemas.microsoft.com/office/drawing/2014/main" id="{C5F615EA-B133-BA2A-ED37-8372DA683496}"/>
                </a:ext>
              </a:extLst>
            </p:cNvPr>
            <p:cNvSpPr/>
            <p:nvPr/>
          </p:nvSpPr>
          <p:spPr>
            <a:xfrm>
              <a:off x="3611257" y="19512275"/>
              <a:ext cx="39127" cy="42288"/>
            </a:xfrm>
            <a:custGeom>
              <a:avLst/>
              <a:gdLst/>
              <a:ahLst/>
              <a:cxnLst/>
              <a:rect l="l" t="t" r="r" b="b"/>
              <a:pathLst>
                <a:path w="1972" h="2578" extrusionOk="0">
                  <a:moveTo>
                    <a:pt x="759" y="1"/>
                  </a:moveTo>
                  <a:lnTo>
                    <a:pt x="1" y="1820"/>
                  </a:lnTo>
                  <a:lnTo>
                    <a:pt x="304" y="2578"/>
                  </a:lnTo>
                  <a:lnTo>
                    <a:pt x="1668" y="2578"/>
                  </a:lnTo>
                  <a:lnTo>
                    <a:pt x="1517" y="2275"/>
                  </a:lnTo>
                  <a:lnTo>
                    <a:pt x="197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5" name="Google Shape;152;p7">
              <a:extLst>
                <a:ext uri="{FF2B5EF4-FFF2-40B4-BE49-F238E27FC236}">
                  <a16:creationId xmlns:a16="http://schemas.microsoft.com/office/drawing/2014/main" id="{87AC321D-2660-6F1A-2AE6-820E53229CBA}"/>
                </a:ext>
              </a:extLst>
            </p:cNvPr>
            <p:cNvSpPr/>
            <p:nvPr/>
          </p:nvSpPr>
          <p:spPr>
            <a:xfrm>
              <a:off x="3653380" y="19529696"/>
              <a:ext cx="30079" cy="22390"/>
            </a:xfrm>
            <a:custGeom>
              <a:avLst/>
              <a:gdLst/>
              <a:ahLst/>
              <a:cxnLst/>
              <a:rect l="l" t="t" r="r" b="b"/>
              <a:pathLst>
                <a:path w="1516" h="1365" extrusionOk="0">
                  <a:moveTo>
                    <a:pt x="910" y="0"/>
                  </a:moveTo>
                  <a:lnTo>
                    <a:pt x="303" y="303"/>
                  </a:lnTo>
                  <a:lnTo>
                    <a:pt x="0" y="1364"/>
                  </a:lnTo>
                  <a:lnTo>
                    <a:pt x="1213" y="1213"/>
                  </a:lnTo>
                  <a:lnTo>
                    <a:pt x="1516" y="758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6" name="Google Shape;153;p7">
              <a:extLst>
                <a:ext uri="{FF2B5EF4-FFF2-40B4-BE49-F238E27FC236}">
                  <a16:creationId xmlns:a16="http://schemas.microsoft.com/office/drawing/2014/main" id="{45A6B1EA-6574-E91C-51B3-CCEB25F228E7}"/>
                </a:ext>
              </a:extLst>
            </p:cNvPr>
            <p:cNvSpPr/>
            <p:nvPr/>
          </p:nvSpPr>
          <p:spPr>
            <a:xfrm>
              <a:off x="3632309" y="19654016"/>
              <a:ext cx="138392" cy="44781"/>
            </a:xfrm>
            <a:custGeom>
              <a:avLst/>
              <a:gdLst/>
              <a:ahLst/>
              <a:cxnLst/>
              <a:rect l="l" t="t" r="r" b="b"/>
              <a:pathLst>
                <a:path w="6975" h="2730" extrusionOk="0">
                  <a:moveTo>
                    <a:pt x="3033" y="1"/>
                  </a:moveTo>
                  <a:lnTo>
                    <a:pt x="3791" y="759"/>
                  </a:lnTo>
                  <a:lnTo>
                    <a:pt x="1517" y="1516"/>
                  </a:lnTo>
                  <a:lnTo>
                    <a:pt x="1" y="1516"/>
                  </a:lnTo>
                  <a:lnTo>
                    <a:pt x="456" y="2729"/>
                  </a:lnTo>
                  <a:lnTo>
                    <a:pt x="2881" y="2274"/>
                  </a:lnTo>
                  <a:lnTo>
                    <a:pt x="5458" y="2274"/>
                  </a:lnTo>
                  <a:lnTo>
                    <a:pt x="6519" y="1365"/>
                  </a:lnTo>
                  <a:lnTo>
                    <a:pt x="6974" y="1062"/>
                  </a:lnTo>
                  <a:lnTo>
                    <a:pt x="59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7" name="Google Shape;154;p7">
              <a:extLst>
                <a:ext uri="{FF2B5EF4-FFF2-40B4-BE49-F238E27FC236}">
                  <a16:creationId xmlns:a16="http://schemas.microsoft.com/office/drawing/2014/main" id="{DA29C1C0-A097-046A-F214-37E52049E948}"/>
                </a:ext>
              </a:extLst>
            </p:cNvPr>
            <p:cNvSpPr/>
            <p:nvPr/>
          </p:nvSpPr>
          <p:spPr>
            <a:xfrm>
              <a:off x="3686456" y="19840504"/>
              <a:ext cx="45139" cy="22407"/>
            </a:xfrm>
            <a:custGeom>
              <a:avLst/>
              <a:gdLst/>
              <a:ahLst/>
              <a:cxnLst/>
              <a:rect l="l" t="t" r="r" b="b"/>
              <a:pathLst>
                <a:path w="2275" h="1366" extrusionOk="0">
                  <a:moveTo>
                    <a:pt x="1" y="1"/>
                  </a:moveTo>
                  <a:lnTo>
                    <a:pt x="1" y="607"/>
                  </a:lnTo>
                  <a:lnTo>
                    <a:pt x="910" y="1214"/>
                  </a:lnTo>
                  <a:lnTo>
                    <a:pt x="2274" y="1365"/>
                  </a:lnTo>
                  <a:lnTo>
                    <a:pt x="227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8" name="Google Shape;155;p7">
              <a:extLst>
                <a:ext uri="{FF2B5EF4-FFF2-40B4-BE49-F238E27FC236}">
                  <a16:creationId xmlns:a16="http://schemas.microsoft.com/office/drawing/2014/main" id="{DC1DCD53-CF42-64D3-BDFE-1DE0318E6442}"/>
                </a:ext>
              </a:extLst>
            </p:cNvPr>
            <p:cNvSpPr/>
            <p:nvPr/>
          </p:nvSpPr>
          <p:spPr>
            <a:xfrm>
              <a:off x="3611257" y="19785800"/>
              <a:ext cx="21071" cy="39811"/>
            </a:xfrm>
            <a:custGeom>
              <a:avLst/>
              <a:gdLst/>
              <a:ahLst/>
              <a:cxnLst/>
              <a:rect l="l" t="t" r="r" b="b"/>
              <a:pathLst>
                <a:path w="1062" h="2427" extrusionOk="0">
                  <a:moveTo>
                    <a:pt x="1" y="1"/>
                  </a:moveTo>
                  <a:lnTo>
                    <a:pt x="1" y="2426"/>
                  </a:lnTo>
                  <a:lnTo>
                    <a:pt x="1062" y="2426"/>
                  </a:lnTo>
                  <a:lnTo>
                    <a:pt x="1062" y="3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9" name="Google Shape;156;p7">
              <a:extLst>
                <a:ext uri="{FF2B5EF4-FFF2-40B4-BE49-F238E27FC236}">
                  <a16:creationId xmlns:a16="http://schemas.microsoft.com/office/drawing/2014/main" id="{409AFBD1-11A4-BD58-C965-FC9E21088037}"/>
                </a:ext>
              </a:extLst>
            </p:cNvPr>
            <p:cNvSpPr/>
            <p:nvPr/>
          </p:nvSpPr>
          <p:spPr>
            <a:xfrm>
              <a:off x="3587210" y="19691317"/>
              <a:ext cx="204543" cy="151697"/>
            </a:xfrm>
            <a:custGeom>
              <a:avLst/>
              <a:gdLst/>
              <a:ahLst/>
              <a:cxnLst/>
              <a:rect l="l" t="t" r="r" b="b"/>
              <a:pathLst>
                <a:path w="10309" h="9248" extrusionOk="0">
                  <a:moveTo>
                    <a:pt x="5154" y="0"/>
                  </a:moveTo>
                  <a:lnTo>
                    <a:pt x="1516" y="758"/>
                  </a:lnTo>
                  <a:lnTo>
                    <a:pt x="152" y="607"/>
                  </a:lnTo>
                  <a:lnTo>
                    <a:pt x="0" y="1668"/>
                  </a:lnTo>
                  <a:lnTo>
                    <a:pt x="1364" y="2274"/>
                  </a:lnTo>
                  <a:lnTo>
                    <a:pt x="2880" y="2274"/>
                  </a:lnTo>
                  <a:lnTo>
                    <a:pt x="7731" y="7125"/>
                  </a:lnTo>
                  <a:lnTo>
                    <a:pt x="8034" y="9248"/>
                  </a:lnTo>
                  <a:lnTo>
                    <a:pt x="8944" y="8641"/>
                  </a:lnTo>
                  <a:lnTo>
                    <a:pt x="9247" y="7277"/>
                  </a:lnTo>
                  <a:lnTo>
                    <a:pt x="10308" y="6974"/>
                  </a:lnTo>
                  <a:lnTo>
                    <a:pt x="4396" y="1820"/>
                  </a:lnTo>
                  <a:lnTo>
                    <a:pt x="6064" y="1820"/>
                  </a:lnTo>
                  <a:lnTo>
                    <a:pt x="515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0" name="Google Shape;157;p7">
              <a:extLst>
                <a:ext uri="{FF2B5EF4-FFF2-40B4-BE49-F238E27FC236}">
                  <a16:creationId xmlns:a16="http://schemas.microsoft.com/office/drawing/2014/main" id="{371CB1B4-3568-F86C-D1BF-1607342ED705}"/>
                </a:ext>
              </a:extLst>
            </p:cNvPr>
            <p:cNvSpPr/>
            <p:nvPr/>
          </p:nvSpPr>
          <p:spPr>
            <a:xfrm>
              <a:off x="3623301" y="19758455"/>
              <a:ext cx="15059" cy="19914"/>
            </a:xfrm>
            <a:custGeom>
              <a:avLst/>
              <a:gdLst/>
              <a:ahLst/>
              <a:cxnLst/>
              <a:rect l="l" t="t" r="r" b="b"/>
              <a:pathLst>
                <a:path w="759" h="1214" extrusionOk="0">
                  <a:moveTo>
                    <a:pt x="0" y="0"/>
                  </a:moveTo>
                  <a:lnTo>
                    <a:pt x="0" y="1062"/>
                  </a:lnTo>
                  <a:lnTo>
                    <a:pt x="455" y="1213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1" name="Google Shape;158;p7">
              <a:extLst>
                <a:ext uri="{FF2B5EF4-FFF2-40B4-BE49-F238E27FC236}">
                  <a16:creationId xmlns:a16="http://schemas.microsoft.com/office/drawing/2014/main" id="{92BC2BAE-9223-16AC-D140-255D57090967}"/>
                </a:ext>
              </a:extLst>
            </p:cNvPr>
            <p:cNvSpPr/>
            <p:nvPr/>
          </p:nvSpPr>
          <p:spPr>
            <a:xfrm>
              <a:off x="3400723" y="19614238"/>
              <a:ext cx="213571" cy="164131"/>
            </a:xfrm>
            <a:custGeom>
              <a:avLst/>
              <a:gdLst/>
              <a:ahLst/>
              <a:cxnLst/>
              <a:rect l="l" t="t" r="r" b="b"/>
              <a:pathLst>
                <a:path w="10764" h="10006" extrusionOk="0">
                  <a:moveTo>
                    <a:pt x="6367" y="0"/>
                  </a:moveTo>
                  <a:lnTo>
                    <a:pt x="1668" y="2729"/>
                  </a:lnTo>
                  <a:lnTo>
                    <a:pt x="0" y="2729"/>
                  </a:lnTo>
                  <a:lnTo>
                    <a:pt x="0" y="3487"/>
                  </a:lnTo>
                  <a:lnTo>
                    <a:pt x="1971" y="4548"/>
                  </a:lnTo>
                  <a:lnTo>
                    <a:pt x="2274" y="8034"/>
                  </a:lnTo>
                  <a:lnTo>
                    <a:pt x="5154" y="10005"/>
                  </a:lnTo>
                  <a:lnTo>
                    <a:pt x="6216" y="8792"/>
                  </a:lnTo>
                  <a:lnTo>
                    <a:pt x="10460" y="8792"/>
                  </a:lnTo>
                  <a:lnTo>
                    <a:pt x="10612" y="6973"/>
                  </a:lnTo>
                  <a:lnTo>
                    <a:pt x="10763" y="6973"/>
                  </a:lnTo>
                  <a:lnTo>
                    <a:pt x="9399" y="6367"/>
                  </a:lnTo>
                  <a:lnTo>
                    <a:pt x="10309" y="1971"/>
                  </a:lnTo>
                  <a:lnTo>
                    <a:pt x="636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2" name="Google Shape;159;p7">
              <a:extLst>
                <a:ext uri="{FF2B5EF4-FFF2-40B4-BE49-F238E27FC236}">
                  <a16:creationId xmlns:a16="http://schemas.microsoft.com/office/drawing/2014/main" id="{15FC2E51-CE46-271E-8451-96E1EF7AFDF1}"/>
                </a:ext>
              </a:extLst>
            </p:cNvPr>
            <p:cNvSpPr/>
            <p:nvPr/>
          </p:nvSpPr>
          <p:spPr>
            <a:xfrm>
              <a:off x="3527051" y="19601804"/>
              <a:ext cx="57162" cy="29854"/>
            </a:xfrm>
            <a:custGeom>
              <a:avLst/>
              <a:gdLst/>
              <a:ahLst/>
              <a:cxnLst/>
              <a:rect l="l" t="t" r="r" b="b"/>
              <a:pathLst>
                <a:path w="2881" h="1820" extrusionOk="0">
                  <a:moveTo>
                    <a:pt x="1061" y="0"/>
                  </a:moveTo>
                  <a:lnTo>
                    <a:pt x="0" y="758"/>
                  </a:lnTo>
                  <a:lnTo>
                    <a:pt x="2122" y="1819"/>
                  </a:lnTo>
                  <a:lnTo>
                    <a:pt x="2880" y="1516"/>
                  </a:lnTo>
                  <a:lnTo>
                    <a:pt x="2880" y="910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3" name="Google Shape;160;p7">
              <a:extLst>
                <a:ext uri="{FF2B5EF4-FFF2-40B4-BE49-F238E27FC236}">
                  <a16:creationId xmlns:a16="http://schemas.microsoft.com/office/drawing/2014/main" id="{C5149CB0-0784-5015-799B-0C9C481F390A}"/>
                </a:ext>
              </a:extLst>
            </p:cNvPr>
            <p:cNvSpPr/>
            <p:nvPr/>
          </p:nvSpPr>
          <p:spPr>
            <a:xfrm>
              <a:off x="3548103" y="19584400"/>
              <a:ext cx="36111" cy="32331"/>
            </a:xfrm>
            <a:custGeom>
              <a:avLst/>
              <a:gdLst/>
              <a:ahLst/>
              <a:cxnLst/>
              <a:rect l="l" t="t" r="r" b="b"/>
              <a:pathLst>
                <a:path w="1820" h="1971" extrusionOk="0">
                  <a:moveTo>
                    <a:pt x="1819" y="0"/>
                  </a:moveTo>
                  <a:lnTo>
                    <a:pt x="0" y="1061"/>
                  </a:lnTo>
                  <a:lnTo>
                    <a:pt x="1819" y="1971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4" name="Google Shape;161;p7">
              <a:extLst>
                <a:ext uri="{FF2B5EF4-FFF2-40B4-BE49-F238E27FC236}">
                  <a16:creationId xmlns:a16="http://schemas.microsoft.com/office/drawing/2014/main" id="{85CDBAC2-9A1C-5D12-D990-2F7831B5977F}"/>
                </a:ext>
              </a:extLst>
            </p:cNvPr>
            <p:cNvSpPr/>
            <p:nvPr/>
          </p:nvSpPr>
          <p:spPr>
            <a:xfrm>
              <a:off x="3569154" y="19626672"/>
              <a:ext cx="15059" cy="9957"/>
            </a:xfrm>
            <a:custGeom>
              <a:avLst/>
              <a:gdLst/>
              <a:ahLst/>
              <a:cxnLst/>
              <a:rect l="l" t="t" r="r" b="b"/>
              <a:pathLst>
                <a:path w="759" h="607" extrusionOk="0">
                  <a:moveTo>
                    <a:pt x="758" y="0"/>
                  </a:moveTo>
                  <a:lnTo>
                    <a:pt x="0" y="303"/>
                  </a:lnTo>
                  <a:lnTo>
                    <a:pt x="607" y="606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5" name="Google Shape;162;p7">
              <a:extLst>
                <a:ext uri="{FF2B5EF4-FFF2-40B4-BE49-F238E27FC236}">
                  <a16:creationId xmlns:a16="http://schemas.microsoft.com/office/drawing/2014/main" id="{FB461086-BDEC-273F-BBAD-6E3F3FD9CA63}"/>
                </a:ext>
              </a:extLst>
            </p:cNvPr>
            <p:cNvSpPr/>
            <p:nvPr/>
          </p:nvSpPr>
          <p:spPr>
            <a:xfrm>
              <a:off x="3388679" y="19507305"/>
              <a:ext cx="111309" cy="124353"/>
            </a:xfrm>
            <a:custGeom>
              <a:avLst/>
              <a:gdLst/>
              <a:ahLst/>
              <a:cxnLst/>
              <a:rect l="l" t="t" r="r" b="b"/>
              <a:pathLst>
                <a:path w="5610" h="7581" extrusionOk="0">
                  <a:moveTo>
                    <a:pt x="456" y="1"/>
                  </a:moveTo>
                  <a:lnTo>
                    <a:pt x="456" y="2426"/>
                  </a:lnTo>
                  <a:lnTo>
                    <a:pt x="1820" y="2578"/>
                  </a:lnTo>
                  <a:lnTo>
                    <a:pt x="1820" y="4094"/>
                  </a:lnTo>
                  <a:lnTo>
                    <a:pt x="911" y="4548"/>
                  </a:lnTo>
                  <a:lnTo>
                    <a:pt x="1820" y="5913"/>
                  </a:lnTo>
                  <a:lnTo>
                    <a:pt x="1" y="7580"/>
                  </a:lnTo>
                  <a:lnTo>
                    <a:pt x="1" y="7580"/>
                  </a:lnTo>
                  <a:lnTo>
                    <a:pt x="2426" y="7277"/>
                  </a:lnTo>
                  <a:lnTo>
                    <a:pt x="4852" y="6822"/>
                  </a:lnTo>
                  <a:lnTo>
                    <a:pt x="5003" y="5913"/>
                  </a:lnTo>
                  <a:lnTo>
                    <a:pt x="5458" y="5913"/>
                  </a:lnTo>
                  <a:lnTo>
                    <a:pt x="5610" y="4852"/>
                  </a:lnTo>
                  <a:lnTo>
                    <a:pt x="3942" y="4548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FFFF6D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6" name="Google Shape;163;p7">
              <a:extLst>
                <a:ext uri="{FF2B5EF4-FFF2-40B4-BE49-F238E27FC236}">
                  <a16:creationId xmlns:a16="http://schemas.microsoft.com/office/drawing/2014/main" id="{A1C3F019-752F-8E77-3354-10BA1C566905}"/>
                </a:ext>
              </a:extLst>
            </p:cNvPr>
            <p:cNvSpPr/>
            <p:nvPr/>
          </p:nvSpPr>
          <p:spPr>
            <a:xfrm>
              <a:off x="3352588" y="19549576"/>
              <a:ext cx="36111" cy="22407"/>
            </a:xfrm>
            <a:custGeom>
              <a:avLst/>
              <a:gdLst/>
              <a:ahLst/>
              <a:cxnLst/>
              <a:rect l="l" t="t" r="r" b="b"/>
              <a:pathLst>
                <a:path w="1820" h="1366" extrusionOk="0">
                  <a:moveTo>
                    <a:pt x="1" y="1"/>
                  </a:moveTo>
                  <a:lnTo>
                    <a:pt x="1062" y="1365"/>
                  </a:lnTo>
                  <a:lnTo>
                    <a:pt x="1820" y="1062"/>
                  </a:lnTo>
                  <a:lnTo>
                    <a:pt x="182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7" name="Google Shape;164;p7">
              <a:extLst>
                <a:ext uri="{FF2B5EF4-FFF2-40B4-BE49-F238E27FC236}">
                  <a16:creationId xmlns:a16="http://schemas.microsoft.com/office/drawing/2014/main" id="{D638AC6F-0C94-E4AE-8E7C-DECF2F420995}"/>
                </a:ext>
              </a:extLst>
            </p:cNvPr>
            <p:cNvSpPr/>
            <p:nvPr/>
          </p:nvSpPr>
          <p:spPr>
            <a:xfrm>
              <a:off x="3316497" y="19549576"/>
              <a:ext cx="60178" cy="64678"/>
            </a:xfrm>
            <a:custGeom>
              <a:avLst/>
              <a:gdLst/>
              <a:ahLst/>
              <a:cxnLst/>
              <a:rect l="l" t="t" r="r" b="b"/>
              <a:pathLst>
                <a:path w="3033" h="3943" extrusionOk="0">
                  <a:moveTo>
                    <a:pt x="1820" y="1"/>
                  </a:moveTo>
                  <a:lnTo>
                    <a:pt x="1" y="1213"/>
                  </a:lnTo>
                  <a:lnTo>
                    <a:pt x="1" y="3942"/>
                  </a:lnTo>
                  <a:lnTo>
                    <a:pt x="1062" y="3942"/>
                  </a:lnTo>
                  <a:lnTo>
                    <a:pt x="1062" y="3033"/>
                  </a:lnTo>
                  <a:lnTo>
                    <a:pt x="3033" y="3336"/>
                  </a:lnTo>
                  <a:lnTo>
                    <a:pt x="2881" y="1365"/>
                  </a:lnTo>
                  <a:lnTo>
                    <a:pt x="182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8" name="Google Shape;165;p7">
              <a:extLst>
                <a:ext uri="{FF2B5EF4-FFF2-40B4-BE49-F238E27FC236}">
                  <a16:creationId xmlns:a16="http://schemas.microsoft.com/office/drawing/2014/main" id="{1C23B6F5-6B56-15A6-4519-BACFFCEBEF1B}"/>
                </a:ext>
              </a:extLst>
            </p:cNvPr>
            <p:cNvSpPr/>
            <p:nvPr/>
          </p:nvSpPr>
          <p:spPr>
            <a:xfrm>
              <a:off x="3307469" y="19746022"/>
              <a:ext cx="195535" cy="121860"/>
            </a:xfrm>
            <a:custGeom>
              <a:avLst/>
              <a:gdLst/>
              <a:ahLst/>
              <a:cxnLst/>
              <a:rect l="l" t="t" r="r" b="b"/>
              <a:pathLst>
                <a:path w="9855" h="7429" extrusionOk="0">
                  <a:moveTo>
                    <a:pt x="6974" y="0"/>
                  </a:moveTo>
                  <a:lnTo>
                    <a:pt x="1" y="152"/>
                  </a:lnTo>
                  <a:lnTo>
                    <a:pt x="1" y="1365"/>
                  </a:lnTo>
                  <a:lnTo>
                    <a:pt x="2123" y="1820"/>
                  </a:lnTo>
                  <a:lnTo>
                    <a:pt x="1365" y="7125"/>
                  </a:lnTo>
                  <a:lnTo>
                    <a:pt x="5761" y="7428"/>
                  </a:lnTo>
                  <a:lnTo>
                    <a:pt x="9854" y="1971"/>
                  </a:lnTo>
                  <a:lnTo>
                    <a:pt x="697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9" name="Google Shape;166;p7">
              <a:extLst>
                <a:ext uri="{FF2B5EF4-FFF2-40B4-BE49-F238E27FC236}">
                  <a16:creationId xmlns:a16="http://schemas.microsoft.com/office/drawing/2014/main" id="{B0C000C9-E8F5-34DB-E395-0ACF6FEC7F35}"/>
                </a:ext>
              </a:extLst>
            </p:cNvPr>
            <p:cNvSpPr/>
            <p:nvPr/>
          </p:nvSpPr>
          <p:spPr>
            <a:xfrm>
              <a:off x="3496972" y="19805697"/>
              <a:ext cx="27083" cy="19914"/>
            </a:xfrm>
            <a:custGeom>
              <a:avLst/>
              <a:gdLst/>
              <a:ahLst/>
              <a:cxnLst/>
              <a:rect l="l" t="t" r="r" b="b"/>
              <a:pathLst>
                <a:path w="1365" h="1214" extrusionOk="0">
                  <a:moveTo>
                    <a:pt x="1365" y="1"/>
                  </a:moveTo>
                  <a:lnTo>
                    <a:pt x="0" y="1213"/>
                  </a:lnTo>
                  <a:lnTo>
                    <a:pt x="1365" y="1213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0" name="Google Shape;167;p7">
              <a:extLst>
                <a:ext uri="{FF2B5EF4-FFF2-40B4-BE49-F238E27FC236}">
                  <a16:creationId xmlns:a16="http://schemas.microsoft.com/office/drawing/2014/main" id="{4220C8BE-0DE4-6089-0A23-20CBBED688E4}"/>
                </a:ext>
              </a:extLst>
            </p:cNvPr>
            <p:cNvSpPr/>
            <p:nvPr/>
          </p:nvSpPr>
          <p:spPr>
            <a:xfrm>
              <a:off x="3830820" y="19763426"/>
              <a:ext cx="57182" cy="39811"/>
            </a:xfrm>
            <a:custGeom>
              <a:avLst/>
              <a:gdLst/>
              <a:ahLst/>
              <a:cxnLst/>
              <a:rect l="l" t="t" r="r" b="b"/>
              <a:pathLst>
                <a:path w="2882" h="2427" extrusionOk="0">
                  <a:moveTo>
                    <a:pt x="2275" y="1"/>
                  </a:moveTo>
                  <a:lnTo>
                    <a:pt x="1" y="455"/>
                  </a:lnTo>
                  <a:lnTo>
                    <a:pt x="153" y="2426"/>
                  </a:lnTo>
                  <a:lnTo>
                    <a:pt x="2881" y="1517"/>
                  </a:lnTo>
                  <a:lnTo>
                    <a:pt x="227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1" name="Google Shape;168;p7">
              <a:extLst>
                <a:ext uri="{FF2B5EF4-FFF2-40B4-BE49-F238E27FC236}">
                  <a16:creationId xmlns:a16="http://schemas.microsoft.com/office/drawing/2014/main" id="{E2764FAF-8D24-5A33-F06C-716B24B6FBDD}"/>
                </a:ext>
              </a:extLst>
            </p:cNvPr>
            <p:cNvSpPr/>
            <p:nvPr/>
          </p:nvSpPr>
          <p:spPr>
            <a:xfrm>
              <a:off x="3800741" y="19696287"/>
              <a:ext cx="75218" cy="74618"/>
            </a:xfrm>
            <a:custGeom>
              <a:avLst/>
              <a:gdLst/>
              <a:ahLst/>
              <a:cxnLst/>
              <a:rect l="l" t="t" r="r" b="b"/>
              <a:pathLst>
                <a:path w="3791" h="4549" extrusionOk="0">
                  <a:moveTo>
                    <a:pt x="1517" y="1"/>
                  </a:moveTo>
                  <a:lnTo>
                    <a:pt x="1" y="304"/>
                  </a:lnTo>
                  <a:lnTo>
                    <a:pt x="456" y="3032"/>
                  </a:lnTo>
                  <a:lnTo>
                    <a:pt x="1517" y="4548"/>
                  </a:lnTo>
                  <a:lnTo>
                    <a:pt x="3791" y="4094"/>
                  </a:lnTo>
                  <a:lnTo>
                    <a:pt x="3184" y="2881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2" name="Google Shape;169;p7">
              <a:extLst>
                <a:ext uri="{FF2B5EF4-FFF2-40B4-BE49-F238E27FC236}">
                  <a16:creationId xmlns:a16="http://schemas.microsoft.com/office/drawing/2014/main" id="{61FB9390-D582-90EA-4C6B-DF1C3FBDDA46}"/>
                </a:ext>
              </a:extLst>
            </p:cNvPr>
            <p:cNvSpPr/>
            <p:nvPr/>
          </p:nvSpPr>
          <p:spPr>
            <a:xfrm>
              <a:off x="3689471" y="19691317"/>
              <a:ext cx="60158" cy="29854"/>
            </a:xfrm>
            <a:custGeom>
              <a:avLst/>
              <a:gdLst/>
              <a:ahLst/>
              <a:cxnLst/>
              <a:rect l="l" t="t" r="r" b="b"/>
              <a:pathLst>
                <a:path w="3032" h="1820" extrusionOk="0">
                  <a:moveTo>
                    <a:pt x="0" y="0"/>
                  </a:moveTo>
                  <a:lnTo>
                    <a:pt x="910" y="1820"/>
                  </a:lnTo>
                  <a:lnTo>
                    <a:pt x="1213" y="1820"/>
                  </a:lnTo>
                  <a:lnTo>
                    <a:pt x="2426" y="1062"/>
                  </a:lnTo>
                  <a:lnTo>
                    <a:pt x="3032" y="152"/>
                  </a:lnTo>
                  <a:lnTo>
                    <a:pt x="257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3" name="Google Shape;170;p7">
              <a:extLst>
                <a:ext uri="{FF2B5EF4-FFF2-40B4-BE49-F238E27FC236}">
                  <a16:creationId xmlns:a16="http://schemas.microsoft.com/office/drawing/2014/main" id="{CA2A6D9F-4C8E-C465-D148-C0888A6D6639}"/>
                </a:ext>
              </a:extLst>
            </p:cNvPr>
            <p:cNvSpPr/>
            <p:nvPr/>
          </p:nvSpPr>
          <p:spPr>
            <a:xfrm>
              <a:off x="3936097" y="19785800"/>
              <a:ext cx="333888" cy="84575"/>
            </a:xfrm>
            <a:custGeom>
              <a:avLst/>
              <a:gdLst/>
              <a:ahLst/>
              <a:cxnLst/>
              <a:rect l="l" t="t" r="r" b="b"/>
              <a:pathLst>
                <a:path w="16828" h="5156" extrusionOk="0">
                  <a:moveTo>
                    <a:pt x="13341" y="1"/>
                  </a:moveTo>
                  <a:lnTo>
                    <a:pt x="2881" y="304"/>
                  </a:lnTo>
                  <a:lnTo>
                    <a:pt x="1971" y="1365"/>
                  </a:lnTo>
                  <a:lnTo>
                    <a:pt x="1" y="1365"/>
                  </a:lnTo>
                  <a:lnTo>
                    <a:pt x="1668" y="4700"/>
                  </a:lnTo>
                  <a:lnTo>
                    <a:pt x="9248" y="5155"/>
                  </a:lnTo>
                  <a:lnTo>
                    <a:pt x="16827" y="3639"/>
                  </a:lnTo>
                  <a:lnTo>
                    <a:pt x="16827" y="2426"/>
                  </a:lnTo>
                  <a:lnTo>
                    <a:pt x="15918" y="607"/>
                  </a:lnTo>
                  <a:lnTo>
                    <a:pt x="1334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4" name="Google Shape;171;p7">
              <a:extLst>
                <a:ext uri="{FF2B5EF4-FFF2-40B4-BE49-F238E27FC236}">
                  <a16:creationId xmlns:a16="http://schemas.microsoft.com/office/drawing/2014/main" id="{A166A92A-913A-E013-D15B-DE7D49E5C3A8}"/>
                </a:ext>
              </a:extLst>
            </p:cNvPr>
            <p:cNvSpPr/>
            <p:nvPr/>
          </p:nvSpPr>
          <p:spPr>
            <a:xfrm>
              <a:off x="3936097" y="19768396"/>
              <a:ext cx="36111" cy="27377"/>
            </a:xfrm>
            <a:custGeom>
              <a:avLst/>
              <a:gdLst/>
              <a:ahLst/>
              <a:cxnLst/>
              <a:rect l="l" t="t" r="r" b="b"/>
              <a:pathLst>
                <a:path w="1820" h="1669" extrusionOk="0">
                  <a:moveTo>
                    <a:pt x="1062" y="1"/>
                  </a:moveTo>
                  <a:lnTo>
                    <a:pt x="1" y="456"/>
                  </a:lnTo>
                  <a:lnTo>
                    <a:pt x="1" y="1668"/>
                  </a:lnTo>
                  <a:lnTo>
                    <a:pt x="1820" y="1668"/>
                  </a:lnTo>
                  <a:lnTo>
                    <a:pt x="106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5" name="Google Shape;172;p7">
              <a:extLst>
                <a:ext uri="{FF2B5EF4-FFF2-40B4-BE49-F238E27FC236}">
                  <a16:creationId xmlns:a16="http://schemas.microsoft.com/office/drawing/2014/main" id="{2DDFD1C8-1403-3753-49B2-1D3177B6C362}"/>
                </a:ext>
              </a:extLst>
            </p:cNvPr>
            <p:cNvSpPr/>
            <p:nvPr/>
          </p:nvSpPr>
          <p:spPr>
            <a:xfrm>
              <a:off x="3746614" y="19713691"/>
              <a:ext cx="63174" cy="49751"/>
            </a:xfrm>
            <a:custGeom>
              <a:avLst/>
              <a:gdLst/>
              <a:ahLst/>
              <a:cxnLst/>
              <a:rect l="l" t="t" r="r" b="b"/>
              <a:pathLst>
                <a:path w="3184" h="3033" extrusionOk="0">
                  <a:moveTo>
                    <a:pt x="2729" y="1"/>
                  </a:moveTo>
                  <a:lnTo>
                    <a:pt x="0" y="456"/>
                  </a:lnTo>
                  <a:lnTo>
                    <a:pt x="1213" y="2881"/>
                  </a:lnTo>
                  <a:lnTo>
                    <a:pt x="1819" y="3033"/>
                  </a:lnTo>
                  <a:lnTo>
                    <a:pt x="3184" y="1971"/>
                  </a:lnTo>
                  <a:lnTo>
                    <a:pt x="272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6" name="Google Shape;173;p7">
              <a:extLst>
                <a:ext uri="{FF2B5EF4-FFF2-40B4-BE49-F238E27FC236}">
                  <a16:creationId xmlns:a16="http://schemas.microsoft.com/office/drawing/2014/main" id="{F6104B06-2983-563D-FCDC-227A9A307395}"/>
                </a:ext>
              </a:extLst>
            </p:cNvPr>
            <p:cNvSpPr/>
            <p:nvPr/>
          </p:nvSpPr>
          <p:spPr>
            <a:xfrm>
              <a:off x="3812784" y="19775859"/>
              <a:ext cx="123333" cy="92022"/>
            </a:xfrm>
            <a:custGeom>
              <a:avLst/>
              <a:gdLst/>
              <a:ahLst/>
              <a:cxnLst/>
              <a:rect l="l" t="t" r="r" b="b"/>
              <a:pathLst>
                <a:path w="6216" h="5610" extrusionOk="0">
                  <a:moveTo>
                    <a:pt x="6216" y="1"/>
                  </a:moveTo>
                  <a:lnTo>
                    <a:pt x="0" y="1971"/>
                  </a:lnTo>
                  <a:lnTo>
                    <a:pt x="910" y="3032"/>
                  </a:lnTo>
                  <a:lnTo>
                    <a:pt x="2577" y="3487"/>
                  </a:lnTo>
                  <a:lnTo>
                    <a:pt x="1516" y="3790"/>
                  </a:lnTo>
                  <a:lnTo>
                    <a:pt x="2881" y="5609"/>
                  </a:lnTo>
                  <a:lnTo>
                    <a:pt x="3790" y="4245"/>
                  </a:lnTo>
                  <a:lnTo>
                    <a:pt x="2729" y="2123"/>
                  </a:lnTo>
                  <a:lnTo>
                    <a:pt x="4700" y="1213"/>
                  </a:lnTo>
                  <a:lnTo>
                    <a:pt x="6216" y="1213"/>
                  </a:lnTo>
                  <a:lnTo>
                    <a:pt x="621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7" name="Google Shape;174;p7">
              <a:extLst>
                <a:ext uri="{FF2B5EF4-FFF2-40B4-BE49-F238E27FC236}">
                  <a16:creationId xmlns:a16="http://schemas.microsoft.com/office/drawing/2014/main" id="{99DBA96B-EC7E-57F3-F7C4-76F5AD62A36B}"/>
                </a:ext>
              </a:extLst>
            </p:cNvPr>
            <p:cNvSpPr/>
            <p:nvPr/>
          </p:nvSpPr>
          <p:spPr>
            <a:xfrm>
              <a:off x="3713519" y="19693810"/>
              <a:ext cx="87242" cy="67155"/>
            </a:xfrm>
            <a:custGeom>
              <a:avLst/>
              <a:gdLst/>
              <a:ahLst/>
              <a:cxnLst/>
              <a:rect l="l" t="t" r="r" b="b"/>
              <a:pathLst>
                <a:path w="4397" h="4094" extrusionOk="0">
                  <a:moveTo>
                    <a:pt x="1820" y="0"/>
                  </a:moveTo>
                  <a:lnTo>
                    <a:pt x="1214" y="910"/>
                  </a:lnTo>
                  <a:lnTo>
                    <a:pt x="1" y="1668"/>
                  </a:lnTo>
                  <a:lnTo>
                    <a:pt x="456" y="1668"/>
                  </a:lnTo>
                  <a:lnTo>
                    <a:pt x="2426" y="3941"/>
                  </a:lnTo>
                  <a:lnTo>
                    <a:pt x="2881" y="4093"/>
                  </a:lnTo>
                  <a:lnTo>
                    <a:pt x="1668" y="1668"/>
                  </a:lnTo>
                  <a:lnTo>
                    <a:pt x="4397" y="1213"/>
                  </a:lnTo>
                  <a:lnTo>
                    <a:pt x="4397" y="455"/>
                  </a:lnTo>
                  <a:lnTo>
                    <a:pt x="3639" y="606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8" name="Google Shape;175;p7">
              <a:extLst>
                <a:ext uri="{FF2B5EF4-FFF2-40B4-BE49-F238E27FC236}">
                  <a16:creationId xmlns:a16="http://schemas.microsoft.com/office/drawing/2014/main" id="{421BB613-8370-D737-65BE-741E2C9A0E85}"/>
                </a:ext>
              </a:extLst>
            </p:cNvPr>
            <p:cNvSpPr/>
            <p:nvPr/>
          </p:nvSpPr>
          <p:spPr>
            <a:xfrm>
              <a:off x="3782705" y="19746022"/>
              <a:ext cx="51151" cy="62185"/>
            </a:xfrm>
            <a:custGeom>
              <a:avLst/>
              <a:gdLst/>
              <a:ahLst/>
              <a:cxnLst/>
              <a:rect l="l" t="t" r="r" b="b"/>
              <a:pathLst>
                <a:path w="2578" h="3791" extrusionOk="0">
                  <a:moveTo>
                    <a:pt x="1365" y="0"/>
                  </a:moveTo>
                  <a:lnTo>
                    <a:pt x="0" y="1062"/>
                  </a:lnTo>
                  <a:lnTo>
                    <a:pt x="1365" y="3639"/>
                  </a:lnTo>
                  <a:lnTo>
                    <a:pt x="1516" y="3790"/>
                  </a:lnTo>
                  <a:lnTo>
                    <a:pt x="2578" y="3487"/>
                  </a:lnTo>
                  <a:lnTo>
                    <a:pt x="2426" y="1516"/>
                  </a:lnTo>
                  <a:lnTo>
                    <a:pt x="1820" y="758"/>
                  </a:lnTo>
                  <a:lnTo>
                    <a:pt x="136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9" name="Google Shape;176;p7">
              <a:extLst>
                <a:ext uri="{FF2B5EF4-FFF2-40B4-BE49-F238E27FC236}">
                  <a16:creationId xmlns:a16="http://schemas.microsoft.com/office/drawing/2014/main" id="{0514D87E-2B8F-F665-29A5-7AB407651CA2}"/>
                </a:ext>
              </a:extLst>
            </p:cNvPr>
            <p:cNvSpPr/>
            <p:nvPr/>
          </p:nvSpPr>
          <p:spPr>
            <a:xfrm>
              <a:off x="3863915" y="19736081"/>
              <a:ext cx="105297" cy="52228"/>
            </a:xfrm>
            <a:custGeom>
              <a:avLst/>
              <a:gdLst/>
              <a:ahLst/>
              <a:cxnLst/>
              <a:rect l="l" t="t" r="r" b="b"/>
              <a:pathLst>
                <a:path w="5307" h="3184" extrusionOk="0">
                  <a:moveTo>
                    <a:pt x="4093" y="0"/>
                  </a:moveTo>
                  <a:lnTo>
                    <a:pt x="0" y="455"/>
                  </a:lnTo>
                  <a:lnTo>
                    <a:pt x="1213" y="3184"/>
                  </a:lnTo>
                  <a:lnTo>
                    <a:pt x="4700" y="1971"/>
                  </a:lnTo>
                  <a:lnTo>
                    <a:pt x="5306" y="303"/>
                  </a:lnTo>
                  <a:lnTo>
                    <a:pt x="409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0" name="Google Shape;177;p7">
              <a:extLst>
                <a:ext uri="{FF2B5EF4-FFF2-40B4-BE49-F238E27FC236}">
                  <a16:creationId xmlns:a16="http://schemas.microsoft.com/office/drawing/2014/main" id="{3ADAC94B-7B6C-ED66-05A3-2FCF2C7B8A5D}"/>
                </a:ext>
              </a:extLst>
            </p:cNvPr>
            <p:cNvSpPr/>
            <p:nvPr/>
          </p:nvSpPr>
          <p:spPr>
            <a:xfrm>
              <a:off x="4414330" y="20046907"/>
              <a:ext cx="27083" cy="29854"/>
            </a:xfrm>
            <a:custGeom>
              <a:avLst/>
              <a:gdLst/>
              <a:ahLst/>
              <a:cxnLst/>
              <a:rect l="l" t="t" r="r" b="b"/>
              <a:pathLst>
                <a:path w="1365" h="1820" extrusionOk="0">
                  <a:moveTo>
                    <a:pt x="304" y="0"/>
                  </a:moveTo>
                  <a:lnTo>
                    <a:pt x="1" y="1364"/>
                  </a:lnTo>
                  <a:lnTo>
                    <a:pt x="759" y="1819"/>
                  </a:lnTo>
                  <a:lnTo>
                    <a:pt x="1365" y="136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1" name="Google Shape;178;p7">
              <a:extLst>
                <a:ext uri="{FF2B5EF4-FFF2-40B4-BE49-F238E27FC236}">
                  <a16:creationId xmlns:a16="http://schemas.microsoft.com/office/drawing/2014/main" id="{77BD0976-8C2C-1252-A865-4AEB0AF81CBE}"/>
                </a:ext>
              </a:extLst>
            </p:cNvPr>
            <p:cNvSpPr/>
            <p:nvPr/>
          </p:nvSpPr>
          <p:spPr>
            <a:xfrm>
              <a:off x="4044371" y="19885269"/>
              <a:ext cx="42143" cy="17420"/>
            </a:xfrm>
            <a:custGeom>
              <a:avLst/>
              <a:gdLst/>
              <a:ahLst/>
              <a:cxnLst/>
              <a:rect l="l" t="t" r="r" b="b"/>
              <a:pathLst>
                <a:path w="2124" h="1062" extrusionOk="0">
                  <a:moveTo>
                    <a:pt x="2123" y="1"/>
                  </a:moveTo>
                  <a:lnTo>
                    <a:pt x="1" y="759"/>
                  </a:lnTo>
                  <a:lnTo>
                    <a:pt x="1517" y="1062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2" name="Google Shape;179;p7">
              <a:extLst>
                <a:ext uri="{FF2B5EF4-FFF2-40B4-BE49-F238E27FC236}">
                  <a16:creationId xmlns:a16="http://schemas.microsoft.com/office/drawing/2014/main" id="{8E7735AD-20E1-72D9-9B4C-E38AA017FF9D}"/>
                </a:ext>
              </a:extLst>
            </p:cNvPr>
            <p:cNvSpPr/>
            <p:nvPr/>
          </p:nvSpPr>
          <p:spPr>
            <a:xfrm>
              <a:off x="4113557" y="19925063"/>
              <a:ext cx="69206" cy="69632"/>
            </a:xfrm>
            <a:custGeom>
              <a:avLst/>
              <a:gdLst/>
              <a:ahLst/>
              <a:cxnLst/>
              <a:rect l="l" t="t" r="r" b="b"/>
              <a:pathLst>
                <a:path w="3488" h="4245" extrusionOk="0">
                  <a:moveTo>
                    <a:pt x="3184" y="0"/>
                  </a:moveTo>
                  <a:lnTo>
                    <a:pt x="1213" y="1061"/>
                  </a:lnTo>
                  <a:lnTo>
                    <a:pt x="1" y="303"/>
                  </a:lnTo>
                  <a:lnTo>
                    <a:pt x="1" y="4245"/>
                  </a:lnTo>
                  <a:lnTo>
                    <a:pt x="910" y="4245"/>
                  </a:lnTo>
                  <a:lnTo>
                    <a:pt x="2123" y="3790"/>
                  </a:lnTo>
                  <a:lnTo>
                    <a:pt x="2426" y="1516"/>
                  </a:lnTo>
                  <a:lnTo>
                    <a:pt x="3487" y="1061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3" name="Google Shape;180;p7">
              <a:extLst>
                <a:ext uri="{FF2B5EF4-FFF2-40B4-BE49-F238E27FC236}">
                  <a16:creationId xmlns:a16="http://schemas.microsoft.com/office/drawing/2014/main" id="{5C58C01B-2381-884A-8688-F54B8FA43CA3}"/>
                </a:ext>
              </a:extLst>
            </p:cNvPr>
            <p:cNvSpPr/>
            <p:nvPr/>
          </p:nvSpPr>
          <p:spPr>
            <a:xfrm>
              <a:off x="4113557" y="19942467"/>
              <a:ext cx="400058" cy="276018"/>
            </a:xfrm>
            <a:custGeom>
              <a:avLst/>
              <a:gdLst/>
              <a:ahLst/>
              <a:cxnLst/>
              <a:rect l="l" t="t" r="r" b="b"/>
              <a:pathLst>
                <a:path w="20163" h="16827" extrusionOk="0">
                  <a:moveTo>
                    <a:pt x="3487" y="0"/>
                  </a:moveTo>
                  <a:lnTo>
                    <a:pt x="2426" y="455"/>
                  </a:lnTo>
                  <a:lnTo>
                    <a:pt x="2123" y="2729"/>
                  </a:lnTo>
                  <a:lnTo>
                    <a:pt x="910" y="3184"/>
                  </a:lnTo>
                  <a:lnTo>
                    <a:pt x="1" y="3184"/>
                  </a:lnTo>
                  <a:lnTo>
                    <a:pt x="7580" y="16372"/>
                  </a:lnTo>
                  <a:lnTo>
                    <a:pt x="7732" y="16827"/>
                  </a:lnTo>
                  <a:lnTo>
                    <a:pt x="8641" y="15462"/>
                  </a:lnTo>
                  <a:lnTo>
                    <a:pt x="11218" y="15766"/>
                  </a:lnTo>
                  <a:lnTo>
                    <a:pt x="11067" y="16827"/>
                  </a:lnTo>
                  <a:lnTo>
                    <a:pt x="14856" y="14856"/>
                  </a:lnTo>
                  <a:lnTo>
                    <a:pt x="20162" y="13340"/>
                  </a:lnTo>
                  <a:lnTo>
                    <a:pt x="20162" y="10612"/>
                  </a:lnTo>
                  <a:lnTo>
                    <a:pt x="17434" y="10157"/>
                  </a:lnTo>
                  <a:lnTo>
                    <a:pt x="16524" y="8641"/>
                  </a:lnTo>
                  <a:lnTo>
                    <a:pt x="14856" y="7428"/>
                  </a:lnTo>
                  <a:lnTo>
                    <a:pt x="12734" y="3942"/>
                  </a:lnTo>
                  <a:lnTo>
                    <a:pt x="11825" y="3942"/>
                  </a:lnTo>
                  <a:lnTo>
                    <a:pt x="11067" y="3184"/>
                  </a:lnTo>
                  <a:lnTo>
                    <a:pt x="9248" y="3032"/>
                  </a:lnTo>
                  <a:lnTo>
                    <a:pt x="348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4" name="Google Shape;181;p7">
              <a:extLst>
                <a:ext uri="{FF2B5EF4-FFF2-40B4-BE49-F238E27FC236}">
                  <a16:creationId xmlns:a16="http://schemas.microsoft.com/office/drawing/2014/main" id="{E0CC346C-D3AC-9586-E2A4-A458A64DAB84}"/>
                </a:ext>
              </a:extLst>
            </p:cNvPr>
            <p:cNvSpPr/>
            <p:nvPr/>
          </p:nvSpPr>
          <p:spPr>
            <a:xfrm>
              <a:off x="4318080" y="19977275"/>
              <a:ext cx="48155" cy="29854"/>
            </a:xfrm>
            <a:custGeom>
              <a:avLst/>
              <a:gdLst/>
              <a:ahLst/>
              <a:cxnLst/>
              <a:rect l="l" t="t" r="r" b="b"/>
              <a:pathLst>
                <a:path w="2427" h="1820" extrusionOk="0">
                  <a:moveTo>
                    <a:pt x="152" y="0"/>
                  </a:moveTo>
                  <a:lnTo>
                    <a:pt x="1" y="1062"/>
                  </a:lnTo>
                  <a:lnTo>
                    <a:pt x="759" y="1062"/>
                  </a:lnTo>
                  <a:lnTo>
                    <a:pt x="1517" y="1820"/>
                  </a:lnTo>
                  <a:lnTo>
                    <a:pt x="2426" y="1820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5" name="Google Shape;182;p7">
              <a:extLst>
                <a:ext uri="{FF2B5EF4-FFF2-40B4-BE49-F238E27FC236}">
                  <a16:creationId xmlns:a16="http://schemas.microsoft.com/office/drawing/2014/main" id="{99947BED-399F-9B62-5EDE-3FDFECA92837}"/>
                </a:ext>
              </a:extLst>
            </p:cNvPr>
            <p:cNvSpPr/>
            <p:nvPr/>
          </p:nvSpPr>
          <p:spPr>
            <a:xfrm>
              <a:off x="4176712" y="19845491"/>
              <a:ext cx="186507" cy="149204"/>
            </a:xfrm>
            <a:custGeom>
              <a:avLst/>
              <a:gdLst/>
              <a:ahLst/>
              <a:cxnLst/>
              <a:rect l="l" t="t" r="r" b="b"/>
              <a:pathLst>
                <a:path w="9400" h="9096" extrusionOk="0">
                  <a:moveTo>
                    <a:pt x="4700" y="0"/>
                  </a:moveTo>
                  <a:lnTo>
                    <a:pt x="2426" y="455"/>
                  </a:lnTo>
                  <a:lnTo>
                    <a:pt x="1668" y="3790"/>
                  </a:lnTo>
                  <a:lnTo>
                    <a:pt x="1" y="4851"/>
                  </a:lnTo>
                  <a:lnTo>
                    <a:pt x="304" y="6064"/>
                  </a:lnTo>
                  <a:lnTo>
                    <a:pt x="6065" y="8944"/>
                  </a:lnTo>
                  <a:lnTo>
                    <a:pt x="7126" y="9096"/>
                  </a:lnTo>
                  <a:lnTo>
                    <a:pt x="7277" y="8034"/>
                  </a:lnTo>
                  <a:lnTo>
                    <a:pt x="9400" y="8034"/>
                  </a:lnTo>
                  <a:lnTo>
                    <a:pt x="470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6" name="Google Shape;183;p7">
              <a:extLst>
                <a:ext uri="{FF2B5EF4-FFF2-40B4-BE49-F238E27FC236}">
                  <a16:creationId xmlns:a16="http://schemas.microsoft.com/office/drawing/2014/main" id="{CBAC8234-4B4B-6ED8-19A0-E76E42FCD149}"/>
                </a:ext>
              </a:extLst>
            </p:cNvPr>
            <p:cNvSpPr/>
            <p:nvPr/>
          </p:nvSpPr>
          <p:spPr>
            <a:xfrm>
              <a:off x="4441393" y="20061817"/>
              <a:ext cx="93273" cy="52228"/>
            </a:xfrm>
            <a:custGeom>
              <a:avLst/>
              <a:gdLst/>
              <a:ahLst/>
              <a:cxnLst/>
              <a:rect l="l" t="t" r="r" b="b"/>
              <a:pathLst>
                <a:path w="4701" h="3184" extrusionOk="0">
                  <a:moveTo>
                    <a:pt x="3639" y="1"/>
                  </a:moveTo>
                  <a:lnTo>
                    <a:pt x="2123" y="1820"/>
                  </a:lnTo>
                  <a:lnTo>
                    <a:pt x="1" y="1365"/>
                  </a:lnTo>
                  <a:lnTo>
                    <a:pt x="911" y="2881"/>
                  </a:lnTo>
                  <a:lnTo>
                    <a:pt x="2426" y="3184"/>
                  </a:lnTo>
                  <a:lnTo>
                    <a:pt x="4700" y="910"/>
                  </a:lnTo>
                  <a:lnTo>
                    <a:pt x="363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7" name="Google Shape;184;p7">
              <a:extLst>
                <a:ext uri="{FF2B5EF4-FFF2-40B4-BE49-F238E27FC236}">
                  <a16:creationId xmlns:a16="http://schemas.microsoft.com/office/drawing/2014/main" id="{7A5CDCC9-265F-463D-DE5A-29231066E159}"/>
                </a:ext>
              </a:extLst>
            </p:cNvPr>
            <p:cNvSpPr/>
            <p:nvPr/>
          </p:nvSpPr>
          <p:spPr>
            <a:xfrm>
              <a:off x="4462464" y="20076744"/>
              <a:ext cx="126329" cy="141741"/>
            </a:xfrm>
            <a:custGeom>
              <a:avLst/>
              <a:gdLst/>
              <a:ahLst/>
              <a:cxnLst/>
              <a:rect l="l" t="t" r="r" b="b"/>
              <a:pathLst>
                <a:path w="6367" h="8641" extrusionOk="0">
                  <a:moveTo>
                    <a:pt x="3638" y="0"/>
                  </a:moveTo>
                  <a:lnTo>
                    <a:pt x="1364" y="2274"/>
                  </a:lnTo>
                  <a:lnTo>
                    <a:pt x="2577" y="2426"/>
                  </a:lnTo>
                  <a:lnTo>
                    <a:pt x="2577" y="5154"/>
                  </a:lnTo>
                  <a:lnTo>
                    <a:pt x="0" y="5912"/>
                  </a:lnTo>
                  <a:lnTo>
                    <a:pt x="0" y="7580"/>
                  </a:lnTo>
                  <a:lnTo>
                    <a:pt x="1364" y="8641"/>
                  </a:lnTo>
                  <a:lnTo>
                    <a:pt x="6367" y="2426"/>
                  </a:lnTo>
                  <a:lnTo>
                    <a:pt x="363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8" name="Google Shape;185;p7">
              <a:extLst>
                <a:ext uri="{FF2B5EF4-FFF2-40B4-BE49-F238E27FC236}">
                  <a16:creationId xmlns:a16="http://schemas.microsoft.com/office/drawing/2014/main" id="{70CE4E51-FB42-3C89-2572-5E77FEB13E50}"/>
                </a:ext>
              </a:extLst>
            </p:cNvPr>
            <p:cNvSpPr/>
            <p:nvPr/>
          </p:nvSpPr>
          <p:spPr>
            <a:xfrm>
              <a:off x="4113557" y="19852938"/>
              <a:ext cx="111309" cy="89545"/>
            </a:xfrm>
            <a:custGeom>
              <a:avLst/>
              <a:gdLst/>
              <a:ahLst/>
              <a:cxnLst/>
              <a:rect l="l" t="t" r="r" b="b"/>
              <a:pathLst>
                <a:path w="5610" h="5459" extrusionOk="0">
                  <a:moveTo>
                    <a:pt x="5609" y="1"/>
                  </a:moveTo>
                  <a:lnTo>
                    <a:pt x="304" y="1062"/>
                  </a:lnTo>
                  <a:lnTo>
                    <a:pt x="1" y="2730"/>
                  </a:lnTo>
                  <a:lnTo>
                    <a:pt x="910" y="3033"/>
                  </a:lnTo>
                  <a:lnTo>
                    <a:pt x="1" y="4700"/>
                  </a:lnTo>
                  <a:lnTo>
                    <a:pt x="1213" y="5458"/>
                  </a:lnTo>
                  <a:lnTo>
                    <a:pt x="4851" y="3336"/>
                  </a:lnTo>
                  <a:lnTo>
                    <a:pt x="560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9" name="Google Shape;186;p7">
              <a:extLst>
                <a:ext uri="{FF2B5EF4-FFF2-40B4-BE49-F238E27FC236}">
                  <a16:creationId xmlns:a16="http://schemas.microsoft.com/office/drawing/2014/main" id="{B46BB9E4-90AE-79E0-88DF-F78EFFD98B4F}"/>
                </a:ext>
              </a:extLst>
            </p:cNvPr>
            <p:cNvSpPr/>
            <p:nvPr/>
          </p:nvSpPr>
          <p:spPr>
            <a:xfrm>
              <a:off x="4266949" y="20173720"/>
              <a:ext cx="222598" cy="116873"/>
            </a:xfrm>
            <a:custGeom>
              <a:avLst/>
              <a:gdLst/>
              <a:ahLst/>
              <a:cxnLst/>
              <a:rect l="l" t="t" r="r" b="b"/>
              <a:pathLst>
                <a:path w="11219" h="7125" extrusionOk="0">
                  <a:moveTo>
                    <a:pt x="9854" y="0"/>
                  </a:moveTo>
                  <a:lnTo>
                    <a:pt x="7125" y="758"/>
                  </a:lnTo>
                  <a:lnTo>
                    <a:pt x="3336" y="2729"/>
                  </a:lnTo>
                  <a:lnTo>
                    <a:pt x="3487" y="1668"/>
                  </a:lnTo>
                  <a:lnTo>
                    <a:pt x="910" y="1364"/>
                  </a:lnTo>
                  <a:lnTo>
                    <a:pt x="1" y="2729"/>
                  </a:lnTo>
                  <a:lnTo>
                    <a:pt x="1365" y="7125"/>
                  </a:lnTo>
                  <a:lnTo>
                    <a:pt x="11218" y="2729"/>
                  </a:lnTo>
                  <a:lnTo>
                    <a:pt x="9854" y="1668"/>
                  </a:lnTo>
                  <a:lnTo>
                    <a:pt x="985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0" name="Google Shape;187;p7">
              <a:extLst>
                <a:ext uri="{FF2B5EF4-FFF2-40B4-BE49-F238E27FC236}">
                  <a16:creationId xmlns:a16="http://schemas.microsoft.com/office/drawing/2014/main" id="{4632D886-29D3-2619-C253-576FFA64479B}"/>
                </a:ext>
              </a:extLst>
            </p:cNvPr>
            <p:cNvSpPr/>
            <p:nvPr/>
          </p:nvSpPr>
          <p:spPr>
            <a:xfrm>
              <a:off x="4107545" y="19897703"/>
              <a:ext cx="24087" cy="32347"/>
            </a:xfrm>
            <a:custGeom>
              <a:avLst/>
              <a:gdLst/>
              <a:ahLst/>
              <a:cxnLst/>
              <a:rect l="l" t="t" r="r" b="b"/>
              <a:pathLst>
                <a:path w="1214" h="1972" extrusionOk="0">
                  <a:moveTo>
                    <a:pt x="304" y="1"/>
                  </a:moveTo>
                  <a:lnTo>
                    <a:pt x="0" y="1668"/>
                  </a:lnTo>
                  <a:lnTo>
                    <a:pt x="304" y="1971"/>
                  </a:lnTo>
                  <a:lnTo>
                    <a:pt x="1213" y="304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1" name="Google Shape;188;p7">
              <a:extLst>
                <a:ext uri="{FF2B5EF4-FFF2-40B4-BE49-F238E27FC236}">
                  <a16:creationId xmlns:a16="http://schemas.microsoft.com/office/drawing/2014/main" id="{AA1FD2D0-9CE7-26C8-2AD5-E3D61E9F464E}"/>
                </a:ext>
              </a:extLst>
            </p:cNvPr>
            <p:cNvSpPr/>
            <p:nvPr/>
          </p:nvSpPr>
          <p:spPr>
            <a:xfrm>
              <a:off x="4092506" y="19925063"/>
              <a:ext cx="21071" cy="69632"/>
            </a:xfrm>
            <a:custGeom>
              <a:avLst/>
              <a:gdLst/>
              <a:ahLst/>
              <a:cxnLst/>
              <a:rect l="l" t="t" r="r" b="b"/>
              <a:pathLst>
                <a:path w="1062" h="4245" extrusionOk="0">
                  <a:moveTo>
                    <a:pt x="758" y="0"/>
                  </a:moveTo>
                  <a:lnTo>
                    <a:pt x="0" y="2425"/>
                  </a:lnTo>
                  <a:lnTo>
                    <a:pt x="1062" y="4245"/>
                  </a:lnTo>
                  <a:lnTo>
                    <a:pt x="1062" y="303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2" name="Google Shape;189;p7">
              <a:extLst>
                <a:ext uri="{FF2B5EF4-FFF2-40B4-BE49-F238E27FC236}">
                  <a16:creationId xmlns:a16="http://schemas.microsoft.com/office/drawing/2014/main" id="{8BE2002E-28FE-A767-3DDA-4C6E977F3207}"/>
                </a:ext>
              </a:extLst>
            </p:cNvPr>
            <p:cNvSpPr/>
            <p:nvPr/>
          </p:nvSpPr>
          <p:spPr>
            <a:xfrm>
              <a:off x="4275977" y="20730709"/>
              <a:ext cx="153412" cy="221329"/>
            </a:xfrm>
            <a:custGeom>
              <a:avLst/>
              <a:gdLst/>
              <a:ahLst/>
              <a:cxnLst/>
              <a:rect l="l" t="t" r="r" b="b"/>
              <a:pathLst>
                <a:path w="7732" h="13493" extrusionOk="0">
                  <a:moveTo>
                    <a:pt x="6216" y="1"/>
                  </a:moveTo>
                  <a:lnTo>
                    <a:pt x="1365" y="5155"/>
                  </a:lnTo>
                  <a:lnTo>
                    <a:pt x="758" y="8641"/>
                  </a:lnTo>
                  <a:lnTo>
                    <a:pt x="0" y="11067"/>
                  </a:lnTo>
                  <a:lnTo>
                    <a:pt x="1062" y="13492"/>
                  </a:lnTo>
                  <a:lnTo>
                    <a:pt x="3487" y="13492"/>
                  </a:lnTo>
                  <a:lnTo>
                    <a:pt x="773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3" name="Google Shape;190;p7">
              <a:extLst>
                <a:ext uri="{FF2B5EF4-FFF2-40B4-BE49-F238E27FC236}">
                  <a16:creationId xmlns:a16="http://schemas.microsoft.com/office/drawing/2014/main" id="{0A78A71C-ABC1-67A7-42C1-E43C5E4B58A7}"/>
                </a:ext>
              </a:extLst>
            </p:cNvPr>
            <p:cNvSpPr/>
            <p:nvPr/>
          </p:nvSpPr>
          <p:spPr>
            <a:xfrm>
              <a:off x="3617269" y="20273173"/>
              <a:ext cx="144404" cy="191492"/>
            </a:xfrm>
            <a:custGeom>
              <a:avLst/>
              <a:gdLst/>
              <a:ahLst/>
              <a:cxnLst/>
              <a:rect l="l" t="t" r="r" b="b"/>
              <a:pathLst>
                <a:path w="7278" h="11674" extrusionOk="0">
                  <a:moveTo>
                    <a:pt x="5003" y="1"/>
                  </a:moveTo>
                  <a:lnTo>
                    <a:pt x="5003" y="1972"/>
                  </a:lnTo>
                  <a:lnTo>
                    <a:pt x="2426" y="7277"/>
                  </a:lnTo>
                  <a:lnTo>
                    <a:pt x="304" y="7429"/>
                  </a:lnTo>
                  <a:lnTo>
                    <a:pt x="1" y="9551"/>
                  </a:lnTo>
                  <a:lnTo>
                    <a:pt x="910" y="9551"/>
                  </a:lnTo>
                  <a:lnTo>
                    <a:pt x="910" y="11673"/>
                  </a:lnTo>
                  <a:lnTo>
                    <a:pt x="6974" y="11673"/>
                  </a:lnTo>
                  <a:lnTo>
                    <a:pt x="7277" y="10915"/>
                  </a:lnTo>
                  <a:lnTo>
                    <a:pt x="5458" y="8338"/>
                  </a:lnTo>
                  <a:lnTo>
                    <a:pt x="6065" y="5761"/>
                  </a:lnTo>
                  <a:lnTo>
                    <a:pt x="5307" y="3639"/>
                  </a:lnTo>
                  <a:lnTo>
                    <a:pt x="6823" y="3639"/>
                  </a:lnTo>
                  <a:lnTo>
                    <a:pt x="500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4" name="Google Shape;191;p7">
              <a:extLst>
                <a:ext uri="{FF2B5EF4-FFF2-40B4-BE49-F238E27FC236}">
                  <a16:creationId xmlns:a16="http://schemas.microsoft.com/office/drawing/2014/main" id="{DE22D841-2FF8-E0A0-EAFC-8243B3E8EF9B}"/>
                </a:ext>
              </a:extLst>
            </p:cNvPr>
            <p:cNvSpPr/>
            <p:nvPr/>
          </p:nvSpPr>
          <p:spPr>
            <a:xfrm>
              <a:off x="3632309" y="20464648"/>
              <a:ext cx="99285" cy="119366"/>
            </a:xfrm>
            <a:custGeom>
              <a:avLst/>
              <a:gdLst/>
              <a:ahLst/>
              <a:cxnLst/>
              <a:rect l="l" t="t" r="r" b="b"/>
              <a:pathLst>
                <a:path w="5004" h="7277" extrusionOk="0">
                  <a:moveTo>
                    <a:pt x="152" y="0"/>
                  </a:moveTo>
                  <a:lnTo>
                    <a:pt x="1" y="1668"/>
                  </a:lnTo>
                  <a:lnTo>
                    <a:pt x="1" y="4245"/>
                  </a:lnTo>
                  <a:lnTo>
                    <a:pt x="2123" y="7277"/>
                  </a:lnTo>
                  <a:lnTo>
                    <a:pt x="2123" y="4700"/>
                  </a:lnTo>
                  <a:lnTo>
                    <a:pt x="5003" y="4700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5" name="Google Shape;192;p7">
              <a:extLst>
                <a:ext uri="{FF2B5EF4-FFF2-40B4-BE49-F238E27FC236}">
                  <a16:creationId xmlns:a16="http://schemas.microsoft.com/office/drawing/2014/main" id="{83476BF5-77E3-3AC6-9717-BC2CAD168BCF}"/>
                </a:ext>
              </a:extLst>
            </p:cNvPr>
            <p:cNvSpPr/>
            <p:nvPr/>
          </p:nvSpPr>
          <p:spPr>
            <a:xfrm>
              <a:off x="3496972" y="20273173"/>
              <a:ext cx="219582" cy="156684"/>
            </a:xfrm>
            <a:custGeom>
              <a:avLst/>
              <a:gdLst/>
              <a:ahLst/>
              <a:cxnLst/>
              <a:rect l="l" t="t" r="r" b="b"/>
              <a:pathLst>
                <a:path w="11067" h="9552" extrusionOk="0">
                  <a:moveTo>
                    <a:pt x="1516" y="1"/>
                  </a:moveTo>
                  <a:lnTo>
                    <a:pt x="0" y="7429"/>
                  </a:lnTo>
                  <a:lnTo>
                    <a:pt x="2880" y="7884"/>
                  </a:lnTo>
                  <a:lnTo>
                    <a:pt x="3184" y="9551"/>
                  </a:lnTo>
                  <a:lnTo>
                    <a:pt x="6064" y="9551"/>
                  </a:lnTo>
                  <a:lnTo>
                    <a:pt x="6367" y="7429"/>
                  </a:lnTo>
                  <a:lnTo>
                    <a:pt x="8489" y="7277"/>
                  </a:lnTo>
                  <a:lnTo>
                    <a:pt x="11066" y="1972"/>
                  </a:lnTo>
                  <a:lnTo>
                    <a:pt x="1106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6" name="Google Shape;193;p7">
              <a:extLst>
                <a:ext uri="{FF2B5EF4-FFF2-40B4-BE49-F238E27FC236}">
                  <a16:creationId xmlns:a16="http://schemas.microsoft.com/office/drawing/2014/main" id="{1CEF567A-AD61-DE80-04CC-0901908352B4}"/>
                </a:ext>
              </a:extLst>
            </p:cNvPr>
            <p:cNvSpPr/>
            <p:nvPr/>
          </p:nvSpPr>
          <p:spPr>
            <a:xfrm>
              <a:off x="3274394" y="20325401"/>
              <a:ext cx="117321" cy="119366"/>
            </a:xfrm>
            <a:custGeom>
              <a:avLst/>
              <a:gdLst/>
              <a:ahLst/>
              <a:cxnLst/>
              <a:rect l="l" t="t" r="r" b="b"/>
              <a:pathLst>
                <a:path w="5913" h="7277" extrusionOk="0">
                  <a:moveTo>
                    <a:pt x="910" y="0"/>
                  </a:moveTo>
                  <a:lnTo>
                    <a:pt x="910" y="2426"/>
                  </a:lnTo>
                  <a:lnTo>
                    <a:pt x="0" y="3184"/>
                  </a:lnTo>
                  <a:lnTo>
                    <a:pt x="758" y="3942"/>
                  </a:lnTo>
                  <a:lnTo>
                    <a:pt x="758" y="7277"/>
                  </a:lnTo>
                  <a:lnTo>
                    <a:pt x="5913" y="5761"/>
                  </a:lnTo>
                  <a:lnTo>
                    <a:pt x="5913" y="910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7" name="Google Shape;194;p7">
              <a:extLst>
                <a:ext uri="{FF2B5EF4-FFF2-40B4-BE49-F238E27FC236}">
                  <a16:creationId xmlns:a16="http://schemas.microsoft.com/office/drawing/2014/main" id="{AAD5FA1D-20CA-657B-A8BB-1C90EAD3F2EF}"/>
                </a:ext>
              </a:extLst>
            </p:cNvPr>
            <p:cNvSpPr/>
            <p:nvPr/>
          </p:nvSpPr>
          <p:spPr>
            <a:xfrm>
              <a:off x="3220247" y="20355238"/>
              <a:ext cx="69206" cy="89529"/>
            </a:xfrm>
            <a:custGeom>
              <a:avLst/>
              <a:gdLst/>
              <a:ahLst/>
              <a:cxnLst/>
              <a:rect l="l" t="t" r="r" b="b"/>
              <a:pathLst>
                <a:path w="3488" h="5458" extrusionOk="0">
                  <a:moveTo>
                    <a:pt x="1668" y="0"/>
                  </a:moveTo>
                  <a:lnTo>
                    <a:pt x="1" y="1668"/>
                  </a:lnTo>
                  <a:lnTo>
                    <a:pt x="3487" y="5458"/>
                  </a:lnTo>
                  <a:lnTo>
                    <a:pt x="3487" y="2123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8" name="Google Shape;195;p7">
              <a:extLst>
                <a:ext uri="{FF2B5EF4-FFF2-40B4-BE49-F238E27FC236}">
                  <a16:creationId xmlns:a16="http://schemas.microsoft.com/office/drawing/2014/main" id="{6E34B101-2875-691B-4815-04FA5D39C358}"/>
                </a:ext>
              </a:extLst>
            </p:cNvPr>
            <p:cNvSpPr/>
            <p:nvPr/>
          </p:nvSpPr>
          <p:spPr>
            <a:xfrm>
              <a:off x="3674432" y="20621299"/>
              <a:ext cx="234622" cy="196462"/>
            </a:xfrm>
            <a:custGeom>
              <a:avLst/>
              <a:gdLst/>
              <a:ahLst/>
              <a:cxnLst/>
              <a:rect l="l" t="t" r="r" b="b"/>
              <a:pathLst>
                <a:path w="11825" h="11977" extrusionOk="0">
                  <a:moveTo>
                    <a:pt x="1819" y="1"/>
                  </a:moveTo>
                  <a:lnTo>
                    <a:pt x="1819" y="7125"/>
                  </a:lnTo>
                  <a:lnTo>
                    <a:pt x="0" y="10157"/>
                  </a:lnTo>
                  <a:lnTo>
                    <a:pt x="152" y="11976"/>
                  </a:lnTo>
                  <a:lnTo>
                    <a:pt x="11370" y="11976"/>
                  </a:lnTo>
                  <a:lnTo>
                    <a:pt x="9550" y="9702"/>
                  </a:lnTo>
                  <a:lnTo>
                    <a:pt x="9550" y="7277"/>
                  </a:lnTo>
                  <a:lnTo>
                    <a:pt x="11824" y="7277"/>
                  </a:lnTo>
                  <a:lnTo>
                    <a:pt x="11673" y="4397"/>
                  </a:lnTo>
                  <a:lnTo>
                    <a:pt x="9854" y="3487"/>
                  </a:lnTo>
                  <a:lnTo>
                    <a:pt x="9854" y="304"/>
                  </a:lnTo>
                  <a:lnTo>
                    <a:pt x="7883" y="304"/>
                  </a:lnTo>
                  <a:lnTo>
                    <a:pt x="7580" y="1668"/>
                  </a:lnTo>
                  <a:lnTo>
                    <a:pt x="5457" y="1820"/>
                  </a:lnTo>
                  <a:lnTo>
                    <a:pt x="500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9" name="Google Shape;196;p7">
              <a:extLst>
                <a:ext uri="{FF2B5EF4-FFF2-40B4-BE49-F238E27FC236}">
                  <a16:creationId xmlns:a16="http://schemas.microsoft.com/office/drawing/2014/main" id="{2ED59C94-CB99-EF0B-53BD-7F15968DB2D5}"/>
                </a:ext>
              </a:extLst>
            </p:cNvPr>
            <p:cNvSpPr/>
            <p:nvPr/>
          </p:nvSpPr>
          <p:spPr>
            <a:xfrm>
              <a:off x="3391695" y="20317937"/>
              <a:ext cx="69206" cy="101963"/>
            </a:xfrm>
            <a:custGeom>
              <a:avLst/>
              <a:gdLst/>
              <a:ahLst/>
              <a:cxnLst/>
              <a:rect l="l" t="t" r="r" b="b"/>
              <a:pathLst>
                <a:path w="3488" h="6216" extrusionOk="0">
                  <a:moveTo>
                    <a:pt x="1" y="0"/>
                  </a:moveTo>
                  <a:lnTo>
                    <a:pt x="1" y="6216"/>
                  </a:lnTo>
                  <a:lnTo>
                    <a:pt x="3487" y="5155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0" name="Google Shape;197;p7">
              <a:extLst>
                <a:ext uri="{FF2B5EF4-FFF2-40B4-BE49-F238E27FC236}">
                  <a16:creationId xmlns:a16="http://schemas.microsoft.com/office/drawing/2014/main" id="{A191A0C2-1783-4EDA-A2AA-28B701FFCF80}"/>
                </a:ext>
              </a:extLst>
            </p:cNvPr>
            <p:cNvSpPr/>
            <p:nvPr/>
          </p:nvSpPr>
          <p:spPr>
            <a:xfrm>
              <a:off x="3674432" y="20452214"/>
              <a:ext cx="141369" cy="156667"/>
            </a:xfrm>
            <a:custGeom>
              <a:avLst/>
              <a:gdLst/>
              <a:ahLst/>
              <a:cxnLst/>
              <a:rect l="l" t="t" r="r" b="b"/>
              <a:pathLst>
                <a:path w="7125" h="9551" extrusionOk="0">
                  <a:moveTo>
                    <a:pt x="4396" y="0"/>
                  </a:moveTo>
                  <a:lnTo>
                    <a:pt x="4093" y="758"/>
                  </a:lnTo>
                  <a:lnTo>
                    <a:pt x="1516" y="758"/>
                  </a:lnTo>
                  <a:lnTo>
                    <a:pt x="2880" y="5458"/>
                  </a:lnTo>
                  <a:lnTo>
                    <a:pt x="0" y="5458"/>
                  </a:lnTo>
                  <a:lnTo>
                    <a:pt x="0" y="8035"/>
                  </a:lnTo>
                  <a:lnTo>
                    <a:pt x="1213" y="9551"/>
                  </a:lnTo>
                  <a:lnTo>
                    <a:pt x="3942" y="8186"/>
                  </a:lnTo>
                  <a:lnTo>
                    <a:pt x="6670" y="3487"/>
                  </a:lnTo>
                  <a:lnTo>
                    <a:pt x="712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1" name="Google Shape;198;p7">
              <a:extLst>
                <a:ext uri="{FF2B5EF4-FFF2-40B4-BE49-F238E27FC236}">
                  <a16:creationId xmlns:a16="http://schemas.microsoft.com/office/drawing/2014/main" id="{E0646029-C31E-C585-41DB-D13CAC3BBA07}"/>
                </a:ext>
              </a:extLst>
            </p:cNvPr>
            <p:cNvSpPr/>
            <p:nvPr/>
          </p:nvSpPr>
          <p:spPr>
            <a:xfrm>
              <a:off x="4143636" y="20168733"/>
              <a:ext cx="126349" cy="129323"/>
            </a:xfrm>
            <a:custGeom>
              <a:avLst/>
              <a:gdLst/>
              <a:ahLst/>
              <a:cxnLst/>
              <a:rect l="l" t="t" r="r" b="b"/>
              <a:pathLst>
                <a:path w="6368" h="7884" extrusionOk="0">
                  <a:moveTo>
                    <a:pt x="2274" y="1"/>
                  </a:moveTo>
                  <a:lnTo>
                    <a:pt x="0" y="5155"/>
                  </a:lnTo>
                  <a:lnTo>
                    <a:pt x="4093" y="5155"/>
                  </a:lnTo>
                  <a:lnTo>
                    <a:pt x="5761" y="7884"/>
                  </a:lnTo>
                  <a:lnTo>
                    <a:pt x="6367" y="7277"/>
                  </a:lnTo>
                  <a:lnTo>
                    <a:pt x="227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" name="Google Shape;199;p7">
              <a:extLst>
                <a:ext uri="{FF2B5EF4-FFF2-40B4-BE49-F238E27FC236}">
                  <a16:creationId xmlns:a16="http://schemas.microsoft.com/office/drawing/2014/main" id="{354BA19A-05DB-320C-34B2-266FC94A9A66}"/>
                </a:ext>
              </a:extLst>
            </p:cNvPr>
            <p:cNvSpPr/>
            <p:nvPr/>
          </p:nvSpPr>
          <p:spPr>
            <a:xfrm>
              <a:off x="3187172" y="20325401"/>
              <a:ext cx="66190" cy="57198"/>
            </a:xfrm>
            <a:custGeom>
              <a:avLst/>
              <a:gdLst/>
              <a:ahLst/>
              <a:cxnLst/>
              <a:rect l="l" t="t" r="r" b="b"/>
              <a:pathLst>
                <a:path w="3336" h="3487" extrusionOk="0">
                  <a:moveTo>
                    <a:pt x="1668" y="0"/>
                  </a:moveTo>
                  <a:lnTo>
                    <a:pt x="0" y="1668"/>
                  </a:lnTo>
                  <a:lnTo>
                    <a:pt x="1668" y="3487"/>
                  </a:lnTo>
                  <a:lnTo>
                    <a:pt x="3335" y="1819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" name="Google Shape;200;p7">
              <a:extLst>
                <a:ext uri="{FF2B5EF4-FFF2-40B4-BE49-F238E27FC236}">
                  <a16:creationId xmlns:a16="http://schemas.microsoft.com/office/drawing/2014/main" id="{D1B56292-830F-A4AE-7FC7-DFEC5DA81317}"/>
                </a:ext>
              </a:extLst>
            </p:cNvPr>
            <p:cNvSpPr/>
            <p:nvPr/>
          </p:nvSpPr>
          <p:spPr>
            <a:xfrm>
              <a:off x="4245898" y="20288100"/>
              <a:ext cx="42123" cy="37317"/>
            </a:xfrm>
            <a:custGeom>
              <a:avLst/>
              <a:gdLst/>
              <a:ahLst/>
              <a:cxnLst/>
              <a:rect l="l" t="t" r="r" b="b"/>
              <a:pathLst>
                <a:path w="2123" h="2275" extrusionOk="0">
                  <a:moveTo>
                    <a:pt x="1213" y="0"/>
                  </a:moveTo>
                  <a:lnTo>
                    <a:pt x="1" y="1062"/>
                  </a:lnTo>
                  <a:lnTo>
                    <a:pt x="1062" y="2274"/>
                  </a:lnTo>
                  <a:lnTo>
                    <a:pt x="2123" y="1516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4" name="Google Shape;201;p7">
              <a:extLst>
                <a:ext uri="{FF2B5EF4-FFF2-40B4-BE49-F238E27FC236}">
                  <a16:creationId xmlns:a16="http://schemas.microsoft.com/office/drawing/2014/main" id="{6C96A76C-001B-523E-CFFE-D6055E23F154}"/>
                </a:ext>
              </a:extLst>
            </p:cNvPr>
            <p:cNvSpPr/>
            <p:nvPr/>
          </p:nvSpPr>
          <p:spPr>
            <a:xfrm>
              <a:off x="4038359" y="20695901"/>
              <a:ext cx="192519" cy="271047"/>
            </a:xfrm>
            <a:custGeom>
              <a:avLst/>
              <a:gdLst/>
              <a:ahLst/>
              <a:cxnLst/>
              <a:rect l="l" t="t" r="r" b="b"/>
              <a:pathLst>
                <a:path w="9703" h="16524" extrusionOk="0">
                  <a:moveTo>
                    <a:pt x="9096" y="0"/>
                  </a:moveTo>
                  <a:lnTo>
                    <a:pt x="3639" y="1061"/>
                  </a:lnTo>
                  <a:lnTo>
                    <a:pt x="3639" y="2729"/>
                  </a:lnTo>
                  <a:lnTo>
                    <a:pt x="5003" y="3639"/>
                  </a:lnTo>
                  <a:lnTo>
                    <a:pt x="5003" y="5609"/>
                  </a:lnTo>
                  <a:lnTo>
                    <a:pt x="3791" y="6670"/>
                  </a:lnTo>
                  <a:lnTo>
                    <a:pt x="3791" y="4396"/>
                  </a:lnTo>
                  <a:lnTo>
                    <a:pt x="2426" y="3335"/>
                  </a:lnTo>
                  <a:lnTo>
                    <a:pt x="1" y="5003"/>
                  </a:lnTo>
                  <a:lnTo>
                    <a:pt x="2426" y="6670"/>
                  </a:lnTo>
                  <a:lnTo>
                    <a:pt x="2426" y="8944"/>
                  </a:lnTo>
                  <a:lnTo>
                    <a:pt x="910" y="12582"/>
                  </a:lnTo>
                  <a:lnTo>
                    <a:pt x="910" y="16524"/>
                  </a:lnTo>
                  <a:lnTo>
                    <a:pt x="1971" y="16524"/>
                  </a:lnTo>
                  <a:lnTo>
                    <a:pt x="2123" y="15917"/>
                  </a:lnTo>
                  <a:lnTo>
                    <a:pt x="4397" y="14402"/>
                  </a:lnTo>
                  <a:lnTo>
                    <a:pt x="4245" y="9551"/>
                  </a:lnTo>
                  <a:lnTo>
                    <a:pt x="9703" y="5003"/>
                  </a:lnTo>
                  <a:lnTo>
                    <a:pt x="909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5" name="Google Shape;202;p7">
              <a:extLst>
                <a:ext uri="{FF2B5EF4-FFF2-40B4-BE49-F238E27FC236}">
                  <a16:creationId xmlns:a16="http://schemas.microsoft.com/office/drawing/2014/main" id="{CD467816-92C0-F956-0F3C-01D0E9EB4580}"/>
                </a:ext>
              </a:extLst>
            </p:cNvPr>
            <p:cNvSpPr/>
            <p:nvPr/>
          </p:nvSpPr>
          <p:spPr>
            <a:xfrm>
              <a:off x="4239886" y="20305504"/>
              <a:ext cx="210555" cy="236240"/>
            </a:xfrm>
            <a:custGeom>
              <a:avLst/>
              <a:gdLst/>
              <a:ahLst/>
              <a:cxnLst/>
              <a:rect l="l" t="t" r="r" b="b"/>
              <a:pathLst>
                <a:path w="10612" h="14402" extrusionOk="0">
                  <a:moveTo>
                    <a:pt x="10157" y="1"/>
                  </a:moveTo>
                  <a:lnTo>
                    <a:pt x="2881" y="1062"/>
                  </a:lnTo>
                  <a:lnTo>
                    <a:pt x="2426" y="455"/>
                  </a:lnTo>
                  <a:lnTo>
                    <a:pt x="1365" y="1213"/>
                  </a:lnTo>
                  <a:lnTo>
                    <a:pt x="2426" y="2426"/>
                  </a:lnTo>
                  <a:lnTo>
                    <a:pt x="6822" y="3942"/>
                  </a:lnTo>
                  <a:lnTo>
                    <a:pt x="0" y="9551"/>
                  </a:lnTo>
                  <a:lnTo>
                    <a:pt x="0" y="14402"/>
                  </a:lnTo>
                  <a:lnTo>
                    <a:pt x="10612" y="2123"/>
                  </a:lnTo>
                  <a:lnTo>
                    <a:pt x="1015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6" name="Google Shape;203;p7">
              <a:extLst>
                <a:ext uri="{FF2B5EF4-FFF2-40B4-BE49-F238E27FC236}">
                  <a16:creationId xmlns:a16="http://schemas.microsoft.com/office/drawing/2014/main" id="{52352F23-8AFC-AF77-84E7-2C8B008A4379}"/>
                </a:ext>
              </a:extLst>
            </p:cNvPr>
            <p:cNvSpPr/>
            <p:nvPr/>
          </p:nvSpPr>
          <p:spPr>
            <a:xfrm>
              <a:off x="3677428" y="20817745"/>
              <a:ext cx="264701" cy="186505"/>
            </a:xfrm>
            <a:custGeom>
              <a:avLst/>
              <a:gdLst/>
              <a:ahLst/>
              <a:cxnLst/>
              <a:rect l="l" t="t" r="r" b="b"/>
              <a:pathLst>
                <a:path w="13341" h="11370" extrusionOk="0">
                  <a:moveTo>
                    <a:pt x="1" y="0"/>
                  </a:moveTo>
                  <a:lnTo>
                    <a:pt x="3942" y="11370"/>
                  </a:lnTo>
                  <a:lnTo>
                    <a:pt x="8035" y="11370"/>
                  </a:lnTo>
                  <a:lnTo>
                    <a:pt x="8035" y="1061"/>
                  </a:lnTo>
                  <a:lnTo>
                    <a:pt x="13341" y="1061"/>
                  </a:lnTo>
                  <a:lnTo>
                    <a:pt x="1273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7" name="Google Shape;204;p7">
              <a:extLst>
                <a:ext uri="{FF2B5EF4-FFF2-40B4-BE49-F238E27FC236}">
                  <a16:creationId xmlns:a16="http://schemas.microsoft.com/office/drawing/2014/main" id="{F538DDF4-87BA-EB8B-EEEE-6DC8D9D571E6}"/>
                </a:ext>
              </a:extLst>
            </p:cNvPr>
            <p:cNvSpPr/>
            <p:nvPr/>
          </p:nvSpPr>
          <p:spPr>
            <a:xfrm>
              <a:off x="4104529" y="20424854"/>
              <a:ext cx="174483" cy="151697"/>
            </a:xfrm>
            <a:custGeom>
              <a:avLst/>
              <a:gdLst/>
              <a:ahLst/>
              <a:cxnLst/>
              <a:rect l="l" t="t" r="r" b="b"/>
              <a:pathLst>
                <a:path w="8794" h="9248" extrusionOk="0">
                  <a:moveTo>
                    <a:pt x="2426" y="1"/>
                  </a:moveTo>
                  <a:lnTo>
                    <a:pt x="607" y="304"/>
                  </a:lnTo>
                  <a:lnTo>
                    <a:pt x="1213" y="2426"/>
                  </a:lnTo>
                  <a:lnTo>
                    <a:pt x="910" y="4397"/>
                  </a:lnTo>
                  <a:lnTo>
                    <a:pt x="1" y="5913"/>
                  </a:lnTo>
                  <a:lnTo>
                    <a:pt x="5155" y="9248"/>
                  </a:lnTo>
                  <a:lnTo>
                    <a:pt x="6822" y="7126"/>
                  </a:lnTo>
                  <a:lnTo>
                    <a:pt x="6822" y="2275"/>
                  </a:lnTo>
                  <a:lnTo>
                    <a:pt x="8793" y="607"/>
                  </a:lnTo>
                  <a:lnTo>
                    <a:pt x="3033" y="607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8" name="Google Shape;205;p7">
              <a:extLst>
                <a:ext uri="{FF2B5EF4-FFF2-40B4-BE49-F238E27FC236}">
                  <a16:creationId xmlns:a16="http://schemas.microsoft.com/office/drawing/2014/main" id="{CF499676-78AE-8FE0-DF9A-CFFBF754D969}"/>
                </a:ext>
              </a:extLst>
            </p:cNvPr>
            <p:cNvSpPr/>
            <p:nvPr/>
          </p:nvSpPr>
          <p:spPr>
            <a:xfrm>
              <a:off x="4020323" y="20516860"/>
              <a:ext cx="198531" cy="196462"/>
            </a:xfrm>
            <a:custGeom>
              <a:avLst/>
              <a:gdLst/>
              <a:ahLst/>
              <a:cxnLst/>
              <a:rect l="l" t="t" r="r" b="b"/>
              <a:pathLst>
                <a:path w="10006" h="11977" extrusionOk="0">
                  <a:moveTo>
                    <a:pt x="1819" y="1"/>
                  </a:moveTo>
                  <a:lnTo>
                    <a:pt x="0" y="4549"/>
                  </a:lnTo>
                  <a:lnTo>
                    <a:pt x="3335" y="9399"/>
                  </a:lnTo>
                  <a:lnTo>
                    <a:pt x="4548" y="9399"/>
                  </a:lnTo>
                  <a:lnTo>
                    <a:pt x="4548" y="11976"/>
                  </a:lnTo>
                  <a:lnTo>
                    <a:pt x="10005" y="10915"/>
                  </a:lnTo>
                  <a:lnTo>
                    <a:pt x="9399" y="3639"/>
                  </a:lnTo>
                  <a:lnTo>
                    <a:pt x="4245" y="304"/>
                  </a:lnTo>
                  <a:lnTo>
                    <a:pt x="3942" y="759"/>
                  </a:lnTo>
                  <a:lnTo>
                    <a:pt x="2122" y="759"/>
                  </a:lnTo>
                  <a:lnTo>
                    <a:pt x="257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9" name="Google Shape;206;p7">
              <a:extLst>
                <a:ext uri="{FF2B5EF4-FFF2-40B4-BE49-F238E27FC236}">
                  <a16:creationId xmlns:a16="http://schemas.microsoft.com/office/drawing/2014/main" id="{F7133918-C7B3-9007-2E2A-00C0D706B2C0}"/>
                </a:ext>
              </a:extLst>
            </p:cNvPr>
            <p:cNvSpPr/>
            <p:nvPr/>
          </p:nvSpPr>
          <p:spPr>
            <a:xfrm>
              <a:off x="3130029" y="20024516"/>
              <a:ext cx="243630" cy="226299"/>
            </a:xfrm>
            <a:custGeom>
              <a:avLst/>
              <a:gdLst/>
              <a:ahLst/>
              <a:cxnLst/>
              <a:rect l="l" t="t" r="r" b="b"/>
              <a:pathLst>
                <a:path w="12279" h="13796" extrusionOk="0">
                  <a:moveTo>
                    <a:pt x="7883" y="1"/>
                  </a:moveTo>
                  <a:lnTo>
                    <a:pt x="7883" y="1517"/>
                  </a:lnTo>
                  <a:lnTo>
                    <a:pt x="4851" y="1517"/>
                  </a:lnTo>
                  <a:lnTo>
                    <a:pt x="4851" y="4852"/>
                  </a:lnTo>
                  <a:lnTo>
                    <a:pt x="3790" y="6519"/>
                  </a:lnTo>
                  <a:lnTo>
                    <a:pt x="0" y="6519"/>
                  </a:lnTo>
                  <a:lnTo>
                    <a:pt x="0" y="10460"/>
                  </a:lnTo>
                  <a:lnTo>
                    <a:pt x="4548" y="13795"/>
                  </a:lnTo>
                  <a:lnTo>
                    <a:pt x="4548" y="12583"/>
                  </a:lnTo>
                  <a:lnTo>
                    <a:pt x="10005" y="12583"/>
                  </a:lnTo>
                  <a:lnTo>
                    <a:pt x="9399" y="3184"/>
                  </a:lnTo>
                  <a:lnTo>
                    <a:pt x="12279" y="3184"/>
                  </a:lnTo>
                  <a:lnTo>
                    <a:pt x="788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0" name="Google Shape;207;p7">
              <a:extLst>
                <a:ext uri="{FF2B5EF4-FFF2-40B4-BE49-F238E27FC236}">
                  <a16:creationId xmlns:a16="http://schemas.microsoft.com/office/drawing/2014/main" id="{304592D9-DFB6-07A6-608D-C8C19675384F}"/>
                </a:ext>
              </a:extLst>
            </p:cNvPr>
            <p:cNvSpPr/>
            <p:nvPr/>
          </p:nvSpPr>
          <p:spPr>
            <a:xfrm>
              <a:off x="4014292" y="20516860"/>
              <a:ext cx="42143" cy="34841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456" y="1"/>
                  </a:moveTo>
                  <a:lnTo>
                    <a:pt x="1" y="2123"/>
                  </a:lnTo>
                  <a:lnTo>
                    <a:pt x="1365" y="1820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1" name="Google Shape;208;p7">
              <a:extLst>
                <a:ext uri="{FF2B5EF4-FFF2-40B4-BE49-F238E27FC236}">
                  <a16:creationId xmlns:a16="http://schemas.microsoft.com/office/drawing/2014/main" id="{5BA25990-1279-A09F-C18E-BB9803A4DEB9}"/>
                </a:ext>
              </a:extLst>
            </p:cNvPr>
            <p:cNvSpPr/>
            <p:nvPr/>
          </p:nvSpPr>
          <p:spPr>
            <a:xfrm>
              <a:off x="4008280" y="20546697"/>
              <a:ext cx="33115" cy="44781"/>
            </a:xfrm>
            <a:custGeom>
              <a:avLst/>
              <a:gdLst/>
              <a:ahLst/>
              <a:cxnLst/>
              <a:rect l="l" t="t" r="r" b="b"/>
              <a:pathLst>
                <a:path w="1669" h="2730" extrusionOk="0">
                  <a:moveTo>
                    <a:pt x="1668" y="1"/>
                  </a:moveTo>
                  <a:lnTo>
                    <a:pt x="304" y="304"/>
                  </a:lnTo>
                  <a:lnTo>
                    <a:pt x="1" y="1972"/>
                  </a:lnTo>
                  <a:lnTo>
                    <a:pt x="607" y="2730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2" name="Google Shape;209;p7">
              <a:extLst>
                <a:ext uri="{FF2B5EF4-FFF2-40B4-BE49-F238E27FC236}">
                  <a16:creationId xmlns:a16="http://schemas.microsoft.com/office/drawing/2014/main" id="{3643FB59-417F-57B4-F4B0-E7F91F763620}"/>
                </a:ext>
              </a:extLst>
            </p:cNvPr>
            <p:cNvSpPr/>
            <p:nvPr/>
          </p:nvSpPr>
          <p:spPr>
            <a:xfrm>
              <a:off x="3151081" y="20295563"/>
              <a:ext cx="141388" cy="82065"/>
            </a:xfrm>
            <a:custGeom>
              <a:avLst/>
              <a:gdLst/>
              <a:ahLst/>
              <a:cxnLst/>
              <a:rect l="l" t="t" r="r" b="b"/>
              <a:pathLst>
                <a:path w="7126" h="5003" extrusionOk="0">
                  <a:moveTo>
                    <a:pt x="1516" y="0"/>
                  </a:moveTo>
                  <a:lnTo>
                    <a:pt x="0" y="1516"/>
                  </a:lnTo>
                  <a:lnTo>
                    <a:pt x="1819" y="3487"/>
                  </a:lnTo>
                  <a:lnTo>
                    <a:pt x="3487" y="1819"/>
                  </a:lnTo>
                  <a:lnTo>
                    <a:pt x="5154" y="3638"/>
                  </a:lnTo>
                  <a:lnTo>
                    <a:pt x="6215" y="5003"/>
                  </a:lnTo>
                  <a:lnTo>
                    <a:pt x="7125" y="4245"/>
                  </a:lnTo>
                  <a:lnTo>
                    <a:pt x="7125" y="1819"/>
                  </a:lnTo>
                  <a:lnTo>
                    <a:pt x="667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3" name="Google Shape;210;p7">
              <a:extLst>
                <a:ext uri="{FF2B5EF4-FFF2-40B4-BE49-F238E27FC236}">
                  <a16:creationId xmlns:a16="http://schemas.microsoft.com/office/drawing/2014/main" id="{9B4D1B25-81EA-4AD6-716F-7201E63500A6}"/>
                </a:ext>
              </a:extLst>
            </p:cNvPr>
            <p:cNvSpPr/>
            <p:nvPr/>
          </p:nvSpPr>
          <p:spPr>
            <a:xfrm>
              <a:off x="3220247" y="20076744"/>
              <a:ext cx="312836" cy="256137"/>
            </a:xfrm>
            <a:custGeom>
              <a:avLst/>
              <a:gdLst/>
              <a:ahLst/>
              <a:cxnLst/>
              <a:rect l="l" t="t" r="r" b="b"/>
              <a:pathLst>
                <a:path w="15767" h="15615" extrusionOk="0">
                  <a:moveTo>
                    <a:pt x="4852" y="0"/>
                  </a:moveTo>
                  <a:lnTo>
                    <a:pt x="5458" y="9399"/>
                  </a:lnTo>
                  <a:lnTo>
                    <a:pt x="1" y="9399"/>
                  </a:lnTo>
                  <a:lnTo>
                    <a:pt x="1" y="10611"/>
                  </a:lnTo>
                  <a:lnTo>
                    <a:pt x="1214" y="13340"/>
                  </a:lnTo>
                  <a:lnTo>
                    <a:pt x="3184" y="13340"/>
                  </a:lnTo>
                  <a:lnTo>
                    <a:pt x="3639" y="15159"/>
                  </a:lnTo>
                  <a:lnTo>
                    <a:pt x="6216" y="15614"/>
                  </a:lnTo>
                  <a:lnTo>
                    <a:pt x="6216" y="13037"/>
                  </a:lnTo>
                  <a:lnTo>
                    <a:pt x="15766" y="9247"/>
                  </a:lnTo>
                  <a:lnTo>
                    <a:pt x="15766" y="5912"/>
                  </a:lnTo>
                  <a:lnTo>
                    <a:pt x="773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4" name="Google Shape;211;p7">
              <a:extLst>
                <a:ext uri="{FF2B5EF4-FFF2-40B4-BE49-F238E27FC236}">
                  <a16:creationId xmlns:a16="http://schemas.microsoft.com/office/drawing/2014/main" id="{12B2C149-21E5-0F44-583B-D9A1BE1CE134}"/>
                </a:ext>
              </a:extLst>
            </p:cNvPr>
            <p:cNvSpPr/>
            <p:nvPr/>
          </p:nvSpPr>
          <p:spPr>
            <a:xfrm>
              <a:off x="3863915" y="20653630"/>
              <a:ext cx="222598" cy="164131"/>
            </a:xfrm>
            <a:custGeom>
              <a:avLst/>
              <a:gdLst/>
              <a:ahLst/>
              <a:cxnLst/>
              <a:rect l="l" t="t" r="r" b="b"/>
              <a:pathLst>
                <a:path w="11219" h="10006" extrusionOk="0">
                  <a:moveTo>
                    <a:pt x="10460" y="0"/>
                  </a:moveTo>
                  <a:lnTo>
                    <a:pt x="7277" y="455"/>
                  </a:lnTo>
                  <a:lnTo>
                    <a:pt x="6670" y="3032"/>
                  </a:lnTo>
                  <a:lnTo>
                    <a:pt x="8641" y="3942"/>
                  </a:lnTo>
                  <a:lnTo>
                    <a:pt x="7883" y="5306"/>
                  </a:lnTo>
                  <a:lnTo>
                    <a:pt x="2123" y="2426"/>
                  </a:lnTo>
                  <a:lnTo>
                    <a:pt x="2274" y="5306"/>
                  </a:lnTo>
                  <a:lnTo>
                    <a:pt x="0" y="5306"/>
                  </a:lnTo>
                  <a:lnTo>
                    <a:pt x="0" y="7731"/>
                  </a:lnTo>
                  <a:lnTo>
                    <a:pt x="1820" y="10005"/>
                  </a:lnTo>
                  <a:lnTo>
                    <a:pt x="5306" y="10005"/>
                  </a:lnTo>
                  <a:lnTo>
                    <a:pt x="11218" y="5912"/>
                  </a:lnTo>
                  <a:lnTo>
                    <a:pt x="11218" y="1061"/>
                  </a:lnTo>
                  <a:lnTo>
                    <a:pt x="1046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5" name="Google Shape;212;p7">
              <a:extLst>
                <a:ext uri="{FF2B5EF4-FFF2-40B4-BE49-F238E27FC236}">
                  <a16:creationId xmlns:a16="http://schemas.microsoft.com/office/drawing/2014/main" id="{86C61CAE-C18E-F4AC-8A12-EFBF232B3773}"/>
                </a:ext>
              </a:extLst>
            </p:cNvPr>
            <p:cNvSpPr/>
            <p:nvPr/>
          </p:nvSpPr>
          <p:spPr>
            <a:xfrm>
              <a:off x="3836852" y="20835148"/>
              <a:ext cx="162440" cy="139264"/>
            </a:xfrm>
            <a:custGeom>
              <a:avLst/>
              <a:gdLst/>
              <a:ahLst/>
              <a:cxnLst/>
              <a:rect l="l" t="t" r="r" b="b"/>
              <a:pathLst>
                <a:path w="8187" h="8490" extrusionOk="0">
                  <a:moveTo>
                    <a:pt x="0" y="0"/>
                  </a:moveTo>
                  <a:lnTo>
                    <a:pt x="0" y="6670"/>
                  </a:lnTo>
                  <a:lnTo>
                    <a:pt x="1668" y="8490"/>
                  </a:lnTo>
                  <a:lnTo>
                    <a:pt x="8186" y="4093"/>
                  </a:lnTo>
                  <a:lnTo>
                    <a:pt x="530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" name="Google Shape;213;p7">
              <a:extLst>
                <a:ext uri="{FF2B5EF4-FFF2-40B4-BE49-F238E27FC236}">
                  <a16:creationId xmlns:a16="http://schemas.microsoft.com/office/drawing/2014/main" id="{2482F7C3-0C43-F985-87A4-51F2904B28BE}"/>
                </a:ext>
              </a:extLst>
            </p:cNvPr>
            <p:cNvSpPr/>
            <p:nvPr/>
          </p:nvSpPr>
          <p:spPr>
            <a:xfrm>
              <a:off x="3343580" y="20255769"/>
              <a:ext cx="162440" cy="84559"/>
            </a:xfrm>
            <a:custGeom>
              <a:avLst/>
              <a:gdLst/>
              <a:ahLst/>
              <a:cxnLst/>
              <a:rect l="l" t="t" r="r" b="b"/>
              <a:pathLst>
                <a:path w="8187" h="5155" extrusionOk="0">
                  <a:moveTo>
                    <a:pt x="5306" y="1"/>
                  </a:moveTo>
                  <a:lnTo>
                    <a:pt x="0" y="2123"/>
                  </a:lnTo>
                  <a:lnTo>
                    <a:pt x="0" y="4700"/>
                  </a:lnTo>
                  <a:lnTo>
                    <a:pt x="2426" y="5155"/>
                  </a:lnTo>
                  <a:lnTo>
                    <a:pt x="2426" y="3790"/>
                  </a:lnTo>
                  <a:lnTo>
                    <a:pt x="5154" y="3790"/>
                  </a:lnTo>
                  <a:lnTo>
                    <a:pt x="8186" y="2729"/>
                  </a:lnTo>
                  <a:lnTo>
                    <a:pt x="5306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" name="Google Shape;214;p7">
              <a:extLst>
                <a:ext uri="{FF2B5EF4-FFF2-40B4-BE49-F238E27FC236}">
                  <a16:creationId xmlns:a16="http://schemas.microsoft.com/office/drawing/2014/main" id="{F3A892A5-5E59-C40D-14FB-76BD4DC968EE}"/>
                </a:ext>
              </a:extLst>
            </p:cNvPr>
            <p:cNvSpPr/>
            <p:nvPr/>
          </p:nvSpPr>
          <p:spPr>
            <a:xfrm>
              <a:off x="4086494" y="20671034"/>
              <a:ext cx="51151" cy="134293"/>
            </a:xfrm>
            <a:custGeom>
              <a:avLst/>
              <a:gdLst/>
              <a:ahLst/>
              <a:cxnLst/>
              <a:rect l="l" t="t" r="r" b="b"/>
              <a:pathLst>
                <a:path w="2578" h="8187" extrusionOk="0">
                  <a:moveTo>
                    <a:pt x="0" y="0"/>
                  </a:moveTo>
                  <a:lnTo>
                    <a:pt x="0" y="4851"/>
                  </a:lnTo>
                  <a:lnTo>
                    <a:pt x="1365" y="5912"/>
                  </a:lnTo>
                  <a:lnTo>
                    <a:pt x="1365" y="8186"/>
                  </a:lnTo>
                  <a:lnTo>
                    <a:pt x="2577" y="7125"/>
                  </a:lnTo>
                  <a:lnTo>
                    <a:pt x="2577" y="5155"/>
                  </a:lnTo>
                  <a:lnTo>
                    <a:pt x="1213" y="4245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" name="Google Shape;215;p7">
              <a:extLst>
                <a:ext uri="{FF2B5EF4-FFF2-40B4-BE49-F238E27FC236}">
                  <a16:creationId xmlns:a16="http://schemas.microsoft.com/office/drawing/2014/main" id="{C9A2987A-44E8-AEB3-1D40-5A164086C440}"/>
                </a:ext>
              </a:extLst>
            </p:cNvPr>
            <p:cNvSpPr/>
            <p:nvPr/>
          </p:nvSpPr>
          <p:spPr>
            <a:xfrm>
              <a:off x="4086494" y="20253292"/>
              <a:ext cx="288749" cy="181535"/>
            </a:xfrm>
            <a:custGeom>
              <a:avLst/>
              <a:gdLst/>
              <a:ahLst/>
              <a:cxnLst/>
              <a:rect l="l" t="t" r="r" b="b"/>
              <a:pathLst>
                <a:path w="14553" h="11067" extrusionOk="0">
                  <a:moveTo>
                    <a:pt x="2880" y="0"/>
                  </a:moveTo>
                  <a:lnTo>
                    <a:pt x="0" y="6973"/>
                  </a:lnTo>
                  <a:lnTo>
                    <a:pt x="3942" y="11066"/>
                  </a:lnTo>
                  <a:lnTo>
                    <a:pt x="9702" y="11066"/>
                  </a:lnTo>
                  <a:lnTo>
                    <a:pt x="14553" y="7125"/>
                  </a:lnTo>
                  <a:lnTo>
                    <a:pt x="10157" y="5609"/>
                  </a:lnTo>
                  <a:lnTo>
                    <a:pt x="8035" y="3184"/>
                  </a:lnTo>
                  <a:lnTo>
                    <a:pt x="8641" y="2729"/>
                  </a:lnTo>
                  <a:lnTo>
                    <a:pt x="697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" name="Google Shape;216;p7">
              <a:extLst>
                <a:ext uri="{FF2B5EF4-FFF2-40B4-BE49-F238E27FC236}">
                  <a16:creationId xmlns:a16="http://schemas.microsoft.com/office/drawing/2014/main" id="{D0585383-527D-799D-68DC-8E31B4C8306E}"/>
                </a:ext>
              </a:extLst>
            </p:cNvPr>
            <p:cNvSpPr/>
            <p:nvPr/>
          </p:nvSpPr>
          <p:spPr>
            <a:xfrm>
              <a:off x="4023319" y="20429840"/>
              <a:ext cx="105297" cy="87036"/>
            </a:xfrm>
            <a:custGeom>
              <a:avLst/>
              <a:gdLst/>
              <a:ahLst/>
              <a:cxnLst/>
              <a:rect l="l" t="t" r="r" b="b"/>
              <a:pathLst>
                <a:path w="5307" h="5306" extrusionOk="0">
                  <a:moveTo>
                    <a:pt x="4700" y="0"/>
                  </a:moveTo>
                  <a:lnTo>
                    <a:pt x="1214" y="455"/>
                  </a:lnTo>
                  <a:lnTo>
                    <a:pt x="1" y="5306"/>
                  </a:lnTo>
                  <a:lnTo>
                    <a:pt x="2426" y="5306"/>
                  </a:lnTo>
                  <a:lnTo>
                    <a:pt x="3184" y="4093"/>
                  </a:lnTo>
                  <a:lnTo>
                    <a:pt x="5003" y="4093"/>
                  </a:lnTo>
                  <a:lnTo>
                    <a:pt x="5306" y="2122"/>
                  </a:lnTo>
                  <a:lnTo>
                    <a:pt x="470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" name="Google Shape;217;p7">
              <a:extLst>
                <a:ext uri="{FF2B5EF4-FFF2-40B4-BE49-F238E27FC236}">
                  <a16:creationId xmlns:a16="http://schemas.microsoft.com/office/drawing/2014/main" id="{FA8A93A2-F0DD-AD6B-B86F-E6A6C02380F1}"/>
                </a:ext>
              </a:extLst>
            </p:cNvPr>
            <p:cNvSpPr/>
            <p:nvPr/>
          </p:nvSpPr>
          <p:spPr>
            <a:xfrm>
              <a:off x="3448837" y="20104088"/>
              <a:ext cx="309820" cy="196462"/>
            </a:xfrm>
            <a:custGeom>
              <a:avLst/>
              <a:gdLst/>
              <a:ahLst/>
              <a:cxnLst/>
              <a:rect l="l" t="t" r="r" b="b"/>
              <a:pathLst>
                <a:path w="15615" h="11977" extrusionOk="0">
                  <a:moveTo>
                    <a:pt x="10612" y="1"/>
                  </a:moveTo>
                  <a:lnTo>
                    <a:pt x="4245" y="4245"/>
                  </a:lnTo>
                  <a:lnTo>
                    <a:pt x="4245" y="7580"/>
                  </a:lnTo>
                  <a:lnTo>
                    <a:pt x="1" y="9248"/>
                  </a:lnTo>
                  <a:lnTo>
                    <a:pt x="2881" y="11976"/>
                  </a:lnTo>
                  <a:lnTo>
                    <a:pt x="3639" y="11673"/>
                  </a:lnTo>
                  <a:lnTo>
                    <a:pt x="3942" y="10309"/>
                  </a:lnTo>
                  <a:lnTo>
                    <a:pt x="13492" y="10309"/>
                  </a:lnTo>
                  <a:lnTo>
                    <a:pt x="15615" y="5913"/>
                  </a:lnTo>
                  <a:lnTo>
                    <a:pt x="1470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" name="Google Shape;218;p7">
              <a:extLst>
                <a:ext uri="{FF2B5EF4-FFF2-40B4-BE49-F238E27FC236}">
                  <a16:creationId xmlns:a16="http://schemas.microsoft.com/office/drawing/2014/main" id="{6F148A48-36F0-978A-9E21-AFBC4A4E70D8}"/>
                </a:ext>
              </a:extLst>
            </p:cNvPr>
            <p:cNvSpPr/>
            <p:nvPr/>
          </p:nvSpPr>
          <p:spPr>
            <a:xfrm>
              <a:off x="3133025" y="20014576"/>
              <a:ext cx="153412" cy="116890"/>
            </a:xfrm>
            <a:custGeom>
              <a:avLst/>
              <a:gdLst/>
              <a:ahLst/>
              <a:cxnLst/>
              <a:rect l="l" t="t" r="r" b="b"/>
              <a:pathLst>
                <a:path w="7732" h="7126" extrusionOk="0">
                  <a:moveTo>
                    <a:pt x="4397" y="0"/>
                  </a:moveTo>
                  <a:lnTo>
                    <a:pt x="1" y="5761"/>
                  </a:lnTo>
                  <a:lnTo>
                    <a:pt x="1" y="7125"/>
                  </a:lnTo>
                  <a:lnTo>
                    <a:pt x="3639" y="7125"/>
                  </a:lnTo>
                  <a:lnTo>
                    <a:pt x="4700" y="5458"/>
                  </a:lnTo>
                  <a:lnTo>
                    <a:pt x="4700" y="2123"/>
                  </a:lnTo>
                  <a:lnTo>
                    <a:pt x="7732" y="2123"/>
                  </a:lnTo>
                  <a:lnTo>
                    <a:pt x="773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" name="Google Shape;219;p7">
              <a:extLst>
                <a:ext uri="{FF2B5EF4-FFF2-40B4-BE49-F238E27FC236}">
                  <a16:creationId xmlns:a16="http://schemas.microsoft.com/office/drawing/2014/main" id="{FE4CB5E0-9758-601D-64EE-95C0345CB949}"/>
                </a:ext>
              </a:extLst>
            </p:cNvPr>
            <p:cNvSpPr/>
            <p:nvPr/>
          </p:nvSpPr>
          <p:spPr>
            <a:xfrm>
              <a:off x="3123997" y="20196094"/>
              <a:ext cx="120337" cy="99486"/>
            </a:xfrm>
            <a:custGeom>
              <a:avLst/>
              <a:gdLst/>
              <a:ahLst/>
              <a:cxnLst/>
              <a:rect l="l" t="t" r="r" b="b"/>
              <a:pathLst>
                <a:path w="6065" h="6065" extrusionOk="0">
                  <a:moveTo>
                    <a:pt x="304" y="0"/>
                  </a:moveTo>
                  <a:lnTo>
                    <a:pt x="152" y="3790"/>
                  </a:lnTo>
                  <a:lnTo>
                    <a:pt x="3033" y="4700"/>
                  </a:lnTo>
                  <a:lnTo>
                    <a:pt x="152" y="4700"/>
                  </a:lnTo>
                  <a:lnTo>
                    <a:pt x="1" y="6064"/>
                  </a:lnTo>
                  <a:lnTo>
                    <a:pt x="6065" y="6064"/>
                  </a:lnTo>
                  <a:lnTo>
                    <a:pt x="4852" y="3335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" name="Google Shape;220;p7">
              <a:extLst>
                <a:ext uri="{FF2B5EF4-FFF2-40B4-BE49-F238E27FC236}">
                  <a16:creationId xmlns:a16="http://schemas.microsoft.com/office/drawing/2014/main" id="{EAA8CA35-96C0-6CEB-6577-8A24E32B3BDE}"/>
                </a:ext>
              </a:extLst>
            </p:cNvPr>
            <p:cNvSpPr/>
            <p:nvPr/>
          </p:nvSpPr>
          <p:spPr>
            <a:xfrm>
              <a:off x="3127013" y="20258262"/>
              <a:ext cx="57162" cy="14927"/>
            </a:xfrm>
            <a:custGeom>
              <a:avLst/>
              <a:gdLst/>
              <a:ahLst/>
              <a:cxnLst/>
              <a:rect l="l" t="t" r="r" b="b"/>
              <a:pathLst>
                <a:path w="2881" h="910" extrusionOk="0">
                  <a:moveTo>
                    <a:pt x="0" y="0"/>
                  </a:moveTo>
                  <a:lnTo>
                    <a:pt x="0" y="910"/>
                  </a:lnTo>
                  <a:lnTo>
                    <a:pt x="2881" y="9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4" name="Google Shape;221;p7">
              <a:extLst>
                <a:ext uri="{FF2B5EF4-FFF2-40B4-BE49-F238E27FC236}">
                  <a16:creationId xmlns:a16="http://schemas.microsoft.com/office/drawing/2014/main" id="{0139D711-3F9E-2F7F-57FA-8AD3AA2518BA}"/>
                </a:ext>
              </a:extLst>
            </p:cNvPr>
            <p:cNvSpPr/>
            <p:nvPr/>
          </p:nvSpPr>
          <p:spPr>
            <a:xfrm>
              <a:off x="3716535" y="20104088"/>
              <a:ext cx="195515" cy="263600"/>
            </a:xfrm>
            <a:custGeom>
              <a:avLst/>
              <a:gdLst/>
              <a:ahLst/>
              <a:cxnLst/>
              <a:rect l="l" t="t" r="r" b="b"/>
              <a:pathLst>
                <a:path w="9854" h="16070" extrusionOk="0">
                  <a:moveTo>
                    <a:pt x="1213" y="1"/>
                  </a:moveTo>
                  <a:lnTo>
                    <a:pt x="2123" y="5913"/>
                  </a:lnTo>
                  <a:lnTo>
                    <a:pt x="0" y="10309"/>
                  </a:lnTo>
                  <a:lnTo>
                    <a:pt x="1820" y="13947"/>
                  </a:lnTo>
                  <a:lnTo>
                    <a:pt x="304" y="13947"/>
                  </a:lnTo>
                  <a:lnTo>
                    <a:pt x="1062" y="16069"/>
                  </a:lnTo>
                  <a:lnTo>
                    <a:pt x="8186" y="12734"/>
                  </a:lnTo>
                  <a:lnTo>
                    <a:pt x="8186" y="9096"/>
                  </a:lnTo>
                  <a:lnTo>
                    <a:pt x="9702" y="7580"/>
                  </a:lnTo>
                  <a:lnTo>
                    <a:pt x="9854" y="3942"/>
                  </a:lnTo>
                  <a:lnTo>
                    <a:pt x="3639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5" name="Google Shape;222;p7">
              <a:extLst>
                <a:ext uri="{FF2B5EF4-FFF2-40B4-BE49-F238E27FC236}">
                  <a16:creationId xmlns:a16="http://schemas.microsoft.com/office/drawing/2014/main" id="{520E94C9-F0D0-4350-3F22-36A3A0D4BDC7}"/>
                </a:ext>
              </a:extLst>
            </p:cNvPr>
            <p:cNvSpPr/>
            <p:nvPr/>
          </p:nvSpPr>
          <p:spPr>
            <a:xfrm>
              <a:off x="3626297" y="19927540"/>
              <a:ext cx="297796" cy="243703"/>
            </a:xfrm>
            <a:custGeom>
              <a:avLst/>
              <a:gdLst/>
              <a:ahLst/>
              <a:cxnLst/>
              <a:rect l="l" t="t" r="r" b="b"/>
              <a:pathLst>
                <a:path w="15009" h="14857" extrusionOk="0">
                  <a:moveTo>
                    <a:pt x="2578" y="1"/>
                  </a:moveTo>
                  <a:lnTo>
                    <a:pt x="1" y="2729"/>
                  </a:lnTo>
                  <a:lnTo>
                    <a:pt x="1668" y="10764"/>
                  </a:lnTo>
                  <a:lnTo>
                    <a:pt x="8187" y="10764"/>
                  </a:lnTo>
                  <a:lnTo>
                    <a:pt x="14402" y="14857"/>
                  </a:lnTo>
                  <a:lnTo>
                    <a:pt x="15008" y="1213"/>
                  </a:lnTo>
                  <a:lnTo>
                    <a:pt x="11370" y="759"/>
                  </a:lnTo>
                  <a:lnTo>
                    <a:pt x="10006" y="2881"/>
                  </a:lnTo>
                  <a:lnTo>
                    <a:pt x="6671" y="2274"/>
                  </a:lnTo>
                  <a:lnTo>
                    <a:pt x="5458" y="759"/>
                  </a:lnTo>
                  <a:lnTo>
                    <a:pt x="257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6" name="Google Shape;223;p7">
              <a:extLst>
                <a:ext uri="{FF2B5EF4-FFF2-40B4-BE49-F238E27FC236}">
                  <a16:creationId xmlns:a16="http://schemas.microsoft.com/office/drawing/2014/main" id="{7E446E2E-5821-58FE-6470-751F21C8BEDD}"/>
                </a:ext>
              </a:extLst>
            </p:cNvPr>
            <p:cNvSpPr/>
            <p:nvPr/>
          </p:nvSpPr>
          <p:spPr>
            <a:xfrm>
              <a:off x="3220247" y="19892732"/>
              <a:ext cx="213571" cy="121860"/>
            </a:xfrm>
            <a:custGeom>
              <a:avLst/>
              <a:gdLst/>
              <a:ahLst/>
              <a:cxnLst/>
              <a:rect l="l" t="t" r="r" b="b"/>
              <a:pathLst>
                <a:path w="10764" h="7429" extrusionOk="0">
                  <a:moveTo>
                    <a:pt x="10764" y="0"/>
                  </a:moveTo>
                  <a:lnTo>
                    <a:pt x="5307" y="607"/>
                  </a:lnTo>
                  <a:lnTo>
                    <a:pt x="1" y="7428"/>
                  </a:lnTo>
                  <a:lnTo>
                    <a:pt x="3336" y="7428"/>
                  </a:lnTo>
                  <a:lnTo>
                    <a:pt x="3336" y="6974"/>
                  </a:lnTo>
                  <a:lnTo>
                    <a:pt x="10764" y="2881"/>
                  </a:lnTo>
                  <a:lnTo>
                    <a:pt x="1076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7" name="Google Shape;224;p7">
              <a:extLst>
                <a:ext uri="{FF2B5EF4-FFF2-40B4-BE49-F238E27FC236}">
                  <a16:creationId xmlns:a16="http://schemas.microsoft.com/office/drawing/2014/main" id="{12DD8502-7A43-C276-2FBD-C4E49B420E64}"/>
                </a:ext>
              </a:extLst>
            </p:cNvPr>
            <p:cNvSpPr/>
            <p:nvPr/>
          </p:nvSpPr>
          <p:spPr>
            <a:xfrm>
              <a:off x="3286417" y="19862895"/>
              <a:ext cx="372995" cy="310842"/>
            </a:xfrm>
            <a:custGeom>
              <a:avLst/>
              <a:gdLst/>
              <a:ahLst/>
              <a:cxnLst/>
              <a:rect l="l" t="t" r="r" b="b"/>
              <a:pathLst>
                <a:path w="18799" h="18950" extrusionOk="0">
                  <a:moveTo>
                    <a:pt x="12280" y="0"/>
                  </a:moveTo>
                  <a:lnTo>
                    <a:pt x="7429" y="1819"/>
                  </a:lnTo>
                  <a:lnTo>
                    <a:pt x="7429" y="4700"/>
                  </a:lnTo>
                  <a:lnTo>
                    <a:pt x="1" y="8793"/>
                  </a:lnTo>
                  <a:lnTo>
                    <a:pt x="1" y="9854"/>
                  </a:lnTo>
                  <a:lnTo>
                    <a:pt x="12431" y="18949"/>
                  </a:lnTo>
                  <a:lnTo>
                    <a:pt x="18798" y="14705"/>
                  </a:lnTo>
                  <a:lnTo>
                    <a:pt x="15766" y="152"/>
                  </a:lnTo>
                  <a:lnTo>
                    <a:pt x="1228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8" name="Google Shape;225;p7">
              <a:extLst>
                <a:ext uri="{FF2B5EF4-FFF2-40B4-BE49-F238E27FC236}">
                  <a16:creationId xmlns:a16="http://schemas.microsoft.com/office/drawing/2014/main" id="{A9F6FF93-FF68-7E12-DCFB-C8E7A9CD5171}"/>
                </a:ext>
              </a:extLst>
            </p:cNvPr>
            <p:cNvSpPr/>
            <p:nvPr/>
          </p:nvSpPr>
          <p:spPr>
            <a:xfrm>
              <a:off x="3599234" y="19865372"/>
              <a:ext cx="78214" cy="106949"/>
            </a:xfrm>
            <a:custGeom>
              <a:avLst/>
              <a:gdLst/>
              <a:ahLst/>
              <a:cxnLst/>
              <a:rect l="l" t="t" r="r" b="b"/>
              <a:pathLst>
                <a:path w="3942" h="6520" extrusionOk="0">
                  <a:moveTo>
                    <a:pt x="0" y="1"/>
                  </a:moveTo>
                  <a:lnTo>
                    <a:pt x="1365" y="6519"/>
                  </a:lnTo>
                  <a:lnTo>
                    <a:pt x="3942" y="3791"/>
                  </a:lnTo>
                  <a:lnTo>
                    <a:pt x="3032" y="3639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9" name="Google Shape;226;p7">
              <a:extLst>
                <a:ext uri="{FF2B5EF4-FFF2-40B4-BE49-F238E27FC236}">
                  <a16:creationId xmlns:a16="http://schemas.microsoft.com/office/drawing/2014/main" id="{E0441223-7788-956B-C68D-7D1FD3D61632}"/>
                </a:ext>
              </a:extLst>
            </p:cNvPr>
            <p:cNvSpPr/>
            <p:nvPr/>
          </p:nvSpPr>
          <p:spPr>
            <a:xfrm>
              <a:off x="3930086" y="20777950"/>
              <a:ext cx="156428" cy="124353"/>
            </a:xfrm>
            <a:custGeom>
              <a:avLst/>
              <a:gdLst/>
              <a:ahLst/>
              <a:cxnLst/>
              <a:rect l="l" t="t" r="r" b="b"/>
              <a:pathLst>
                <a:path w="7884" h="7581" extrusionOk="0">
                  <a:moveTo>
                    <a:pt x="5458" y="1"/>
                  </a:moveTo>
                  <a:lnTo>
                    <a:pt x="1971" y="2426"/>
                  </a:lnTo>
                  <a:lnTo>
                    <a:pt x="0" y="2426"/>
                  </a:lnTo>
                  <a:lnTo>
                    <a:pt x="3487" y="7580"/>
                  </a:lnTo>
                  <a:lnTo>
                    <a:pt x="6367" y="7580"/>
                  </a:lnTo>
                  <a:lnTo>
                    <a:pt x="7883" y="3942"/>
                  </a:lnTo>
                  <a:lnTo>
                    <a:pt x="7883" y="1668"/>
                  </a:lnTo>
                  <a:lnTo>
                    <a:pt x="545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0" name="Google Shape;227;p7">
              <a:extLst>
                <a:ext uri="{FF2B5EF4-FFF2-40B4-BE49-F238E27FC236}">
                  <a16:creationId xmlns:a16="http://schemas.microsoft.com/office/drawing/2014/main" id="{BB36E051-DED4-8186-E9EA-1E90A49F590E}"/>
                </a:ext>
              </a:extLst>
            </p:cNvPr>
            <p:cNvSpPr/>
            <p:nvPr/>
          </p:nvSpPr>
          <p:spPr>
            <a:xfrm>
              <a:off x="3963161" y="21011697"/>
              <a:ext cx="45139" cy="32347"/>
            </a:xfrm>
            <a:custGeom>
              <a:avLst/>
              <a:gdLst/>
              <a:ahLst/>
              <a:cxnLst/>
              <a:rect l="l" t="t" r="r" b="b"/>
              <a:pathLst>
                <a:path w="2275" h="1972" extrusionOk="0">
                  <a:moveTo>
                    <a:pt x="1062" y="0"/>
                  </a:moveTo>
                  <a:lnTo>
                    <a:pt x="1" y="607"/>
                  </a:lnTo>
                  <a:lnTo>
                    <a:pt x="1" y="1971"/>
                  </a:lnTo>
                  <a:lnTo>
                    <a:pt x="1365" y="1971"/>
                  </a:lnTo>
                  <a:lnTo>
                    <a:pt x="2275" y="1062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1" name="Google Shape;228;p7">
              <a:extLst>
                <a:ext uri="{FF2B5EF4-FFF2-40B4-BE49-F238E27FC236}">
                  <a16:creationId xmlns:a16="http://schemas.microsoft.com/office/drawing/2014/main" id="{69C5690A-C191-F942-AD31-7A9CD29A575B}"/>
                </a:ext>
              </a:extLst>
            </p:cNvPr>
            <p:cNvSpPr/>
            <p:nvPr/>
          </p:nvSpPr>
          <p:spPr>
            <a:xfrm>
              <a:off x="4035363" y="20961962"/>
              <a:ext cx="21071" cy="27377"/>
            </a:xfrm>
            <a:custGeom>
              <a:avLst/>
              <a:gdLst/>
              <a:ahLst/>
              <a:cxnLst/>
              <a:rect l="l" t="t" r="r" b="b"/>
              <a:pathLst>
                <a:path w="1062" h="1669" extrusionOk="0">
                  <a:moveTo>
                    <a:pt x="0" y="1"/>
                  </a:moveTo>
                  <a:lnTo>
                    <a:pt x="0" y="910"/>
                  </a:lnTo>
                  <a:lnTo>
                    <a:pt x="1061" y="1668"/>
                  </a:lnTo>
                  <a:lnTo>
                    <a:pt x="106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2" name="Google Shape;229;p7">
              <a:extLst>
                <a:ext uri="{FF2B5EF4-FFF2-40B4-BE49-F238E27FC236}">
                  <a16:creationId xmlns:a16="http://schemas.microsoft.com/office/drawing/2014/main" id="{9D002ECB-F013-8210-63A8-865079CD8839}"/>
                </a:ext>
              </a:extLst>
            </p:cNvPr>
            <p:cNvSpPr/>
            <p:nvPr/>
          </p:nvSpPr>
          <p:spPr>
            <a:xfrm>
              <a:off x="3915046" y="19947437"/>
              <a:ext cx="222598" cy="169101"/>
            </a:xfrm>
            <a:custGeom>
              <a:avLst/>
              <a:gdLst/>
              <a:ahLst/>
              <a:cxnLst/>
              <a:rect l="l" t="t" r="r" b="b"/>
              <a:pathLst>
                <a:path w="11219" h="10309" extrusionOk="0">
                  <a:moveTo>
                    <a:pt x="455" y="0"/>
                  </a:moveTo>
                  <a:lnTo>
                    <a:pt x="0" y="10309"/>
                  </a:lnTo>
                  <a:lnTo>
                    <a:pt x="9399" y="10309"/>
                  </a:lnTo>
                  <a:lnTo>
                    <a:pt x="11218" y="9247"/>
                  </a:lnTo>
                  <a:lnTo>
                    <a:pt x="7277" y="2577"/>
                  </a:lnTo>
                  <a:lnTo>
                    <a:pt x="9399" y="4245"/>
                  </a:lnTo>
                  <a:lnTo>
                    <a:pt x="10006" y="2881"/>
                  </a:lnTo>
                  <a:lnTo>
                    <a:pt x="8944" y="1061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3" name="Google Shape;230;p7">
              <a:extLst>
                <a:ext uri="{FF2B5EF4-FFF2-40B4-BE49-F238E27FC236}">
                  <a16:creationId xmlns:a16="http://schemas.microsoft.com/office/drawing/2014/main" id="{1C822FC7-8115-73E1-5438-2AC2D6BED121}"/>
                </a:ext>
              </a:extLst>
            </p:cNvPr>
            <p:cNvSpPr/>
            <p:nvPr/>
          </p:nvSpPr>
          <p:spPr>
            <a:xfrm>
              <a:off x="3878955" y="20099118"/>
              <a:ext cx="309820" cy="338186"/>
            </a:xfrm>
            <a:custGeom>
              <a:avLst/>
              <a:gdLst/>
              <a:ahLst/>
              <a:cxnLst/>
              <a:rect l="l" t="t" r="r" b="b"/>
              <a:pathLst>
                <a:path w="15615" h="20617" extrusionOk="0">
                  <a:moveTo>
                    <a:pt x="13037" y="0"/>
                  </a:moveTo>
                  <a:lnTo>
                    <a:pt x="11218" y="1062"/>
                  </a:lnTo>
                  <a:lnTo>
                    <a:pt x="1819" y="1062"/>
                  </a:lnTo>
                  <a:lnTo>
                    <a:pt x="1516" y="7883"/>
                  </a:lnTo>
                  <a:lnTo>
                    <a:pt x="0" y="9399"/>
                  </a:lnTo>
                  <a:lnTo>
                    <a:pt x="0" y="13037"/>
                  </a:lnTo>
                  <a:lnTo>
                    <a:pt x="5458" y="19556"/>
                  </a:lnTo>
                  <a:lnTo>
                    <a:pt x="8490" y="20617"/>
                  </a:lnTo>
                  <a:lnTo>
                    <a:pt x="13795" y="19859"/>
                  </a:lnTo>
                  <a:lnTo>
                    <a:pt x="10460" y="16372"/>
                  </a:lnTo>
                  <a:lnTo>
                    <a:pt x="13340" y="9399"/>
                  </a:lnTo>
                  <a:lnTo>
                    <a:pt x="15614" y="4245"/>
                  </a:lnTo>
                  <a:lnTo>
                    <a:pt x="1303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4" name="Google Shape;231;p7">
              <a:extLst>
                <a:ext uri="{FF2B5EF4-FFF2-40B4-BE49-F238E27FC236}">
                  <a16:creationId xmlns:a16="http://schemas.microsoft.com/office/drawing/2014/main" id="{AAE19227-7D43-0A7F-6E87-34C42734E654}"/>
                </a:ext>
              </a:extLst>
            </p:cNvPr>
            <p:cNvSpPr/>
            <p:nvPr/>
          </p:nvSpPr>
          <p:spPr>
            <a:xfrm>
              <a:off x="3698479" y="20419884"/>
              <a:ext cx="372995" cy="320782"/>
            </a:xfrm>
            <a:custGeom>
              <a:avLst/>
              <a:gdLst/>
              <a:ahLst/>
              <a:cxnLst/>
              <a:rect l="l" t="t" r="r" b="b"/>
              <a:pathLst>
                <a:path w="18799" h="19556" extrusionOk="0">
                  <a:moveTo>
                    <a:pt x="14554" y="1"/>
                  </a:moveTo>
                  <a:lnTo>
                    <a:pt x="6216" y="152"/>
                  </a:lnTo>
                  <a:lnTo>
                    <a:pt x="5458" y="5458"/>
                  </a:lnTo>
                  <a:lnTo>
                    <a:pt x="2730" y="10157"/>
                  </a:lnTo>
                  <a:lnTo>
                    <a:pt x="1" y="11522"/>
                  </a:lnTo>
                  <a:lnTo>
                    <a:pt x="607" y="12280"/>
                  </a:lnTo>
                  <a:lnTo>
                    <a:pt x="3791" y="12280"/>
                  </a:lnTo>
                  <a:lnTo>
                    <a:pt x="4245" y="14099"/>
                  </a:lnTo>
                  <a:lnTo>
                    <a:pt x="6368" y="13947"/>
                  </a:lnTo>
                  <a:lnTo>
                    <a:pt x="6671" y="12583"/>
                  </a:lnTo>
                  <a:lnTo>
                    <a:pt x="8642" y="12583"/>
                  </a:lnTo>
                  <a:lnTo>
                    <a:pt x="8642" y="15766"/>
                  </a:lnTo>
                  <a:lnTo>
                    <a:pt x="16221" y="19556"/>
                  </a:lnTo>
                  <a:lnTo>
                    <a:pt x="16979" y="18192"/>
                  </a:lnTo>
                  <a:lnTo>
                    <a:pt x="15008" y="17282"/>
                  </a:lnTo>
                  <a:lnTo>
                    <a:pt x="15615" y="14705"/>
                  </a:lnTo>
                  <a:lnTo>
                    <a:pt x="18798" y="14250"/>
                  </a:lnTo>
                  <a:lnTo>
                    <a:pt x="15615" y="9703"/>
                  </a:lnTo>
                  <a:lnTo>
                    <a:pt x="17586" y="1062"/>
                  </a:lnTo>
                  <a:lnTo>
                    <a:pt x="1455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5" name="Google Shape;232;p7">
              <a:extLst>
                <a:ext uri="{FF2B5EF4-FFF2-40B4-BE49-F238E27FC236}">
                  <a16:creationId xmlns:a16="http://schemas.microsoft.com/office/drawing/2014/main" id="{055ABDC7-3D70-2917-774D-C2D6C67B53B6}"/>
                </a:ext>
              </a:extLst>
            </p:cNvPr>
            <p:cNvSpPr/>
            <p:nvPr/>
          </p:nvSpPr>
          <p:spPr>
            <a:xfrm>
              <a:off x="3725563" y="20312967"/>
              <a:ext cx="261685" cy="139264"/>
            </a:xfrm>
            <a:custGeom>
              <a:avLst/>
              <a:gdLst/>
              <a:ahLst/>
              <a:cxnLst/>
              <a:rect l="l" t="t" r="r" b="b"/>
              <a:pathLst>
                <a:path w="13189" h="8490" extrusionOk="0">
                  <a:moveTo>
                    <a:pt x="7731" y="0"/>
                  </a:moveTo>
                  <a:lnTo>
                    <a:pt x="607" y="3335"/>
                  </a:lnTo>
                  <a:lnTo>
                    <a:pt x="0" y="5912"/>
                  </a:lnTo>
                  <a:lnTo>
                    <a:pt x="1819" y="8489"/>
                  </a:lnTo>
                  <a:lnTo>
                    <a:pt x="4548" y="8489"/>
                  </a:lnTo>
                  <a:lnTo>
                    <a:pt x="4851" y="6670"/>
                  </a:lnTo>
                  <a:lnTo>
                    <a:pt x="13189" y="6519"/>
                  </a:lnTo>
                  <a:lnTo>
                    <a:pt x="773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6" name="Google Shape;233;p7">
              <a:extLst>
                <a:ext uri="{FF2B5EF4-FFF2-40B4-BE49-F238E27FC236}">
                  <a16:creationId xmlns:a16="http://schemas.microsoft.com/office/drawing/2014/main" id="{F5630F7F-9076-BD28-039E-BABDDB88A611}"/>
                </a:ext>
              </a:extLst>
            </p:cNvPr>
            <p:cNvSpPr/>
            <p:nvPr/>
          </p:nvSpPr>
          <p:spPr>
            <a:xfrm>
              <a:off x="3469889" y="20295563"/>
              <a:ext cx="51151" cy="101963"/>
            </a:xfrm>
            <a:custGeom>
              <a:avLst/>
              <a:gdLst/>
              <a:ahLst/>
              <a:cxnLst/>
              <a:rect l="l" t="t" r="r" b="b"/>
              <a:pathLst>
                <a:path w="2578" h="6216" extrusionOk="0">
                  <a:moveTo>
                    <a:pt x="2578" y="0"/>
                  </a:moveTo>
                  <a:lnTo>
                    <a:pt x="1" y="910"/>
                  </a:lnTo>
                  <a:lnTo>
                    <a:pt x="910" y="6215"/>
                  </a:lnTo>
                  <a:lnTo>
                    <a:pt x="1365" y="6064"/>
                  </a:lnTo>
                  <a:lnTo>
                    <a:pt x="257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7" name="Google Shape;234;p7">
              <a:extLst>
                <a:ext uri="{FF2B5EF4-FFF2-40B4-BE49-F238E27FC236}">
                  <a16:creationId xmlns:a16="http://schemas.microsoft.com/office/drawing/2014/main" id="{E4AA92E0-AAAB-7005-A4F4-AFDA20190E43}"/>
                </a:ext>
              </a:extLst>
            </p:cNvPr>
            <p:cNvSpPr/>
            <p:nvPr/>
          </p:nvSpPr>
          <p:spPr>
            <a:xfrm>
              <a:off x="3445841" y="20310474"/>
              <a:ext cx="42123" cy="92022"/>
            </a:xfrm>
            <a:custGeom>
              <a:avLst/>
              <a:gdLst/>
              <a:ahLst/>
              <a:cxnLst/>
              <a:rect l="l" t="t" r="r" b="b"/>
              <a:pathLst>
                <a:path w="2123" h="5610" extrusionOk="0">
                  <a:moveTo>
                    <a:pt x="1213" y="1"/>
                  </a:moveTo>
                  <a:lnTo>
                    <a:pt x="0" y="455"/>
                  </a:lnTo>
                  <a:lnTo>
                    <a:pt x="758" y="5610"/>
                  </a:lnTo>
                  <a:lnTo>
                    <a:pt x="2122" y="5306"/>
                  </a:lnTo>
                  <a:lnTo>
                    <a:pt x="12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8" name="Google Shape;235;p7">
              <a:extLst>
                <a:ext uri="{FF2B5EF4-FFF2-40B4-BE49-F238E27FC236}">
                  <a16:creationId xmlns:a16="http://schemas.microsoft.com/office/drawing/2014/main" id="{6AD07743-B533-FA4B-D576-C7EEB4EC4248}"/>
                </a:ext>
              </a:extLst>
            </p:cNvPr>
            <p:cNvSpPr/>
            <p:nvPr/>
          </p:nvSpPr>
          <p:spPr>
            <a:xfrm>
              <a:off x="3123997" y="20295563"/>
              <a:ext cx="57182" cy="24884"/>
            </a:xfrm>
            <a:custGeom>
              <a:avLst/>
              <a:gdLst/>
              <a:ahLst/>
              <a:cxnLst/>
              <a:rect l="l" t="t" r="r" b="b"/>
              <a:pathLst>
                <a:path w="2882" h="1517" extrusionOk="0">
                  <a:moveTo>
                    <a:pt x="1" y="0"/>
                  </a:moveTo>
                  <a:lnTo>
                    <a:pt x="1365" y="1516"/>
                  </a:lnTo>
                  <a:lnTo>
                    <a:pt x="288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9" name="Google Shape;236;p7">
              <a:extLst>
                <a:ext uri="{FF2B5EF4-FFF2-40B4-BE49-F238E27FC236}">
                  <a16:creationId xmlns:a16="http://schemas.microsoft.com/office/drawing/2014/main" id="{C498D99F-B8CA-4916-C8AF-6B45C6140762}"/>
                </a:ext>
              </a:extLst>
            </p:cNvPr>
            <p:cNvSpPr/>
            <p:nvPr/>
          </p:nvSpPr>
          <p:spPr>
            <a:xfrm>
              <a:off x="898272" y="19308383"/>
              <a:ext cx="613589" cy="233746"/>
            </a:xfrm>
            <a:custGeom>
              <a:avLst/>
              <a:gdLst/>
              <a:ahLst/>
              <a:cxnLst/>
              <a:rect l="l" t="t" r="r" b="b"/>
              <a:pathLst>
                <a:path w="30925" h="14250" extrusionOk="0">
                  <a:moveTo>
                    <a:pt x="17130" y="0"/>
                  </a:moveTo>
                  <a:lnTo>
                    <a:pt x="12431" y="1971"/>
                  </a:lnTo>
                  <a:lnTo>
                    <a:pt x="12431" y="4093"/>
                  </a:lnTo>
                  <a:lnTo>
                    <a:pt x="7125" y="3942"/>
                  </a:lnTo>
                  <a:lnTo>
                    <a:pt x="6215" y="5306"/>
                  </a:lnTo>
                  <a:lnTo>
                    <a:pt x="6215" y="5306"/>
                  </a:lnTo>
                  <a:lnTo>
                    <a:pt x="10612" y="5154"/>
                  </a:lnTo>
                  <a:lnTo>
                    <a:pt x="10612" y="5154"/>
                  </a:lnTo>
                  <a:lnTo>
                    <a:pt x="4851" y="7428"/>
                  </a:lnTo>
                  <a:lnTo>
                    <a:pt x="2122" y="11067"/>
                  </a:lnTo>
                  <a:lnTo>
                    <a:pt x="4548" y="11067"/>
                  </a:lnTo>
                  <a:lnTo>
                    <a:pt x="0" y="14098"/>
                  </a:lnTo>
                  <a:lnTo>
                    <a:pt x="1668" y="14250"/>
                  </a:lnTo>
                  <a:lnTo>
                    <a:pt x="10308" y="10005"/>
                  </a:lnTo>
                  <a:lnTo>
                    <a:pt x="20465" y="9702"/>
                  </a:lnTo>
                  <a:lnTo>
                    <a:pt x="23497" y="12734"/>
                  </a:lnTo>
                  <a:lnTo>
                    <a:pt x="24558" y="11521"/>
                  </a:lnTo>
                  <a:lnTo>
                    <a:pt x="23648" y="10460"/>
                  </a:lnTo>
                  <a:lnTo>
                    <a:pt x="22436" y="10460"/>
                  </a:lnTo>
                  <a:lnTo>
                    <a:pt x="21375" y="9247"/>
                  </a:lnTo>
                  <a:lnTo>
                    <a:pt x="30925" y="910"/>
                  </a:lnTo>
                  <a:lnTo>
                    <a:pt x="28651" y="0"/>
                  </a:lnTo>
                  <a:close/>
                </a:path>
              </a:pathLst>
            </a:custGeom>
            <a:solidFill>
              <a:srgbClr val="1DB954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0" name="Google Shape;237;p7">
              <a:extLst>
                <a:ext uri="{FF2B5EF4-FFF2-40B4-BE49-F238E27FC236}">
                  <a16:creationId xmlns:a16="http://schemas.microsoft.com/office/drawing/2014/main" id="{3C0FF22B-77F3-974E-A2B7-D2EC8070F389}"/>
                </a:ext>
              </a:extLst>
            </p:cNvPr>
            <p:cNvSpPr/>
            <p:nvPr/>
          </p:nvSpPr>
          <p:spPr>
            <a:xfrm>
              <a:off x="1316346" y="19619208"/>
              <a:ext cx="45139" cy="34824"/>
            </a:xfrm>
            <a:custGeom>
              <a:avLst/>
              <a:gdLst/>
              <a:ahLst/>
              <a:cxnLst/>
              <a:rect l="l" t="t" r="r" b="b"/>
              <a:pathLst>
                <a:path w="2275" h="2123" extrusionOk="0">
                  <a:moveTo>
                    <a:pt x="758" y="0"/>
                  </a:moveTo>
                  <a:lnTo>
                    <a:pt x="0" y="607"/>
                  </a:lnTo>
                  <a:lnTo>
                    <a:pt x="1062" y="2123"/>
                  </a:lnTo>
                  <a:lnTo>
                    <a:pt x="2274" y="2123"/>
                  </a:lnTo>
                  <a:lnTo>
                    <a:pt x="2274" y="1365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1" name="Google Shape;238;p7">
              <a:extLst>
                <a:ext uri="{FF2B5EF4-FFF2-40B4-BE49-F238E27FC236}">
                  <a16:creationId xmlns:a16="http://schemas.microsoft.com/office/drawing/2014/main" id="{FDE96AAF-FB45-6615-D7EF-BA106D088402}"/>
                </a:ext>
              </a:extLst>
            </p:cNvPr>
            <p:cNvSpPr/>
            <p:nvPr/>
          </p:nvSpPr>
          <p:spPr>
            <a:xfrm>
              <a:off x="2459298" y="19616715"/>
              <a:ext cx="114305" cy="57215"/>
            </a:xfrm>
            <a:custGeom>
              <a:avLst/>
              <a:gdLst/>
              <a:ahLst/>
              <a:cxnLst/>
              <a:rect l="l" t="t" r="r" b="b"/>
              <a:pathLst>
                <a:path w="5761" h="3488" extrusionOk="0">
                  <a:moveTo>
                    <a:pt x="3487" y="1"/>
                  </a:moveTo>
                  <a:lnTo>
                    <a:pt x="0" y="3487"/>
                  </a:lnTo>
                  <a:lnTo>
                    <a:pt x="5761" y="3487"/>
                  </a:lnTo>
                  <a:lnTo>
                    <a:pt x="4548" y="1668"/>
                  </a:lnTo>
                  <a:lnTo>
                    <a:pt x="3487" y="1365"/>
                  </a:lnTo>
                  <a:lnTo>
                    <a:pt x="348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2" name="Google Shape;239;p7">
              <a:extLst>
                <a:ext uri="{FF2B5EF4-FFF2-40B4-BE49-F238E27FC236}">
                  <a16:creationId xmlns:a16="http://schemas.microsoft.com/office/drawing/2014/main" id="{D96626A3-8651-AC00-157B-C0CBA72BD0BE}"/>
                </a:ext>
              </a:extLst>
            </p:cNvPr>
            <p:cNvSpPr/>
            <p:nvPr/>
          </p:nvSpPr>
          <p:spPr>
            <a:xfrm>
              <a:off x="2266798" y="19266112"/>
              <a:ext cx="312816" cy="174071"/>
            </a:xfrm>
            <a:custGeom>
              <a:avLst/>
              <a:gdLst/>
              <a:ahLst/>
              <a:cxnLst/>
              <a:rect l="l" t="t" r="r" b="b"/>
              <a:pathLst>
                <a:path w="15766" h="10612" extrusionOk="0">
                  <a:moveTo>
                    <a:pt x="2881" y="0"/>
                  </a:moveTo>
                  <a:lnTo>
                    <a:pt x="0" y="3032"/>
                  </a:lnTo>
                  <a:lnTo>
                    <a:pt x="6822" y="2577"/>
                  </a:lnTo>
                  <a:lnTo>
                    <a:pt x="11067" y="6367"/>
                  </a:lnTo>
                  <a:lnTo>
                    <a:pt x="8338" y="6367"/>
                  </a:lnTo>
                  <a:lnTo>
                    <a:pt x="6822" y="7428"/>
                  </a:lnTo>
                  <a:lnTo>
                    <a:pt x="3639" y="7428"/>
                  </a:lnTo>
                  <a:lnTo>
                    <a:pt x="3639" y="8338"/>
                  </a:lnTo>
                  <a:lnTo>
                    <a:pt x="6822" y="8338"/>
                  </a:lnTo>
                  <a:lnTo>
                    <a:pt x="9702" y="10612"/>
                  </a:lnTo>
                  <a:lnTo>
                    <a:pt x="10460" y="10309"/>
                  </a:lnTo>
                  <a:lnTo>
                    <a:pt x="9702" y="8944"/>
                  </a:lnTo>
                  <a:lnTo>
                    <a:pt x="11673" y="9854"/>
                  </a:lnTo>
                  <a:lnTo>
                    <a:pt x="12279" y="9551"/>
                  </a:lnTo>
                  <a:lnTo>
                    <a:pt x="12279" y="6670"/>
                  </a:lnTo>
                  <a:lnTo>
                    <a:pt x="14402" y="7428"/>
                  </a:lnTo>
                  <a:lnTo>
                    <a:pt x="15766" y="6670"/>
                  </a:lnTo>
                  <a:lnTo>
                    <a:pt x="15008" y="5306"/>
                  </a:lnTo>
                  <a:lnTo>
                    <a:pt x="13795" y="4851"/>
                  </a:lnTo>
                  <a:lnTo>
                    <a:pt x="13644" y="2881"/>
                  </a:lnTo>
                  <a:lnTo>
                    <a:pt x="6670" y="0"/>
                  </a:lnTo>
                  <a:lnTo>
                    <a:pt x="5609" y="0"/>
                  </a:lnTo>
                  <a:lnTo>
                    <a:pt x="3184" y="1971"/>
                  </a:lnTo>
                  <a:lnTo>
                    <a:pt x="3184" y="1971"/>
                  </a:lnTo>
                  <a:lnTo>
                    <a:pt x="409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3" name="Google Shape;240;p7">
              <a:extLst>
                <a:ext uri="{FF2B5EF4-FFF2-40B4-BE49-F238E27FC236}">
                  <a16:creationId xmlns:a16="http://schemas.microsoft.com/office/drawing/2014/main" id="{A8CCCC85-B736-1B9B-1015-297E896EF245}"/>
                </a:ext>
              </a:extLst>
            </p:cNvPr>
            <p:cNvSpPr/>
            <p:nvPr/>
          </p:nvSpPr>
          <p:spPr>
            <a:xfrm>
              <a:off x="1322358" y="19295949"/>
              <a:ext cx="1242217" cy="447596"/>
            </a:xfrm>
            <a:custGeom>
              <a:avLst/>
              <a:gdLst/>
              <a:ahLst/>
              <a:cxnLst/>
              <a:rect l="l" t="t" r="r" b="b"/>
              <a:pathLst>
                <a:path w="62608" h="27287" extrusionOk="0">
                  <a:moveTo>
                    <a:pt x="44720" y="0"/>
                  </a:moveTo>
                  <a:lnTo>
                    <a:pt x="42295" y="1062"/>
                  </a:lnTo>
                  <a:lnTo>
                    <a:pt x="42901" y="2426"/>
                  </a:lnTo>
                  <a:lnTo>
                    <a:pt x="39566" y="3942"/>
                  </a:lnTo>
                  <a:lnTo>
                    <a:pt x="33957" y="2881"/>
                  </a:lnTo>
                  <a:lnTo>
                    <a:pt x="30925" y="4245"/>
                  </a:lnTo>
                  <a:lnTo>
                    <a:pt x="23497" y="1365"/>
                  </a:lnTo>
                  <a:lnTo>
                    <a:pt x="9551" y="1668"/>
                  </a:lnTo>
                  <a:lnTo>
                    <a:pt x="1" y="10005"/>
                  </a:lnTo>
                  <a:lnTo>
                    <a:pt x="1062" y="11218"/>
                  </a:lnTo>
                  <a:lnTo>
                    <a:pt x="2274" y="11218"/>
                  </a:lnTo>
                  <a:lnTo>
                    <a:pt x="3184" y="12279"/>
                  </a:lnTo>
                  <a:lnTo>
                    <a:pt x="2123" y="13492"/>
                  </a:lnTo>
                  <a:lnTo>
                    <a:pt x="910" y="18798"/>
                  </a:lnTo>
                  <a:lnTo>
                    <a:pt x="3032" y="20768"/>
                  </a:lnTo>
                  <a:lnTo>
                    <a:pt x="3032" y="21830"/>
                  </a:lnTo>
                  <a:lnTo>
                    <a:pt x="26529" y="21830"/>
                  </a:lnTo>
                  <a:lnTo>
                    <a:pt x="29258" y="23042"/>
                  </a:lnTo>
                  <a:lnTo>
                    <a:pt x="33957" y="22133"/>
                  </a:lnTo>
                  <a:lnTo>
                    <a:pt x="34563" y="24103"/>
                  </a:lnTo>
                  <a:lnTo>
                    <a:pt x="35473" y="24861"/>
                  </a:lnTo>
                  <a:lnTo>
                    <a:pt x="37141" y="24710"/>
                  </a:lnTo>
                  <a:lnTo>
                    <a:pt x="37747" y="26529"/>
                  </a:lnTo>
                  <a:lnTo>
                    <a:pt x="39718" y="26529"/>
                  </a:lnTo>
                  <a:lnTo>
                    <a:pt x="41082" y="25619"/>
                  </a:lnTo>
                  <a:lnTo>
                    <a:pt x="45630" y="25619"/>
                  </a:lnTo>
                  <a:lnTo>
                    <a:pt x="47600" y="23952"/>
                  </a:lnTo>
                  <a:lnTo>
                    <a:pt x="49419" y="23952"/>
                  </a:lnTo>
                  <a:lnTo>
                    <a:pt x="48661" y="25923"/>
                  </a:lnTo>
                  <a:lnTo>
                    <a:pt x="48661" y="25923"/>
                  </a:lnTo>
                  <a:lnTo>
                    <a:pt x="51845" y="25468"/>
                  </a:lnTo>
                  <a:lnTo>
                    <a:pt x="49874" y="26377"/>
                  </a:lnTo>
                  <a:lnTo>
                    <a:pt x="50026" y="27287"/>
                  </a:lnTo>
                  <a:lnTo>
                    <a:pt x="55635" y="25316"/>
                  </a:lnTo>
                  <a:lnTo>
                    <a:pt x="52906" y="25165"/>
                  </a:lnTo>
                  <a:lnTo>
                    <a:pt x="51542" y="23952"/>
                  </a:lnTo>
                  <a:lnTo>
                    <a:pt x="52906" y="21981"/>
                  </a:lnTo>
                  <a:lnTo>
                    <a:pt x="52300" y="21526"/>
                  </a:lnTo>
                  <a:lnTo>
                    <a:pt x="48358" y="23194"/>
                  </a:lnTo>
                  <a:lnTo>
                    <a:pt x="48358" y="22284"/>
                  </a:lnTo>
                  <a:lnTo>
                    <a:pt x="51996" y="20465"/>
                  </a:lnTo>
                  <a:lnTo>
                    <a:pt x="58060" y="20162"/>
                  </a:lnTo>
                  <a:lnTo>
                    <a:pt x="62608" y="17737"/>
                  </a:lnTo>
                  <a:lnTo>
                    <a:pt x="62608" y="16675"/>
                  </a:lnTo>
                  <a:lnTo>
                    <a:pt x="59273" y="16069"/>
                  </a:lnTo>
                  <a:lnTo>
                    <a:pt x="58970" y="10612"/>
                  </a:lnTo>
                  <a:lnTo>
                    <a:pt x="54574" y="12431"/>
                  </a:lnTo>
                  <a:lnTo>
                    <a:pt x="54725" y="9854"/>
                  </a:lnTo>
                  <a:lnTo>
                    <a:pt x="52603" y="8035"/>
                  </a:lnTo>
                  <a:lnTo>
                    <a:pt x="49723" y="8035"/>
                  </a:lnTo>
                  <a:lnTo>
                    <a:pt x="42143" y="19253"/>
                  </a:lnTo>
                  <a:lnTo>
                    <a:pt x="40172" y="19253"/>
                  </a:lnTo>
                  <a:lnTo>
                    <a:pt x="40324" y="15614"/>
                  </a:lnTo>
                  <a:lnTo>
                    <a:pt x="33654" y="11976"/>
                  </a:lnTo>
                  <a:lnTo>
                    <a:pt x="40324" y="7125"/>
                  </a:lnTo>
                  <a:lnTo>
                    <a:pt x="43962" y="6367"/>
                  </a:lnTo>
                  <a:lnTo>
                    <a:pt x="43204" y="5306"/>
                  </a:lnTo>
                  <a:lnTo>
                    <a:pt x="48965" y="4548"/>
                  </a:lnTo>
                  <a:lnTo>
                    <a:pt x="51390" y="2123"/>
                  </a:lnTo>
                  <a:lnTo>
                    <a:pt x="49116" y="1971"/>
                  </a:lnTo>
                  <a:lnTo>
                    <a:pt x="46084" y="3942"/>
                  </a:lnTo>
                  <a:lnTo>
                    <a:pt x="46084" y="3942"/>
                  </a:lnTo>
                  <a:lnTo>
                    <a:pt x="46388" y="2274"/>
                  </a:lnTo>
                  <a:lnTo>
                    <a:pt x="45023" y="2123"/>
                  </a:lnTo>
                  <a:lnTo>
                    <a:pt x="4472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214" name="Google Shape;241;p7">
              <a:extLst>
                <a:ext uri="{FF2B5EF4-FFF2-40B4-BE49-F238E27FC236}">
                  <a16:creationId xmlns:a16="http://schemas.microsoft.com/office/drawing/2014/main" id="{BAB14E1E-5333-49FA-A0C5-EAD212337D93}"/>
                </a:ext>
              </a:extLst>
            </p:cNvPr>
            <p:cNvSpPr/>
            <p:nvPr/>
          </p:nvSpPr>
          <p:spPr>
            <a:xfrm>
              <a:off x="2203624" y="19387955"/>
              <a:ext cx="78234" cy="29854"/>
            </a:xfrm>
            <a:custGeom>
              <a:avLst/>
              <a:gdLst/>
              <a:ahLst/>
              <a:cxnLst/>
              <a:rect l="l" t="t" r="r" b="b"/>
              <a:pathLst>
                <a:path w="3943" h="1820" extrusionOk="0">
                  <a:moveTo>
                    <a:pt x="1820" y="0"/>
                  </a:moveTo>
                  <a:lnTo>
                    <a:pt x="1" y="1516"/>
                  </a:lnTo>
                  <a:lnTo>
                    <a:pt x="3488" y="1819"/>
                  </a:lnTo>
                  <a:lnTo>
                    <a:pt x="3942" y="910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5" name="Google Shape;242;p7">
              <a:extLst>
                <a:ext uri="{FF2B5EF4-FFF2-40B4-BE49-F238E27FC236}">
                  <a16:creationId xmlns:a16="http://schemas.microsoft.com/office/drawing/2014/main" id="{D20BA202-A9AF-90CE-C209-F2A3C03BA747}"/>
                </a:ext>
              </a:extLst>
            </p:cNvPr>
            <p:cNvSpPr/>
            <p:nvPr/>
          </p:nvSpPr>
          <p:spPr>
            <a:xfrm>
              <a:off x="2101362" y="19315846"/>
              <a:ext cx="45139" cy="27361"/>
            </a:xfrm>
            <a:custGeom>
              <a:avLst/>
              <a:gdLst/>
              <a:ahLst/>
              <a:cxnLst/>
              <a:rect l="l" t="t" r="r" b="b"/>
              <a:pathLst>
                <a:path w="2275" h="1668" extrusionOk="0">
                  <a:moveTo>
                    <a:pt x="1820" y="0"/>
                  </a:moveTo>
                  <a:lnTo>
                    <a:pt x="1" y="758"/>
                  </a:lnTo>
                  <a:lnTo>
                    <a:pt x="607" y="1668"/>
                  </a:lnTo>
                  <a:lnTo>
                    <a:pt x="2275" y="758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6" name="Google Shape;243;p7">
              <a:extLst>
                <a:ext uri="{FF2B5EF4-FFF2-40B4-BE49-F238E27FC236}">
                  <a16:creationId xmlns:a16="http://schemas.microsoft.com/office/drawing/2014/main" id="{4420D761-5526-08DF-96CE-AC8B04EC07F2}"/>
                </a:ext>
              </a:extLst>
            </p:cNvPr>
            <p:cNvSpPr/>
            <p:nvPr/>
          </p:nvSpPr>
          <p:spPr>
            <a:xfrm>
              <a:off x="2125430" y="19261142"/>
              <a:ext cx="78214" cy="37317"/>
            </a:xfrm>
            <a:custGeom>
              <a:avLst/>
              <a:gdLst/>
              <a:ahLst/>
              <a:cxnLst/>
              <a:rect l="l" t="t" r="r" b="b"/>
              <a:pathLst>
                <a:path w="3942" h="2275" extrusionOk="0">
                  <a:moveTo>
                    <a:pt x="3942" y="0"/>
                  </a:moveTo>
                  <a:lnTo>
                    <a:pt x="1" y="1213"/>
                  </a:lnTo>
                  <a:lnTo>
                    <a:pt x="1062" y="2274"/>
                  </a:lnTo>
                  <a:lnTo>
                    <a:pt x="3336" y="1516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7" name="Google Shape;244;p7">
              <a:extLst>
                <a:ext uri="{FF2B5EF4-FFF2-40B4-BE49-F238E27FC236}">
                  <a16:creationId xmlns:a16="http://schemas.microsoft.com/office/drawing/2014/main" id="{B9FD01B1-F634-52B0-802F-447080D9C991}"/>
                </a:ext>
              </a:extLst>
            </p:cNvPr>
            <p:cNvSpPr/>
            <p:nvPr/>
          </p:nvSpPr>
          <p:spPr>
            <a:xfrm>
              <a:off x="2212652" y="19261142"/>
              <a:ext cx="69206" cy="27361"/>
            </a:xfrm>
            <a:custGeom>
              <a:avLst/>
              <a:gdLst/>
              <a:ahLst/>
              <a:cxnLst/>
              <a:rect l="l" t="t" r="r" b="b"/>
              <a:pathLst>
                <a:path w="3488" h="1668" extrusionOk="0">
                  <a:moveTo>
                    <a:pt x="2729" y="0"/>
                  </a:moveTo>
                  <a:lnTo>
                    <a:pt x="1" y="607"/>
                  </a:lnTo>
                  <a:lnTo>
                    <a:pt x="304" y="1668"/>
                  </a:lnTo>
                  <a:lnTo>
                    <a:pt x="3487" y="758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8" name="Google Shape;245;p7">
              <a:extLst>
                <a:ext uri="{FF2B5EF4-FFF2-40B4-BE49-F238E27FC236}">
                  <a16:creationId xmlns:a16="http://schemas.microsoft.com/office/drawing/2014/main" id="{EEB89FA9-11CC-AE48-5555-2B1E0C6C22A1}"/>
                </a:ext>
              </a:extLst>
            </p:cNvPr>
            <p:cNvSpPr/>
            <p:nvPr/>
          </p:nvSpPr>
          <p:spPr>
            <a:xfrm>
              <a:off x="2302889" y="19223841"/>
              <a:ext cx="168452" cy="32331"/>
            </a:xfrm>
            <a:custGeom>
              <a:avLst/>
              <a:gdLst/>
              <a:ahLst/>
              <a:cxnLst/>
              <a:rect l="l" t="t" r="r" b="b"/>
              <a:pathLst>
                <a:path w="8490" h="1971" extrusionOk="0">
                  <a:moveTo>
                    <a:pt x="1668" y="0"/>
                  </a:moveTo>
                  <a:lnTo>
                    <a:pt x="0" y="1365"/>
                  </a:lnTo>
                  <a:lnTo>
                    <a:pt x="6822" y="1971"/>
                  </a:lnTo>
                  <a:lnTo>
                    <a:pt x="8490" y="758"/>
                  </a:lnTo>
                  <a:lnTo>
                    <a:pt x="3487" y="758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9" name="Google Shape;246;p7">
              <a:extLst>
                <a:ext uri="{FF2B5EF4-FFF2-40B4-BE49-F238E27FC236}">
                  <a16:creationId xmlns:a16="http://schemas.microsoft.com/office/drawing/2014/main" id="{7E4FFD88-F895-43C0-4581-78DD1E01D64A}"/>
                </a:ext>
              </a:extLst>
            </p:cNvPr>
            <p:cNvSpPr/>
            <p:nvPr/>
          </p:nvSpPr>
          <p:spPr>
            <a:xfrm>
              <a:off x="2387096" y="19141775"/>
              <a:ext cx="379006" cy="92022"/>
            </a:xfrm>
            <a:custGeom>
              <a:avLst/>
              <a:gdLst/>
              <a:ahLst/>
              <a:cxnLst/>
              <a:rect l="l" t="t" r="r" b="b"/>
              <a:pathLst>
                <a:path w="19102" h="5610" extrusionOk="0">
                  <a:moveTo>
                    <a:pt x="19102" y="1"/>
                  </a:moveTo>
                  <a:lnTo>
                    <a:pt x="5155" y="1062"/>
                  </a:lnTo>
                  <a:lnTo>
                    <a:pt x="5155" y="1668"/>
                  </a:lnTo>
                  <a:lnTo>
                    <a:pt x="9854" y="1668"/>
                  </a:lnTo>
                  <a:lnTo>
                    <a:pt x="9248" y="2578"/>
                  </a:lnTo>
                  <a:lnTo>
                    <a:pt x="4246" y="2578"/>
                  </a:lnTo>
                  <a:lnTo>
                    <a:pt x="5004" y="3791"/>
                  </a:lnTo>
                  <a:lnTo>
                    <a:pt x="2881" y="3336"/>
                  </a:lnTo>
                  <a:lnTo>
                    <a:pt x="3639" y="4549"/>
                  </a:lnTo>
                  <a:lnTo>
                    <a:pt x="1" y="4549"/>
                  </a:lnTo>
                  <a:lnTo>
                    <a:pt x="607" y="5003"/>
                  </a:lnTo>
                  <a:lnTo>
                    <a:pt x="4549" y="5003"/>
                  </a:lnTo>
                  <a:lnTo>
                    <a:pt x="5155" y="5610"/>
                  </a:lnTo>
                  <a:lnTo>
                    <a:pt x="10916" y="2881"/>
                  </a:lnTo>
                  <a:lnTo>
                    <a:pt x="15615" y="1971"/>
                  </a:lnTo>
                  <a:lnTo>
                    <a:pt x="1910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0" name="Google Shape;247;p7">
              <a:extLst>
                <a:ext uri="{FF2B5EF4-FFF2-40B4-BE49-F238E27FC236}">
                  <a16:creationId xmlns:a16="http://schemas.microsoft.com/office/drawing/2014/main" id="{B0B05422-C1A7-7592-79D0-F48ADF8E3572}"/>
                </a:ext>
              </a:extLst>
            </p:cNvPr>
            <p:cNvSpPr/>
            <p:nvPr/>
          </p:nvSpPr>
          <p:spPr>
            <a:xfrm>
              <a:off x="2357036" y="19166642"/>
              <a:ext cx="81230" cy="27377"/>
            </a:xfrm>
            <a:custGeom>
              <a:avLst/>
              <a:gdLst/>
              <a:ahLst/>
              <a:cxnLst/>
              <a:rect l="l" t="t" r="r" b="b"/>
              <a:pathLst>
                <a:path w="4094" h="1669" extrusionOk="0">
                  <a:moveTo>
                    <a:pt x="3032" y="1"/>
                  </a:moveTo>
                  <a:lnTo>
                    <a:pt x="0" y="1213"/>
                  </a:lnTo>
                  <a:lnTo>
                    <a:pt x="2577" y="1668"/>
                  </a:lnTo>
                  <a:lnTo>
                    <a:pt x="4093" y="759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1" name="Google Shape;248;p7">
              <a:extLst>
                <a:ext uri="{FF2B5EF4-FFF2-40B4-BE49-F238E27FC236}">
                  <a16:creationId xmlns:a16="http://schemas.microsoft.com/office/drawing/2014/main" id="{AC425E60-1AB3-3B1E-EEAC-626E2AA2CD30}"/>
                </a:ext>
              </a:extLst>
            </p:cNvPr>
            <p:cNvSpPr/>
            <p:nvPr/>
          </p:nvSpPr>
          <p:spPr>
            <a:xfrm>
              <a:off x="1791562" y="19253678"/>
              <a:ext cx="141388" cy="44781"/>
            </a:xfrm>
            <a:custGeom>
              <a:avLst/>
              <a:gdLst/>
              <a:ahLst/>
              <a:cxnLst/>
              <a:rect l="l" t="t" r="r" b="b"/>
              <a:pathLst>
                <a:path w="7126" h="2730" extrusionOk="0">
                  <a:moveTo>
                    <a:pt x="5761" y="0"/>
                  </a:moveTo>
                  <a:lnTo>
                    <a:pt x="1" y="1516"/>
                  </a:lnTo>
                  <a:lnTo>
                    <a:pt x="1062" y="2729"/>
                  </a:lnTo>
                  <a:lnTo>
                    <a:pt x="7126" y="607"/>
                  </a:lnTo>
                  <a:lnTo>
                    <a:pt x="576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2" name="Google Shape;249;p7">
              <a:extLst>
                <a:ext uri="{FF2B5EF4-FFF2-40B4-BE49-F238E27FC236}">
                  <a16:creationId xmlns:a16="http://schemas.microsoft.com/office/drawing/2014/main" id="{CEA00919-3698-FE08-5391-66A21627942E}"/>
                </a:ext>
              </a:extLst>
            </p:cNvPr>
            <p:cNvSpPr/>
            <p:nvPr/>
          </p:nvSpPr>
          <p:spPr>
            <a:xfrm>
              <a:off x="1860748" y="19271082"/>
              <a:ext cx="228610" cy="67155"/>
            </a:xfrm>
            <a:custGeom>
              <a:avLst/>
              <a:gdLst/>
              <a:ahLst/>
              <a:cxnLst/>
              <a:rect l="l" t="t" r="r" b="b"/>
              <a:pathLst>
                <a:path w="11522" h="4094" extrusionOk="0">
                  <a:moveTo>
                    <a:pt x="4397" y="1"/>
                  </a:moveTo>
                  <a:lnTo>
                    <a:pt x="1213" y="1062"/>
                  </a:lnTo>
                  <a:lnTo>
                    <a:pt x="3032" y="1971"/>
                  </a:lnTo>
                  <a:lnTo>
                    <a:pt x="0" y="2729"/>
                  </a:lnTo>
                  <a:lnTo>
                    <a:pt x="3790" y="4093"/>
                  </a:lnTo>
                  <a:lnTo>
                    <a:pt x="6367" y="3032"/>
                  </a:lnTo>
                  <a:lnTo>
                    <a:pt x="9248" y="3790"/>
                  </a:lnTo>
                  <a:lnTo>
                    <a:pt x="11521" y="3184"/>
                  </a:lnTo>
                  <a:lnTo>
                    <a:pt x="9399" y="2274"/>
                  </a:lnTo>
                  <a:lnTo>
                    <a:pt x="10915" y="152"/>
                  </a:lnTo>
                  <a:lnTo>
                    <a:pt x="9399" y="152"/>
                  </a:lnTo>
                  <a:lnTo>
                    <a:pt x="8338" y="1365"/>
                  </a:lnTo>
                  <a:lnTo>
                    <a:pt x="8035" y="152"/>
                  </a:lnTo>
                  <a:lnTo>
                    <a:pt x="6216" y="758"/>
                  </a:lnTo>
                  <a:lnTo>
                    <a:pt x="4397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3" name="Google Shape;250;p7">
              <a:extLst>
                <a:ext uri="{FF2B5EF4-FFF2-40B4-BE49-F238E27FC236}">
                  <a16:creationId xmlns:a16="http://schemas.microsoft.com/office/drawing/2014/main" id="{B993D70B-449B-D4E9-6F83-3D44022256BE}"/>
                </a:ext>
              </a:extLst>
            </p:cNvPr>
            <p:cNvSpPr/>
            <p:nvPr/>
          </p:nvSpPr>
          <p:spPr>
            <a:xfrm>
              <a:off x="1854736" y="20099118"/>
              <a:ext cx="171448" cy="59691"/>
            </a:xfrm>
            <a:custGeom>
              <a:avLst/>
              <a:gdLst/>
              <a:ahLst/>
              <a:cxnLst/>
              <a:rect l="l" t="t" r="r" b="b"/>
              <a:pathLst>
                <a:path w="8641" h="3639" extrusionOk="0">
                  <a:moveTo>
                    <a:pt x="1061" y="0"/>
                  </a:moveTo>
                  <a:lnTo>
                    <a:pt x="0" y="910"/>
                  </a:lnTo>
                  <a:lnTo>
                    <a:pt x="3032" y="910"/>
                  </a:lnTo>
                  <a:lnTo>
                    <a:pt x="5458" y="2577"/>
                  </a:lnTo>
                  <a:lnTo>
                    <a:pt x="4548" y="3639"/>
                  </a:lnTo>
                  <a:lnTo>
                    <a:pt x="8641" y="3639"/>
                  </a:lnTo>
                  <a:lnTo>
                    <a:pt x="363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4" name="Google Shape;251;p7">
              <a:extLst>
                <a:ext uri="{FF2B5EF4-FFF2-40B4-BE49-F238E27FC236}">
                  <a16:creationId xmlns:a16="http://schemas.microsoft.com/office/drawing/2014/main" id="{504F3473-33C9-5133-B3F3-499A3A4B0DB8}"/>
                </a:ext>
              </a:extLst>
            </p:cNvPr>
            <p:cNvSpPr/>
            <p:nvPr/>
          </p:nvSpPr>
          <p:spPr>
            <a:xfrm>
              <a:off x="1938942" y="20176197"/>
              <a:ext cx="48155" cy="19914"/>
            </a:xfrm>
            <a:custGeom>
              <a:avLst/>
              <a:gdLst/>
              <a:ahLst/>
              <a:cxnLst/>
              <a:rect l="l" t="t" r="r" b="b"/>
              <a:pathLst>
                <a:path w="2427" h="1214" extrusionOk="0">
                  <a:moveTo>
                    <a:pt x="1" y="1"/>
                  </a:moveTo>
                  <a:lnTo>
                    <a:pt x="1" y="759"/>
                  </a:lnTo>
                  <a:lnTo>
                    <a:pt x="607" y="1213"/>
                  </a:lnTo>
                  <a:lnTo>
                    <a:pt x="2426" y="1213"/>
                  </a:lnTo>
                  <a:lnTo>
                    <a:pt x="2426" y="60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5" name="Google Shape;252;p7">
              <a:extLst>
                <a:ext uri="{FF2B5EF4-FFF2-40B4-BE49-F238E27FC236}">
                  <a16:creationId xmlns:a16="http://schemas.microsoft.com/office/drawing/2014/main" id="{BD2A3FE2-9BB5-F943-DDCE-915079B6BE76}"/>
                </a:ext>
              </a:extLst>
            </p:cNvPr>
            <p:cNvSpPr/>
            <p:nvPr/>
          </p:nvSpPr>
          <p:spPr>
            <a:xfrm>
              <a:off x="2152493" y="20181167"/>
              <a:ext cx="27103" cy="9973"/>
            </a:xfrm>
            <a:custGeom>
              <a:avLst/>
              <a:gdLst/>
              <a:ahLst/>
              <a:cxnLst/>
              <a:rect l="l" t="t" r="r" b="b"/>
              <a:pathLst>
                <a:path w="1366" h="608" extrusionOk="0">
                  <a:moveTo>
                    <a:pt x="304" y="1"/>
                  </a:moveTo>
                  <a:lnTo>
                    <a:pt x="1" y="607"/>
                  </a:lnTo>
                  <a:lnTo>
                    <a:pt x="910" y="607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6" name="Google Shape;253;p7">
              <a:extLst>
                <a:ext uri="{FF2B5EF4-FFF2-40B4-BE49-F238E27FC236}">
                  <a16:creationId xmlns:a16="http://schemas.microsoft.com/office/drawing/2014/main" id="{13BD44F9-9905-468C-EA87-FF41DC262D84}"/>
                </a:ext>
              </a:extLst>
            </p:cNvPr>
            <p:cNvSpPr/>
            <p:nvPr/>
          </p:nvSpPr>
          <p:spPr>
            <a:xfrm>
              <a:off x="1665253" y="20193601"/>
              <a:ext cx="81210" cy="72142"/>
            </a:xfrm>
            <a:custGeom>
              <a:avLst/>
              <a:gdLst/>
              <a:ahLst/>
              <a:cxnLst/>
              <a:rect l="l" t="t" r="r" b="b"/>
              <a:pathLst>
                <a:path w="4093" h="4398" extrusionOk="0">
                  <a:moveTo>
                    <a:pt x="2274" y="1"/>
                  </a:moveTo>
                  <a:lnTo>
                    <a:pt x="2577" y="1820"/>
                  </a:lnTo>
                  <a:lnTo>
                    <a:pt x="910" y="1820"/>
                  </a:lnTo>
                  <a:lnTo>
                    <a:pt x="0" y="3184"/>
                  </a:lnTo>
                  <a:lnTo>
                    <a:pt x="2425" y="4397"/>
                  </a:lnTo>
                  <a:lnTo>
                    <a:pt x="4093" y="1517"/>
                  </a:lnTo>
                  <a:lnTo>
                    <a:pt x="379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7" name="Google Shape;254;p7">
              <a:extLst>
                <a:ext uri="{FF2B5EF4-FFF2-40B4-BE49-F238E27FC236}">
                  <a16:creationId xmlns:a16="http://schemas.microsoft.com/office/drawing/2014/main" id="{5F65B487-2246-7992-3EE0-C1DB52445671}"/>
                </a:ext>
              </a:extLst>
            </p:cNvPr>
            <p:cNvSpPr/>
            <p:nvPr/>
          </p:nvSpPr>
          <p:spPr>
            <a:xfrm>
              <a:off x="1725392" y="20228425"/>
              <a:ext cx="111309" cy="54721"/>
            </a:xfrm>
            <a:custGeom>
              <a:avLst/>
              <a:gdLst/>
              <a:ahLst/>
              <a:cxnLst/>
              <a:rect l="l" t="t" r="r" b="b"/>
              <a:pathLst>
                <a:path w="5610" h="3336" extrusionOk="0">
                  <a:moveTo>
                    <a:pt x="759" y="0"/>
                  </a:moveTo>
                  <a:lnTo>
                    <a:pt x="1" y="1364"/>
                  </a:lnTo>
                  <a:lnTo>
                    <a:pt x="1365" y="2122"/>
                  </a:lnTo>
                  <a:lnTo>
                    <a:pt x="1062" y="3184"/>
                  </a:lnTo>
                  <a:lnTo>
                    <a:pt x="1517" y="3335"/>
                  </a:lnTo>
                  <a:lnTo>
                    <a:pt x="561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8" name="Google Shape;255;p7">
              <a:extLst>
                <a:ext uri="{FF2B5EF4-FFF2-40B4-BE49-F238E27FC236}">
                  <a16:creationId xmlns:a16="http://schemas.microsoft.com/office/drawing/2014/main" id="{FCEEA666-4E8C-CBC5-FE55-268792B9B75C}"/>
                </a:ext>
              </a:extLst>
            </p:cNvPr>
            <p:cNvSpPr/>
            <p:nvPr/>
          </p:nvSpPr>
          <p:spPr>
            <a:xfrm>
              <a:off x="1713368" y="20250799"/>
              <a:ext cx="39127" cy="29854"/>
            </a:xfrm>
            <a:custGeom>
              <a:avLst/>
              <a:gdLst/>
              <a:ahLst/>
              <a:cxnLst/>
              <a:rect l="l" t="t" r="r" b="b"/>
              <a:pathLst>
                <a:path w="1972" h="1820" extrusionOk="0">
                  <a:moveTo>
                    <a:pt x="607" y="0"/>
                  </a:moveTo>
                  <a:lnTo>
                    <a:pt x="0" y="910"/>
                  </a:lnTo>
                  <a:lnTo>
                    <a:pt x="1668" y="1820"/>
                  </a:lnTo>
                  <a:lnTo>
                    <a:pt x="1971" y="758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29" name="Google Shape;256;p7">
              <a:extLst>
                <a:ext uri="{FF2B5EF4-FFF2-40B4-BE49-F238E27FC236}">
                  <a16:creationId xmlns:a16="http://schemas.microsoft.com/office/drawing/2014/main" id="{D85A001C-75DE-1C01-0969-AA59374FEF8B}"/>
                </a:ext>
              </a:extLst>
            </p:cNvPr>
            <p:cNvSpPr/>
            <p:nvPr/>
          </p:nvSpPr>
          <p:spPr>
            <a:xfrm>
              <a:off x="1740431" y="20168733"/>
              <a:ext cx="36111" cy="49751"/>
            </a:xfrm>
            <a:custGeom>
              <a:avLst/>
              <a:gdLst/>
              <a:ahLst/>
              <a:cxnLst/>
              <a:rect l="l" t="t" r="r" b="b"/>
              <a:pathLst>
                <a:path w="1820" h="3033" extrusionOk="0">
                  <a:moveTo>
                    <a:pt x="1820" y="1"/>
                  </a:moveTo>
                  <a:lnTo>
                    <a:pt x="1" y="1517"/>
                  </a:lnTo>
                  <a:lnTo>
                    <a:pt x="304" y="3033"/>
                  </a:lnTo>
                  <a:lnTo>
                    <a:pt x="182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0" name="Google Shape;257;p7">
              <a:extLst>
                <a:ext uri="{FF2B5EF4-FFF2-40B4-BE49-F238E27FC236}">
                  <a16:creationId xmlns:a16="http://schemas.microsoft.com/office/drawing/2014/main" id="{8A9D025D-E558-CE95-6DD5-57A7FFC1F982}"/>
                </a:ext>
              </a:extLst>
            </p:cNvPr>
            <p:cNvSpPr/>
            <p:nvPr/>
          </p:nvSpPr>
          <p:spPr>
            <a:xfrm>
              <a:off x="1755471" y="20228425"/>
              <a:ext cx="84246" cy="92022"/>
            </a:xfrm>
            <a:custGeom>
              <a:avLst/>
              <a:gdLst/>
              <a:ahLst/>
              <a:cxnLst/>
              <a:rect l="l" t="t" r="r" b="b"/>
              <a:pathLst>
                <a:path w="4246" h="5610" extrusionOk="0">
                  <a:moveTo>
                    <a:pt x="4094" y="0"/>
                  </a:moveTo>
                  <a:lnTo>
                    <a:pt x="1" y="3335"/>
                  </a:lnTo>
                  <a:lnTo>
                    <a:pt x="1517" y="5457"/>
                  </a:lnTo>
                  <a:lnTo>
                    <a:pt x="4245" y="5609"/>
                  </a:lnTo>
                  <a:lnTo>
                    <a:pt x="409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1" name="Google Shape;258;p7">
              <a:extLst>
                <a:ext uri="{FF2B5EF4-FFF2-40B4-BE49-F238E27FC236}">
                  <a16:creationId xmlns:a16="http://schemas.microsoft.com/office/drawing/2014/main" id="{16A15814-A949-B0AE-C844-7CE1DF298E0F}"/>
                </a:ext>
              </a:extLst>
            </p:cNvPr>
            <p:cNvSpPr/>
            <p:nvPr/>
          </p:nvSpPr>
          <p:spPr>
            <a:xfrm>
              <a:off x="1869776" y="20482052"/>
              <a:ext cx="120317" cy="114396"/>
            </a:xfrm>
            <a:custGeom>
              <a:avLst/>
              <a:gdLst/>
              <a:ahLst/>
              <a:cxnLst/>
              <a:rect l="l" t="t" r="r" b="b"/>
              <a:pathLst>
                <a:path w="6064" h="6974" extrusionOk="0">
                  <a:moveTo>
                    <a:pt x="2123" y="0"/>
                  </a:moveTo>
                  <a:lnTo>
                    <a:pt x="303" y="2274"/>
                  </a:lnTo>
                  <a:lnTo>
                    <a:pt x="0" y="5913"/>
                  </a:lnTo>
                  <a:lnTo>
                    <a:pt x="2274" y="6974"/>
                  </a:lnTo>
                  <a:lnTo>
                    <a:pt x="6064" y="2274"/>
                  </a:lnTo>
                  <a:lnTo>
                    <a:pt x="212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2" name="Google Shape;259;p7">
              <a:extLst>
                <a:ext uri="{FF2B5EF4-FFF2-40B4-BE49-F238E27FC236}">
                  <a16:creationId xmlns:a16="http://schemas.microsoft.com/office/drawing/2014/main" id="{A0F9554B-B2F2-514F-B1EC-EA3E30519BCF}"/>
                </a:ext>
              </a:extLst>
            </p:cNvPr>
            <p:cNvSpPr/>
            <p:nvPr/>
          </p:nvSpPr>
          <p:spPr>
            <a:xfrm>
              <a:off x="1911879" y="20305504"/>
              <a:ext cx="219582" cy="261107"/>
            </a:xfrm>
            <a:custGeom>
              <a:avLst/>
              <a:gdLst/>
              <a:ahLst/>
              <a:cxnLst/>
              <a:rect l="l" t="t" r="r" b="b"/>
              <a:pathLst>
                <a:path w="11067" h="15918" extrusionOk="0">
                  <a:moveTo>
                    <a:pt x="4851" y="1"/>
                  </a:moveTo>
                  <a:lnTo>
                    <a:pt x="2578" y="2881"/>
                  </a:lnTo>
                  <a:lnTo>
                    <a:pt x="1516" y="3032"/>
                  </a:lnTo>
                  <a:lnTo>
                    <a:pt x="1820" y="4093"/>
                  </a:lnTo>
                  <a:lnTo>
                    <a:pt x="1213" y="4851"/>
                  </a:lnTo>
                  <a:lnTo>
                    <a:pt x="1668" y="6367"/>
                  </a:lnTo>
                  <a:lnTo>
                    <a:pt x="1365" y="9096"/>
                  </a:lnTo>
                  <a:lnTo>
                    <a:pt x="1" y="10763"/>
                  </a:lnTo>
                  <a:lnTo>
                    <a:pt x="8944" y="15918"/>
                  </a:lnTo>
                  <a:lnTo>
                    <a:pt x="8944" y="10157"/>
                  </a:lnTo>
                  <a:lnTo>
                    <a:pt x="11067" y="10006"/>
                  </a:lnTo>
                  <a:lnTo>
                    <a:pt x="11067" y="5458"/>
                  </a:lnTo>
                  <a:lnTo>
                    <a:pt x="7580" y="5003"/>
                  </a:lnTo>
                  <a:lnTo>
                    <a:pt x="6216" y="3487"/>
                  </a:lnTo>
                  <a:lnTo>
                    <a:pt x="5913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3" name="Google Shape;260;p7">
              <a:extLst>
                <a:ext uri="{FF2B5EF4-FFF2-40B4-BE49-F238E27FC236}">
                  <a16:creationId xmlns:a16="http://schemas.microsoft.com/office/drawing/2014/main" id="{C7EFA899-0886-55A8-087C-E69DED48F54E}"/>
                </a:ext>
              </a:extLst>
            </p:cNvPr>
            <p:cNvSpPr/>
            <p:nvPr/>
          </p:nvSpPr>
          <p:spPr>
            <a:xfrm>
              <a:off x="2308901" y="21431932"/>
              <a:ext cx="108293" cy="37317"/>
            </a:xfrm>
            <a:custGeom>
              <a:avLst/>
              <a:gdLst/>
              <a:ahLst/>
              <a:cxnLst/>
              <a:rect l="l" t="t" r="r" b="b"/>
              <a:pathLst>
                <a:path w="5458" h="2275" extrusionOk="0">
                  <a:moveTo>
                    <a:pt x="1062" y="0"/>
                  </a:moveTo>
                  <a:lnTo>
                    <a:pt x="1" y="910"/>
                  </a:lnTo>
                  <a:lnTo>
                    <a:pt x="1365" y="2123"/>
                  </a:lnTo>
                  <a:lnTo>
                    <a:pt x="5458" y="2274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4" name="Google Shape;261;p7">
              <a:extLst>
                <a:ext uri="{FF2B5EF4-FFF2-40B4-BE49-F238E27FC236}">
                  <a16:creationId xmlns:a16="http://schemas.microsoft.com/office/drawing/2014/main" id="{FD411BBD-59C2-A377-CC62-213625761018}"/>
                </a:ext>
              </a:extLst>
            </p:cNvPr>
            <p:cNvSpPr/>
            <p:nvPr/>
          </p:nvSpPr>
          <p:spPr>
            <a:xfrm>
              <a:off x="2146481" y="20889853"/>
              <a:ext cx="291785" cy="529661"/>
            </a:xfrm>
            <a:custGeom>
              <a:avLst/>
              <a:gdLst/>
              <a:ahLst/>
              <a:cxnLst/>
              <a:rect l="l" t="t" r="r" b="b"/>
              <a:pathLst>
                <a:path w="14706" h="32290" extrusionOk="0">
                  <a:moveTo>
                    <a:pt x="5458" y="0"/>
                  </a:moveTo>
                  <a:lnTo>
                    <a:pt x="5155" y="455"/>
                  </a:lnTo>
                  <a:lnTo>
                    <a:pt x="1062" y="455"/>
                  </a:lnTo>
                  <a:lnTo>
                    <a:pt x="1" y="10763"/>
                  </a:lnTo>
                  <a:lnTo>
                    <a:pt x="2275" y="20920"/>
                  </a:lnTo>
                  <a:lnTo>
                    <a:pt x="4397" y="24710"/>
                  </a:lnTo>
                  <a:lnTo>
                    <a:pt x="4397" y="27438"/>
                  </a:lnTo>
                  <a:lnTo>
                    <a:pt x="7580" y="32289"/>
                  </a:lnTo>
                  <a:lnTo>
                    <a:pt x="8641" y="32289"/>
                  </a:lnTo>
                  <a:lnTo>
                    <a:pt x="8187" y="20162"/>
                  </a:lnTo>
                  <a:lnTo>
                    <a:pt x="14705" y="17282"/>
                  </a:lnTo>
                  <a:lnTo>
                    <a:pt x="11673" y="13037"/>
                  </a:lnTo>
                  <a:lnTo>
                    <a:pt x="11673" y="8490"/>
                  </a:lnTo>
                  <a:lnTo>
                    <a:pt x="14705" y="5458"/>
                  </a:lnTo>
                  <a:lnTo>
                    <a:pt x="14553" y="4397"/>
                  </a:lnTo>
                  <a:lnTo>
                    <a:pt x="12734" y="5458"/>
                  </a:lnTo>
                  <a:lnTo>
                    <a:pt x="10309" y="5458"/>
                  </a:lnTo>
                  <a:lnTo>
                    <a:pt x="10309" y="3335"/>
                  </a:lnTo>
                  <a:lnTo>
                    <a:pt x="545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5" name="Google Shape;262;p7">
              <a:extLst>
                <a:ext uri="{FF2B5EF4-FFF2-40B4-BE49-F238E27FC236}">
                  <a16:creationId xmlns:a16="http://schemas.microsoft.com/office/drawing/2014/main" id="{52AC9402-C930-0FF8-350A-E3C92F351EC0}"/>
                </a:ext>
              </a:extLst>
            </p:cNvPr>
            <p:cNvSpPr/>
            <p:nvPr/>
          </p:nvSpPr>
          <p:spPr>
            <a:xfrm>
              <a:off x="2378088" y="21029100"/>
              <a:ext cx="99265" cy="96992"/>
            </a:xfrm>
            <a:custGeom>
              <a:avLst/>
              <a:gdLst/>
              <a:ahLst/>
              <a:cxnLst/>
              <a:rect l="l" t="t" r="r" b="b"/>
              <a:pathLst>
                <a:path w="5003" h="5913" extrusionOk="0">
                  <a:moveTo>
                    <a:pt x="0" y="1"/>
                  </a:moveTo>
                  <a:lnTo>
                    <a:pt x="0" y="4548"/>
                  </a:lnTo>
                  <a:lnTo>
                    <a:pt x="3638" y="5913"/>
                  </a:lnTo>
                  <a:lnTo>
                    <a:pt x="5003" y="34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6" name="Google Shape;263;p7">
              <a:extLst>
                <a:ext uri="{FF2B5EF4-FFF2-40B4-BE49-F238E27FC236}">
                  <a16:creationId xmlns:a16="http://schemas.microsoft.com/office/drawing/2014/main" id="{6E9CE5A8-9F72-CD9F-8FF0-11445B90C08D}"/>
                </a:ext>
              </a:extLst>
            </p:cNvPr>
            <p:cNvSpPr/>
            <p:nvPr/>
          </p:nvSpPr>
          <p:spPr>
            <a:xfrm>
              <a:off x="2029180" y="20305504"/>
              <a:ext cx="243650" cy="188998"/>
            </a:xfrm>
            <a:custGeom>
              <a:avLst/>
              <a:gdLst/>
              <a:ahLst/>
              <a:cxnLst/>
              <a:rect l="l" t="t" r="r" b="b"/>
              <a:pathLst>
                <a:path w="12280" h="11522" extrusionOk="0">
                  <a:moveTo>
                    <a:pt x="1" y="1"/>
                  </a:moveTo>
                  <a:lnTo>
                    <a:pt x="304" y="3487"/>
                  </a:lnTo>
                  <a:lnTo>
                    <a:pt x="1668" y="5003"/>
                  </a:lnTo>
                  <a:lnTo>
                    <a:pt x="5155" y="5458"/>
                  </a:lnTo>
                  <a:lnTo>
                    <a:pt x="5155" y="10006"/>
                  </a:lnTo>
                  <a:lnTo>
                    <a:pt x="5761" y="10006"/>
                  </a:lnTo>
                  <a:lnTo>
                    <a:pt x="6367" y="11521"/>
                  </a:lnTo>
                  <a:lnTo>
                    <a:pt x="8641" y="10763"/>
                  </a:lnTo>
                  <a:lnTo>
                    <a:pt x="8490" y="8338"/>
                  </a:lnTo>
                  <a:lnTo>
                    <a:pt x="11370" y="7277"/>
                  </a:lnTo>
                  <a:lnTo>
                    <a:pt x="12280" y="2881"/>
                  </a:lnTo>
                  <a:lnTo>
                    <a:pt x="11218" y="1971"/>
                  </a:lnTo>
                  <a:lnTo>
                    <a:pt x="7277" y="1516"/>
                  </a:lnTo>
                  <a:lnTo>
                    <a:pt x="5155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7" name="Google Shape;264;p7">
              <a:extLst>
                <a:ext uri="{FF2B5EF4-FFF2-40B4-BE49-F238E27FC236}">
                  <a16:creationId xmlns:a16="http://schemas.microsoft.com/office/drawing/2014/main" id="{ACD8DC82-D087-0837-05B9-03BD2D1B0CD8}"/>
                </a:ext>
              </a:extLst>
            </p:cNvPr>
            <p:cNvSpPr/>
            <p:nvPr/>
          </p:nvSpPr>
          <p:spPr>
            <a:xfrm>
              <a:off x="1785550" y="20317937"/>
              <a:ext cx="66190" cy="42288"/>
            </a:xfrm>
            <a:custGeom>
              <a:avLst/>
              <a:gdLst/>
              <a:ahLst/>
              <a:cxnLst/>
              <a:rect l="l" t="t" r="r" b="b"/>
              <a:pathLst>
                <a:path w="3336" h="2578" extrusionOk="0">
                  <a:moveTo>
                    <a:pt x="1" y="0"/>
                  </a:moveTo>
                  <a:lnTo>
                    <a:pt x="1820" y="2274"/>
                  </a:lnTo>
                  <a:lnTo>
                    <a:pt x="2426" y="2578"/>
                  </a:lnTo>
                  <a:lnTo>
                    <a:pt x="3336" y="1365"/>
                  </a:lnTo>
                  <a:lnTo>
                    <a:pt x="2729" y="1062"/>
                  </a:lnTo>
                  <a:lnTo>
                    <a:pt x="2729" y="15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8" name="Google Shape;265;p7">
              <a:extLst>
                <a:ext uri="{FF2B5EF4-FFF2-40B4-BE49-F238E27FC236}">
                  <a16:creationId xmlns:a16="http://schemas.microsoft.com/office/drawing/2014/main" id="{E018A1F8-A4F6-61D6-0BE1-57CFFA92871A}"/>
                </a:ext>
              </a:extLst>
            </p:cNvPr>
            <p:cNvSpPr/>
            <p:nvPr/>
          </p:nvSpPr>
          <p:spPr>
            <a:xfrm>
              <a:off x="2254755" y="20352745"/>
              <a:ext cx="81230" cy="124353"/>
            </a:xfrm>
            <a:custGeom>
              <a:avLst/>
              <a:gdLst/>
              <a:ahLst/>
              <a:cxnLst/>
              <a:rect l="l" t="t" r="r" b="b"/>
              <a:pathLst>
                <a:path w="4094" h="7581" extrusionOk="0">
                  <a:moveTo>
                    <a:pt x="911" y="1"/>
                  </a:moveTo>
                  <a:lnTo>
                    <a:pt x="1" y="4397"/>
                  </a:lnTo>
                  <a:lnTo>
                    <a:pt x="1" y="4397"/>
                  </a:lnTo>
                  <a:lnTo>
                    <a:pt x="1365" y="3942"/>
                  </a:lnTo>
                  <a:lnTo>
                    <a:pt x="1365" y="3942"/>
                  </a:lnTo>
                  <a:lnTo>
                    <a:pt x="1062" y="7580"/>
                  </a:lnTo>
                  <a:lnTo>
                    <a:pt x="4094" y="7277"/>
                  </a:lnTo>
                  <a:lnTo>
                    <a:pt x="3033" y="4700"/>
                  </a:lnTo>
                  <a:lnTo>
                    <a:pt x="3942" y="3033"/>
                  </a:lnTo>
                  <a:lnTo>
                    <a:pt x="911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9" name="Google Shape;266;p7">
              <a:extLst>
                <a:ext uri="{FF2B5EF4-FFF2-40B4-BE49-F238E27FC236}">
                  <a16:creationId xmlns:a16="http://schemas.microsoft.com/office/drawing/2014/main" id="{34D59A4F-8BF4-3DE6-467D-75A8F2FA413A}"/>
                </a:ext>
              </a:extLst>
            </p:cNvPr>
            <p:cNvSpPr/>
            <p:nvPr/>
          </p:nvSpPr>
          <p:spPr>
            <a:xfrm>
              <a:off x="2122414" y="20695901"/>
              <a:ext cx="219602" cy="201432"/>
            </a:xfrm>
            <a:custGeom>
              <a:avLst/>
              <a:gdLst/>
              <a:ahLst/>
              <a:cxnLst/>
              <a:rect l="l" t="t" r="r" b="b"/>
              <a:pathLst>
                <a:path w="11068" h="12280" extrusionOk="0">
                  <a:moveTo>
                    <a:pt x="3033" y="0"/>
                  </a:moveTo>
                  <a:lnTo>
                    <a:pt x="1" y="758"/>
                  </a:lnTo>
                  <a:lnTo>
                    <a:pt x="1" y="7731"/>
                  </a:lnTo>
                  <a:lnTo>
                    <a:pt x="2275" y="12279"/>
                  </a:lnTo>
                  <a:lnTo>
                    <a:pt x="6368" y="12279"/>
                  </a:lnTo>
                  <a:lnTo>
                    <a:pt x="8035" y="9399"/>
                  </a:lnTo>
                  <a:lnTo>
                    <a:pt x="11067" y="9399"/>
                  </a:lnTo>
                  <a:lnTo>
                    <a:pt x="11067" y="7125"/>
                  </a:lnTo>
                  <a:lnTo>
                    <a:pt x="5761" y="2729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0" name="Google Shape;267;p7">
              <a:extLst>
                <a:ext uri="{FF2B5EF4-FFF2-40B4-BE49-F238E27FC236}">
                  <a16:creationId xmlns:a16="http://schemas.microsoft.com/office/drawing/2014/main" id="{3EDAE78F-1C2A-FF9A-1C38-4A19988E8688}"/>
                </a:ext>
              </a:extLst>
            </p:cNvPr>
            <p:cNvSpPr/>
            <p:nvPr/>
          </p:nvSpPr>
          <p:spPr>
            <a:xfrm>
              <a:off x="2390111" y="20404973"/>
              <a:ext cx="51151" cy="62168"/>
            </a:xfrm>
            <a:custGeom>
              <a:avLst/>
              <a:gdLst/>
              <a:ahLst/>
              <a:cxnLst/>
              <a:rect l="l" t="t" r="r" b="b"/>
              <a:pathLst>
                <a:path w="2578" h="3790" extrusionOk="0">
                  <a:moveTo>
                    <a:pt x="1" y="0"/>
                  </a:moveTo>
                  <a:lnTo>
                    <a:pt x="1" y="3790"/>
                  </a:lnTo>
                  <a:lnTo>
                    <a:pt x="1971" y="3638"/>
                  </a:lnTo>
                  <a:lnTo>
                    <a:pt x="2578" y="1971"/>
                  </a:lnTo>
                  <a:lnTo>
                    <a:pt x="1668" y="15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1" name="Google Shape;268;p7">
              <a:extLst>
                <a:ext uri="{FF2B5EF4-FFF2-40B4-BE49-F238E27FC236}">
                  <a16:creationId xmlns:a16="http://schemas.microsoft.com/office/drawing/2014/main" id="{D08BCFA0-46C4-1AD2-BA94-E84C66EF0F66}"/>
                </a:ext>
              </a:extLst>
            </p:cNvPr>
            <p:cNvSpPr/>
            <p:nvPr/>
          </p:nvSpPr>
          <p:spPr>
            <a:xfrm>
              <a:off x="2254755" y="20850075"/>
              <a:ext cx="180495" cy="129307"/>
            </a:xfrm>
            <a:custGeom>
              <a:avLst/>
              <a:gdLst/>
              <a:ahLst/>
              <a:cxnLst/>
              <a:rect l="l" t="t" r="r" b="b"/>
              <a:pathLst>
                <a:path w="9097" h="7883" extrusionOk="0">
                  <a:moveTo>
                    <a:pt x="1365" y="0"/>
                  </a:moveTo>
                  <a:lnTo>
                    <a:pt x="1" y="2425"/>
                  </a:lnTo>
                  <a:lnTo>
                    <a:pt x="4852" y="5760"/>
                  </a:lnTo>
                  <a:lnTo>
                    <a:pt x="4852" y="7883"/>
                  </a:lnTo>
                  <a:lnTo>
                    <a:pt x="7277" y="7883"/>
                  </a:lnTo>
                  <a:lnTo>
                    <a:pt x="9096" y="6822"/>
                  </a:lnTo>
                  <a:lnTo>
                    <a:pt x="8945" y="5154"/>
                  </a:lnTo>
                  <a:lnTo>
                    <a:pt x="4549" y="2729"/>
                  </a:lnTo>
                  <a:lnTo>
                    <a:pt x="439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2" name="Google Shape;269;p7">
              <a:extLst>
                <a:ext uri="{FF2B5EF4-FFF2-40B4-BE49-F238E27FC236}">
                  <a16:creationId xmlns:a16="http://schemas.microsoft.com/office/drawing/2014/main" id="{20F5968A-6003-A437-BA44-B9A635702595}"/>
                </a:ext>
              </a:extLst>
            </p:cNvPr>
            <p:cNvSpPr/>
            <p:nvPr/>
          </p:nvSpPr>
          <p:spPr>
            <a:xfrm>
              <a:off x="2314913" y="20402480"/>
              <a:ext cx="75218" cy="69648"/>
            </a:xfrm>
            <a:custGeom>
              <a:avLst/>
              <a:gdLst/>
              <a:ahLst/>
              <a:cxnLst/>
              <a:rect l="l" t="t" r="r" b="b"/>
              <a:pathLst>
                <a:path w="3791" h="4246" extrusionOk="0">
                  <a:moveTo>
                    <a:pt x="910" y="1"/>
                  </a:moveTo>
                  <a:lnTo>
                    <a:pt x="1" y="1668"/>
                  </a:lnTo>
                  <a:lnTo>
                    <a:pt x="1062" y="4245"/>
                  </a:lnTo>
                  <a:lnTo>
                    <a:pt x="3791" y="3942"/>
                  </a:lnTo>
                  <a:lnTo>
                    <a:pt x="3791" y="152"/>
                  </a:lnTo>
                  <a:lnTo>
                    <a:pt x="910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3" name="Google Shape;270;p7">
              <a:extLst>
                <a:ext uri="{FF2B5EF4-FFF2-40B4-BE49-F238E27FC236}">
                  <a16:creationId xmlns:a16="http://schemas.microsoft.com/office/drawing/2014/main" id="{88F2C996-7C9D-1E2E-B6E0-F6235395C8AE}"/>
                </a:ext>
              </a:extLst>
            </p:cNvPr>
            <p:cNvSpPr/>
            <p:nvPr/>
          </p:nvSpPr>
          <p:spPr>
            <a:xfrm>
              <a:off x="2014141" y="20417407"/>
              <a:ext cx="763985" cy="668908"/>
            </a:xfrm>
            <a:custGeom>
              <a:avLst/>
              <a:gdLst/>
              <a:ahLst/>
              <a:cxnLst/>
              <a:rect l="l" t="t" r="r" b="b"/>
              <a:pathLst>
                <a:path w="38505" h="40779" extrusionOk="0">
                  <a:moveTo>
                    <a:pt x="13492" y="0"/>
                  </a:moveTo>
                  <a:lnTo>
                    <a:pt x="12128" y="455"/>
                  </a:lnTo>
                  <a:lnTo>
                    <a:pt x="9248" y="1516"/>
                  </a:lnTo>
                  <a:lnTo>
                    <a:pt x="9399" y="3941"/>
                  </a:lnTo>
                  <a:lnTo>
                    <a:pt x="7125" y="4699"/>
                  </a:lnTo>
                  <a:lnTo>
                    <a:pt x="6519" y="3184"/>
                  </a:lnTo>
                  <a:lnTo>
                    <a:pt x="3790" y="3335"/>
                  </a:lnTo>
                  <a:lnTo>
                    <a:pt x="3790" y="10005"/>
                  </a:lnTo>
                  <a:lnTo>
                    <a:pt x="1213" y="10460"/>
                  </a:lnTo>
                  <a:lnTo>
                    <a:pt x="1" y="14250"/>
                  </a:lnTo>
                  <a:lnTo>
                    <a:pt x="4397" y="18039"/>
                  </a:lnTo>
                  <a:lnTo>
                    <a:pt x="8490" y="16978"/>
                  </a:lnTo>
                  <a:lnTo>
                    <a:pt x="11218" y="19707"/>
                  </a:lnTo>
                  <a:lnTo>
                    <a:pt x="16524" y="24103"/>
                  </a:lnTo>
                  <a:lnTo>
                    <a:pt x="16676" y="29106"/>
                  </a:lnTo>
                  <a:lnTo>
                    <a:pt x="21072" y="31531"/>
                  </a:lnTo>
                  <a:lnTo>
                    <a:pt x="21375" y="34260"/>
                  </a:lnTo>
                  <a:lnTo>
                    <a:pt x="18343" y="37292"/>
                  </a:lnTo>
                  <a:lnTo>
                    <a:pt x="23346" y="40778"/>
                  </a:lnTo>
                  <a:lnTo>
                    <a:pt x="26378" y="35624"/>
                  </a:lnTo>
                  <a:lnTo>
                    <a:pt x="26984" y="31228"/>
                  </a:lnTo>
                  <a:lnTo>
                    <a:pt x="34109" y="28196"/>
                  </a:lnTo>
                  <a:lnTo>
                    <a:pt x="35321" y="18343"/>
                  </a:lnTo>
                  <a:lnTo>
                    <a:pt x="38505" y="14401"/>
                  </a:lnTo>
                  <a:lnTo>
                    <a:pt x="38505" y="11976"/>
                  </a:lnTo>
                  <a:lnTo>
                    <a:pt x="33502" y="8641"/>
                  </a:lnTo>
                  <a:lnTo>
                    <a:pt x="28500" y="8338"/>
                  </a:lnTo>
                  <a:lnTo>
                    <a:pt x="28651" y="7125"/>
                  </a:lnTo>
                  <a:lnTo>
                    <a:pt x="26378" y="6064"/>
                  </a:lnTo>
                  <a:lnTo>
                    <a:pt x="24104" y="7428"/>
                  </a:lnTo>
                  <a:lnTo>
                    <a:pt x="24862" y="5457"/>
                  </a:lnTo>
                  <a:lnTo>
                    <a:pt x="23346" y="4851"/>
                  </a:lnTo>
                  <a:lnTo>
                    <a:pt x="21223" y="6367"/>
                  </a:lnTo>
                  <a:lnTo>
                    <a:pt x="21223" y="6367"/>
                  </a:lnTo>
                  <a:lnTo>
                    <a:pt x="22891" y="4093"/>
                  </a:lnTo>
                  <a:lnTo>
                    <a:pt x="21527" y="1213"/>
                  </a:lnTo>
                  <a:lnTo>
                    <a:pt x="20920" y="2880"/>
                  </a:lnTo>
                  <a:lnTo>
                    <a:pt x="13189" y="3638"/>
                  </a:lnTo>
                  <a:lnTo>
                    <a:pt x="13492" y="0"/>
                  </a:lnTo>
                  <a:close/>
                </a:path>
              </a:pathLst>
            </a:custGeom>
            <a:solidFill>
              <a:srgbClr val="51ED9F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4" name="Google Shape;271;p7">
              <a:extLst>
                <a:ext uri="{FF2B5EF4-FFF2-40B4-BE49-F238E27FC236}">
                  <a16:creationId xmlns:a16="http://schemas.microsoft.com/office/drawing/2014/main" id="{0F1D50A1-0FFD-8CF9-D980-3748DA552A7C}"/>
                </a:ext>
              </a:extLst>
            </p:cNvPr>
            <p:cNvSpPr/>
            <p:nvPr/>
          </p:nvSpPr>
          <p:spPr>
            <a:xfrm>
              <a:off x="1833685" y="20335341"/>
              <a:ext cx="114305" cy="49751"/>
            </a:xfrm>
            <a:custGeom>
              <a:avLst/>
              <a:gdLst/>
              <a:ahLst/>
              <a:cxnLst/>
              <a:rect l="l" t="t" r="r" b="b"/>
              <a:pathLst>
                <a:path w="5761" h="3033" extrusionOk="0">
                  <a:moveTo>
                    <a:pt x="5154" y="1"/>
                  </a:moveTo>
                  <a:lnTo>
                    <a:pt x="2880" y="304"/>
                  </a:lnTo>
                  <a:lnTo>
                    <a:pt x="1971" y="910"/>
                  </a:lnTo>
                  <a:lnTo>
                    <a:pt x="910" y="304"/>
                  </a:lnTo>
                  <a:lnTo>
                    <a:pt x="0" y="1517"/>
                  </a:lnTo>
                  <a:lnTo>
                    <a:pt x="2577" y="2426"/>
                  </a:lnTo>
                  <a:lnTo>
                    <a:pt x="3335" y="1517"/>
                  </a:lnTo>
                  <a:lnTo>
                    <a:pt x="4699" y="1668"/>
                  </a:lnTo>
                  <a:lnTo>
                    <a:pt x="5154" y="3032"/>
                  </a:lnTo>
                  <a:lnTo>
                    <a:pt x="5761" y="2274"/>
                  </a:lnTo>
                  <a:lnTo>
                    <a:pt x="5457" y="1213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5" name="Google Shape;272;p7">
              <a:extLst>
                <a:ext uri="{FF2B5EF4-FFF2-40B4-BE49-F238E27FC236}">
                  <a16:creationId xmlns:a16="http://schemas.microsoft.com/office/drawing/2014/main" id="{773F77FB-2429-4DDB-6204-22C3D0D05FA8}"/>
                </a:ext>
              </a:extLst>
            </p:cNvPr>
            <p:cNvSpPr/>
            <p:nvPr/>
          </p:nvSpPr>
          <p:spPr>
            <a:xfrm>
              <a:off x="1869776" y="20519353"/>
              <a:ext cx="252658" cy="323275"/>
            </a:xfrm>
            <a:custGeom>
              <a:avLst/>
              <a:gdLst/>
              <a:ahLst/>
              <a:cxnLst/>
              <a:rect l="l" t="t" r="r" b="b"/>
              <a:pathLst>
                <a:path w="12734" h="19708" extrusionOk="0">
                  <a:moveTo>
                    <a:pt x="6064" y="0"/>
                  </a:moveTo>
                  <a:lnTo>
                    <a:pt x="2274" y="4700"/>
                  </a:lnTo>
                  <a:lnTo>
                    <a:pt x="0" y="3639"/>
                  </a:lnTo>
                  <a:lnTo>
                    <a:pt x="0" y="4700"/>
                  </a:lnTo>
                  <a:lnTo>
                    <a:pt x="6519" y="15917"/>
                  </a:lnTo>
                  <a:lnTo>
                    <a:pt x="12128" y="19707"/>
                  </a:lnTo>
                  <a:lnTo>
                    <a:pt x="12734" y="18494"/>
                  </a:lnTo>
                  <a:lnTo>
                    <a:pt x="12734" y="11521"/>
                  </a:lnTo>
                  <a:lnTo>
                    <a:pt x="11673" y="11824"/>
                  </a:lnTo>
                  <a:lnTo>
                    <a:pt x="7277" y="8035"/>
                  </a:lnTo>
                  <a:lnTo>
                    <a:pt x="8489" y="4245"/>
                  </a:lnTo>
                  <a:lnTo>
                    <a:pt x="11066" y="3790"/>
                  </a:lnTo>
                  <a:lnTo>
                    <a:pt x="11066" y="2881"/>
                  </a:lnTo>
                  <a:lnTo>
                    <a:pt x="606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6" name="Google Shape;273;p7">
              <a:extLst>
                <a:ext uri="{FF2B5EF4-FFF2-40B4-BE49-F238E27FC236}">
                  <a16:creationId xmlns:a16="http://schemas.microsoft.com/office/drawing/2014/main" id="{F5D029F6-620F-16C4-E121-49D12584A0B5}"/>
                </a:ext>
              </a:extLst>
            </p:cNvPr>
            <p:cNvSpPr/>
            <p:nvPr/>
          </p:nvSpPr>
          <p:spPr>
            <a:xfrm>
              <a:off x="2110390" y="20822715"/>
              <a:ext cx="186507" cy="596800"/>
            </a:xfrm>
            <a:custGeom>
              <a:avLst/>
              <a:gdLst/>
              <a:ahLst/>
              <a:cxnLst/>
              <a:rect l="l" t="t" r="r" b="b"/>
              <a:pathLst>
                <a:path w="9400" h="36383" extrusionOk="0">
                  <a:moveTo>
                    <a:pt x="607" y="0"/>
                  </a:moveTo>
                  <a:lnTo>
                    <a:pt x="1" y="1213"/>
                  </a:lnTo>
                  <a:lnTo>
                    <a:pt x="1062" y="24407"/>
                  </a:lnTo>
                  <a:lnTo>
                    <a:pt x="3487" y="26377"/>
                  </a:lnTo>
                  <a:lnTo>
                    <a:pt x="3639" y="30622"/>
                  </a:lnTo>
                  <a:lnTo>
                    <a:pt x="8035" y="36231"/>
                  </a:lnTo>
                  <a:lnTo>
                    <a:pt x="9399" y="36382"/>
                  </a:lnTo>
                  <a:lnTo>
                    <a:pt x="6216" y="31531"/>
                  </a:lnTo>
                  <a:lnTo>
                    <a:pt x="6216" y="28803"/>
                  </a:lnTo>
                  <a:lnTo>
                    <a:pt x="4094" y="25013"/>
                  </a:lnTo>
                  <a:lnTo>
                    <a:pt x="1820" y="14856"/>
                  </a:lnTo>
                  <a:lnTo>
                    <a:pt x="2881" y="4548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7" name="Google Shape;274;p7">
              <a:extLst>
                <a:ext uri="{FF2B5EF4-FFF2-40B4-BE49-F238E27FC236}">
                  <a16:creationId xmlns:a16="http://schemas.microsoft.com/office/drawing/2014/main" id="{341F6F2C-5DB7-E246-60E9-D6A0AF998EE0}"/>
                </a:ext>
              </a:extLst>
            </p:cNvPr>
            <p:cNvSpPr/>
            <p:nvPr/>
          </p:nvSpPr>
          <p:spPr>
            <a:xfrm>
              <a:off x="2071283" y="20161286"/>
              <a:ext cx="60178" cy="27361"/>
            </a:xfrm>
            <a:custGeom>
              <a:avLst/>
              <a:gdLst/>
              <a:ahLst/>
              <a:cxnLst/>
              <a:rect l="l" t="t" r="r" b="b"/>
              <a:pathLst>
                <a:path w="3033" h="1668" extrusionOk="0">
                  <a:moveTo>
                    <a:pt x="1" y="0"/>
                  </a:moveTo>
                  <a:lnTo>
                    <a:pt x="1" y="1668"/>
                  </a:lnTo>
                  <a:lnTo>
                    <a:pt x="1062" y="910"/>
                  </a:lnTo>
                  <a:lnTo>
                    <a:pt x="2578" y="910"/>
                  </a:lnTo>
                  <a:lnTo>
                    <a:pt x="3033" y="3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8" name="Google Shape;275;p7">
              <a:extLst>
                <a:ext uri="{FF2B5EF4-FFF2-40B4-BE49-F238E27FC236}">
                  <a16:creationId xmlns:a16="http://schemas.microsoft.com/office/drawing/2014/main" id="{259923B8-CCEB-A6DA-F4B0-8DB0266EE2AB}"/>
                </a:ext>
              </a:extLst>
            </p:cNvPr>
            <p:cNvSpPr/>
            <p:nvPr/>
          </p:nvSpPr>
          <p:spPr>
            <a:xfrm>
              <a:off x="2026184" y="20161286"/>
              <a:ext cx="45119" cy="19897"/>
            </a:xfrm>
            <a:custGeom>
              <a:avLst/>
              <a:gdLst/>
              <a:ahLst/>
              <a:cxnLst/>
              <a:rect l="l" t="t" r="r" b="b"/>
              <a:pathLst>
                <a:path w="2274" h="1213" extrusionOk="0">
                  <a:moveTo>
                    <a:pt x="455" y="0"/>
                  </a:moveTo>
                  <a:lnTo>
                    <a:pt x="1061" y="910"/>
                  </a:lnTo>
                  <a:lnTo>
                    <a:pt x="0" y="910"/>
                  </a:lnTo>
                  <a:lnTo>
                    <a:pt x="0" y="1213"/>
                  </a:lnTo>
                  <a:lnTo>
                    <a:pt x="2274" y="1213"/>
                  </a:lnTo>
                  <a:lnTo>
                    <a:pt x="227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9" name="Google Shape;276;p7">
              <a:extLst>
                <a:ext uri="{FF2B5EF4-FFF2-40B4-BE49-F238E27FC236}">
                  <a16:creationId xmlns:a16="http://schemas.microsoft.com/office/drawing/2014/main" id="{3826D8ED-DCA7-372A-9D9D-0F4C47CF91C6}"/>
                </a:ext>
              </a:extLst>
            </p:cNvPr>
            <p:cNvSpPr/>
            <p:nvPr/>
          </p:nvSpPr>
          <p:spPr>
            <a:xfrm>
              <a:off x="5476072" y="20718275"/>
              <a:ext cx="1079797" cy="616697"/>
            </a:xfrm>
            <a:custGeom>
              <a:avLst/>
              <a:gdLst/>
              <a:ahLst/>
              <a:cxnLst/>
              <a:rect l="l" t="t" r="r" b="b"/>
              <a:pathLst>
                <a:path w="54422" h="37596" extrusionOk="0">
                  <a:moveTo>
                    <a:pt x="30470" y="1"/>
                  </a:moveTo>
                  <a:lnTo>
                    <a:pt x="30470" y="4094"/>
                  </a:lnTo>
                  <a:lnTo>
                    <a:pt x="27590" y="6974"/>
                  </a:lnTo>
                  <a:lnTo>
                    <a:pt x="23194" y="3184"/>
                  </a:lnTo>
                  <a:lnTo>
                    <a:pt x="24558" y="759"/>
                  </a:lnTo>
                  <a:lnTo>
                    <a:pt x="19253" y="910"/>
                  </a:lnTo>
                  <a:lnTo>
                    <a:pt x="17888" y="3790"/>
                  </a:lnTo>
                  <a:lnTo>
                    <a:pt x="14705" y="2426"/>
                  </a:lnTo>
                  <a:lnTo>
                    <a:pt x="8944" y="8793"/>
                  </a:lnTo>
                  <a:lnTo>
                    <a:pt x="1213" y="12431"/>
                  </a:lnTo>
                  <a:lnTo>
                    <a:pt x="1213" y="21072"/>
                  </a:lnTo>
                  <a:lnTo>
                    <a:pt x="0" y="23952"/>
                  </a:lnTo>
                  <a:lnTo>
                    <a:pt x="910" y="25013"/>
                  </a:lnTo>
                  <a:lnTo>
                    <a:pt x="15614" y="21830"/>
                  </a:lnTo>
                  <a:lnTo>
                    <a:pt x="18040" y="23952"/>
                  </a:lnTo>
                  <a:lnTo>
                    <a:pt x="20617" y="22891"/>
                  </a:lnTo>
                  <a:lnTo>
                    <a:pt x="21526" y="27893"/>
                  </a:lnTo>
                  <a:lnTo>
                    <a:pt x="28954" y="28348"/>
                  </a:lnTo>
                  <a:lnTo>
                    <a:pt x="37595" y="19404"/>
                  </a:lnTo>
                  <a:lnTo>
                    <a:pt x="38050" y="14402"/>
                  </a:lnTo>
                  <a:lnTo>
                    <a:pt x="33351" y="7732"/>
                  </a:lnTo>
                  <a:lnTo>
                    <a:pt x="31835" y="455"/>
                  </a:lnTo>
                  <a:lnTo>
                    <a:pt x="30470" y="1"/>
                  </a:lnTo>
                  <a:close/>
                  <a:moveTo>
                    <a:pt x="53058" y="25165"/>
                  </a:moveTo>
                  <a:lnTo>
                    <a:pt x="52451" y="25468"/>
                  </a:lnTo>
                  <a:lnTo>
                    <a:pt x="52451" y="28197"/>
                  </a:lnTo>
                  <a:lnTo>
                    <a:pt x="50632" y="30016"/>
                  </a:lnTo>
                  <a:lnTo>
                    <a:pt x="50026" y="31986"/>
                  </a:lnTo>
                  <a:lnTo>
                    <a:pt x="54422" y="28803"/>
                  </a:lnTo>
                  <a:lnTo>
                    <a:pt x="53058" y="27136"/>
                  </a:lnTo>
                  <a:lnTo>
                    <a:pt x="53058" y="25165"/>
                  </a:lnTo>
                  <a:close/>
                  <a:moveTo>
                    <a:pt x="48207" y="31683"/>
                  </a:moveTo>
                  <a:lnTo>
                    <a:pt x="38959" y="36383"/>
                  </a:lnTo>
                  <a:lnTo>
                    <a:pt x="41082" y="37595"/>
                  </a:lnTo>
                  <a:lnTo>
                    <a:pt x="48207" y="32896"/>
                  </a:lnTo>
                  <a:lnTo>
                    <a:pt x="48207" y="31683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0" name="Google Shape;189;p7">
              <a:extLst>
                <a:ext uri="{FF2B5EF4-FFF2-40B4-BE49-F238E27FC236}">
                  <a16:creationId xmlns:a16="http://schemas.microsoft.com/office/drawing/2014/main" id="{35758CCF-A611-9D69-A0F2-326912A6B68E}"/>
                </a:ext>
              </a:extLst>
            </p:cNvPr>
            <p:cNvSpPr/>
            <p:nvPr/>
          </p:nvSpPr>
          <p:spPr>
            <a:xfrm flipV="1">
              <a:off x="4985320" y="20353421"/>
              <a:ext cx="95177" cy="137312"/>
            </a:xfrm>
            <a:custGeom>
              <a:avLst/>
              <a:gdLst/>
              <a:ahLst/>
              <a:cxnLst/>
              <a:rect l="l" t="t" r="r" b="b"/>
              <a:pathLst>
                <a:path w="7732" h="13493" extrusionOk="0">
                  <a:moveTo>
                    <a:pt x="6216" y="1"/>
                  </a:moveTo>
                  <a:lnTo>
                    <a:pt x="1365" y="5155"/>
                  </a:lnTo>
                  <a:lnTo>
                    <a:pt x="758" y="8641"/>
                  </a:lnTo>
                  <a:lnTo>
                    <a:pt x="0" y="11067"/>
                  </a:lnTo>
                  <a:lnTo>
                    <a:pt x="1062" y="13492"/>
                  </a:lnTo>
                  <a:lnTo>
                    <a:pt x="3487" y="13492"/>
                  </a:lnTo>
                  <a:lnTo>
                    <a:pt x="7732" y="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" name="Google Shape;101;p7">
              <a:extLst>
                <a:ext uri="{FF2B5EF4-FFF2-40B4-BE49-F238E27FC236}">
                  <a16:creationId xmlns:a16="http://schemas.microsoft.com/office/drawing/2014/main" id="{7CF6D18D-896C-5668-DA26-B964DAAD2702}"/>
                </a:ext>
              </a:extLst>
            </p:cNvPr>
            <p:cNvSpPr/>
            <p:nvPr/>
          </p:nvSpPr>
          <p:spPr>
            <a:xfrm rot="7316963">
              <a:off x="4869970" y="19916461"/>
              <a:ext cx="85970" cy="52554"/>
            </a:xfrm>
            <a:custGeom>
              <a:avLst/>
              <a:gdLst/>
              <a:ahLst/>
              <a:cxnLst/>
              <a:rect l="l" t="t" r="r" b="b"/>
              <a:pathLst>
                <a:path w="1517" h="3184" extrusionOk="0">
                  <a:moveTo>
                    <a:pt x="1061" y="0"/>
                  </a:moveTo>
                  <a:lnTo>
                    <a:pt x="303" y="758"/>
                  </a:lnTo>
                  <a:lnTo>
                    <a:pt x="0" y="2880"/>
                  </a:lnTo>
                  <a:lnTo>
                    <a:pt x="1061" y="3184"/>
                  </a:lnTo>
                  <a:lnTo>
                    <a:pt x="910" y="1364"/>
                  </a:lnTo>
                  <a:lnTo>
                    <a:pt x="1516" y="455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FFFFA7"/>
            </a:solidFill>
            <a:ln w="3800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69025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EDE12B-1B00-C4B2-9414-BABD15CEB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431" b="99028" l="9000" r="90000">
                        <a14:foregroundMark x1="17400" y1="70989" x2="14400" y2="84765"/>
                        <a14:foregroundMark x1="10800" y1="59319" x2="10800" y2="59319"/>
                        <a14:foregroundMark x1="11400" y1="45543" x2="15000" y2="61264"/>
                        <a14:foregroundMark x1="15000" y1="61264" x2="19000" y2="61912"/>
                        <a14:foregroundMark x1="9400" y1="47650" x2="10200" y2="64182"/>
                        <a14:foregroundMark x1="10200" y1="64182" x2="21200" y2="60130"/>
                        <a14:foregroundMark x1="52200" y1="4052" x2="80000" y2="8104"/>
                        <a14:foregroundMark x1="80000" y1="8104" x2="62400" y2="17342"/>
                        <a14:foregroundMark x1="62400" y1="17342" x2="53800" y2="4862"/>
                        <a14:foregroundMark x1="54800" y1="3890" x2="78600" y2="3241"/>
                        <a14:foregroundMark x1="78600" y1="3241" x2="79000" y2="3079"/>
                        <a14:foregroundMark x1="33600" y1="21394" x2="22200" y2="40032"/>
                        <a14:foregroundMark x1="22200" y1="40032" x2="36000" y2="17990"/>
                        <a14:foregroundMark x1="36000" y1="17990" x2="39200" y2="16856"/>
                        <a14:foregroundMark x1="16400" y1="26742" x2="14800" y2="27066"/>
                        <a14:foregroundMark x1="20200" y1="32901" x2="20200" y2="32901"/>
                        <a14:foregroundMark x1="21000" y1="30308" x2="21000" y2="30308"/>
                        <a14:foregroundMark x1="13600" y1="91896" x2="13600" y2="91896"/>
                        <a14:foregroundMark x1="11200" y1="82172" x2="9800" y2="97407"/>
                        <a14:foregroundMark x1="9800" y1="97407" x2="46600" y2="95948"/>
                        <a14:foregroundMark x1="46600" y1="95948" x2="58600" y2="91086"/>
                        <a14:foregroundMark x1="61600" y1="98217" x2="25000" y2="99028"/>
                        <a14:foregroundMark x1="25000" y1="99028" x2="9200" y2="98217"/>
                        <a14:foregroundMark x1="18400" y1="32739" x2="13600" y2="42301"/>
                        <a14:foregroundMark x1="75400" y1="37277" x2="76000" y2="47974"/>
                        <a14:foregroundMark x1="64800" y1="29498" x2="80400" y2="20259"/>
                        <a14:foregroundMark x1="80400" y1="20259" x2="83200" y2="11507"/>
                        <a14:foregroundMark x1="81400" y1="14425" x2="84200" y2="19611"/>
                        <a14:foregroundMark x1="79400" y1="5835" x2="59800" y2="4214"/>
                        <a14:foregroundMark x1="59800" y1="4214" x2="82200" y2="4214"/>
                        <a14:foregroundMark x1="82200" y1="4214" x2="82000" y2="16856"/>
                        <a14:foregroundMark x1="16800" y1="36143" x2="9000" y2="53485"/>
                        <a14:foregroundMark x1="9000" y1="53485" x2="9000" y2="53971"/>
                        <a14:foregroundMark x1="30200" y1="26418" x2="20600" y2="29498"/>
                        <a14:foregroundMark x1="24000" y1="27229" x2="24000" y2="27229"/>
                        <a14:foregroundMark x1="24000" y1="27229" x2="24000" y2="27229"/>
                        <a14:backgroundMark x1="5200" y1="72771" x2="400" y2="88006"/>
                        <a14:backgroundMark x1="400" y1="88006" x2="2800" y2="82982"/>
                        <a14:backgroundMark x1="4600" y1="73906" x2="3000" y2="76823"/>
                        <a14:backgroundMark x1="3400" y1="80713" x2="6000" y2="703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81218" y="3271969"/>
            <a:ext cx="2595582" cy="3202948"/>
          </a:xfrm>
          <a:prstGeom prst="rect">
            <a:avLst/>
          </a:prstGeom>
          <a:effectLst>
            <a:glow rad="50800">
              <a:srgbClr val="1CE783"/>
            </a:glow>
          </a:effectLst>
        </p:spPr>
      </p:pic>
      <p:pic>
        <p:nvPicPr>
          <p:cNvPr id="5" name="Picture 2" descr="Vinyl ">
            <a:extLst>
              <a:ext uri="{FF2B5EF4-FFF2-40B4-BE49-F238E27FC236}">
                <a16:creationId xmlns:a16="http://schemas.microsoft.com/office/drawing/2014/main" id="{A9244F4C-5AAC-F95A-659A-39E572D58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1CE783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636" y="718129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Music notes with solid fill">
            <a:extLst>
              <a:ext uri="{FF2B5EF4-FFF2-40B4-BE49-F238E27FC236}">
                <a16:creationId xmlns:a16="http://schemas.microsoft.com/office/drawing/2014/main" id="{DC4B017B-4FEC-47D5-146F-76674042CF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19154" y="8724996"/>
            <a:ext cx="914400" cy="914400"/>
          </a:xfrm>
          <a:prstGeom prst="rect">
            <a:avLst/>
          </a:prstGeom>
        </p:spPr>
      </p:pic>
      <p:pic>
        <p:nvPicPr>
          <p:cNvPr id="9" name="Graphic 8" descr="Music note with solid fill">
            <a:extLst>
              <a:ext uri="{FF2B5EF4-FFF2-40B4-BE49-F238E27FC236}">
                <a16:creationId xmlns:a16="http://schemas.microsoft.com/office/drawing/2014/main" id="{1E519C9E-1E05-2E4E-C815-FF4EA2892A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24895" y="8724996"/>
            <a:ext cx="914400" cy="914400"/>
          </a:xfrm>
          <a:prstGeom prst="rect">
            <a:avLst/>
          </a:prstGeom>
        </p:spPr>
      </p:pic>
      <p:pic>
        <p:nvPicPr>
          <p:cNvPr id="11" name="Graphic 10" descr="Music notation with solid fill">
            <a:extLst>
              <a:ext uri="{FF2B5EF4-FFF2-40B4-BE49-F238E27FC236}">
                <a16:creationId xmlns:a16="http://schemas.microsoft.com/office/drawing/2014/main" id="{AF546B8D-0FF9-E250-8AEE-B920395C8B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0636" y="8724996"/>
            <a:ext cx="914400" cy="914400"/>
          </a:xfrm>
          <a:prstGeom prst="rect">
            <a:avLst/>
          </a:prstGeom>
        </p:spPr>
      </p:pic>
      <p:pic>
        <p:nvPicPr>
          <p:cNvPr id="13" name="Graphic 12" descr="Music with solid fill">
            <a:extLst>
              <a:ext uri="{FF2B5EF4-FFF2-40B4-BE49-F238E27FC236}">
                <a16:creationId xmlns:a16="http://schemas.microsoft.com/office/drawing/2014/main" id="{18C189EB-C9DF-2E93-89BF-62F1C26FC6D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98277" y="8724996"/>
            <a:ext cx="914400" cy="914400"/>
          </a:xfrm>
          <a:prstGeom prst="rect">
            <a:avLst/>
          </a:prstGeom>
        </p:spPr>
      </p:pic>
      <p:pic>
        <p:nvPicPr>
          <p:cNvPr id="15" name="Graphic 14" descr="Dance with solid fill">
            <a:extLst>
              <a:ext uri="{FF2B5EF4-FFF2-40B4-BE49-F238E27FC236}">
                <a16:creationId xmlns:a16="http://schemas.microsoft.com/office/drawing/2014/main" id="{F78919D0-A7E6-F900-2AB3-0F6ACFFD1CB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04018" y="8724996"/>
            <a:ext cx="914400" cy="914400"/>
          </a:xfrm>
          <a:prstGeom prst="rect">
            <a:avLst/>
          </a:prstGeom>
        </p:spPr>
      </p:pic>
      <p:pic>
        <p:nvPicPr>
          <p:cNvPr id="17" name="Graphic 16" descr="Treble clef with solid fill">
            <a:extLst>
              <a:ext uri="{FF2B5EF4-FFF2-40B4-BE49-F238E27FC236}">
                <a16:creationId xmlns:a16="http://schemas.microsoft.com/office/drawing/2014/main" id="{57D46706-7B2E-7582-B592-31E209573CD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09758" y="8724996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9875CD-7D64-6B1A-CB62-67CD9AA9419F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277" y="3013578"/>
            <a:ext cx="2595600" cy="3893400"/>
          </a:xfrm>
          <a:prstGeom prst="rect">
            <a:avLst/>
          </a:prstGeom>
          <a:effectLst>
            <a:glow rad="50800">
              <a:srgbClr val="1CE783"/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226DFE-4AE0-D534-724C-C59AA19C410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731" y="9963894"/>
            <a:ext cx="2599200" cy="3364213"/>
          </a:xfrm>
          <a:prstGeom prst="rect">
            <a:avLst/>
          </a:prstGeom>
          <a:effectLst>
            <a:glow rad="50800">
              <a:srgbClr val="1CE783"/>
            </a:glow>
          </a:effectLst>
        </p:spPr>
      </p:pic>
      <p:grpSp>
        <p:nvGrpSpPr>
          <p:cNvPr id="26" name="Google Shape;31;p7">
            <a:extLst>
              <a:ext uri="{FF2B5EF4-FFF2-40B4-BE49-F238E27FC236}">
                <a16:creationId xmlns:a16="http://schemas.microsoft.com/office/drawing/2014/main" id="{A1B80B4E-2BFF-3BA2-5C07-950A1843C458}"/>
              </a:ext>
            </a:extLst>
          </p:cNvPr>
          <p:cNvGrpSpPr/>
          <p:nvPr/>
        </p:nvGrpSpPr>
        <p:grpSpPr>
          <a:xfrm>
            <a:off x="2636360" y="19562532"/>
            <a:ext cx="5682058" cy="2839518"/>
            <a:chOff x="238125" y="1072500"/>
            <a:chExt cx="7143750" cy="3569975"/>
          </a:xfrm>
          <a:solidFill>
            <a:schemeClr val="tx1"/>
          </a:solidFill>
        </p:grpSpPr>
        <p:sp>
          <p:nvSpPr>
            <p:cNvPr id="27" name="Google Shape;32;p7">
              <a:extLst>
                <a:ext uri="{FF2B5EF4-FFF2-40B4-BE49-F238E27FC236}">
                  <a16:creationId xmlns:a16="http://schemas.microsoft.com/office/drawing/2014/main" id="{38EC68A7-22D1-DEC6-F26C-652515E24796}"/>
                </a:ext>
              </a:extLst>
            </p:cNvPr>
            <p:cNvSpPr/>
            <p:nvPr/>
          </p:nvSpPr>
          <p:spPr>
            <a:xfrm>
              <a:off x="6570850" y="3084850"/>
              <a:ext cx="56875" cy="98575"/>
            </a:xfrm>
            <a:custGeom>
              <a:avLst/>
              <a:gdLst/>
              <a:ahLst/>
              <a:cxnLst/>
              <a:rect l="l" t="t" r="r" b="b"/>
              <a:pathLst>
                <a:path w="2275" h="3943" extrusionOk="0">
                  <a:moveTo>
                    <a:pt x="1213" y="1"/>
                  </a:moveTo>
                  <a:lnTo>
                    <a:pt x="455" y="759"/>
                  </a:lnTo>
                  <a:lnTo>
                    <a:pt x="304" y="1062"/>
                  </a:lnTo>
                  <a:lnTo>
                    <a:pt x="0" y="3184"/>
                  </a:lnTo>
                  <a:lnTo>
                    <a:pt x="304" y="3639"/>
                  </a:lnTo>
                  <a:lnTo>
                    <a:pt x="1516" y="3942"/>
                  </a:lnTo>
                  <a:lnTo>
                    <a:pt x="1971" y="3488"/>
                  </a:lnTo>
                  <a:lnTo>
                    <a:pt x="1820" y="1820"/>
                  </a:lnTo>
                  <a:lnTo>
                    <a:pt x="2274" y="1062"/>
                  </a:lnTo>
                  <a:lnTo>
                    <a:pt x="2274" y="456"/>
                  </a:lnTo>
                  <a:lnTo>
                    <a:pt x="19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8" name="Google Shape;33;p7">
              <a:extLst>
                <a:ext uri="{FF2B5EF4-FFF2-40B4-BE49-F238E27FC236}">
                  <a16:creationId xmlns:a16="http://schemas.microsoft.com/office/drawing/2014/main" id="{5D71DA58-0800-60D1-FDEC-9B1FB56388A0}"/>
                </a:ext>
              </a:extLst>
            </p:cNvPr>
            <p:cNvSpPr/>
            <p:nvPr/>
          </p:nvSpPr>
          <p:spPr>
            <a:xfrm>
              <a:off x="6309350" y="2861275"/>
              <a:ext cx="87200" cy="83400"/>
            </a:xfrm>
            <a:custGeom>
              <a:avLst/>
              <a:gdLst/>
              <a:ahLst/>
              <a:cxnLst/>
              <a:rect l="l" t="t" r="r" b="b"/>
              <a:pathLst>
                <a:path w="3488" h="3336" extrusionOk="0">
                  <a:moveTo>
                    <a:pt x="2729" y="0"/>
                  </a:moveTo>
                  <a:lnTo>
                    <a:pt x="1" y="2426"/>
                  </a:lnTo>
                  <a:lnTo>
                    <a:pt x="304" y="3184"/>
                  </a:lnTo>
                  <a:lnTo>
                    <a:pt x="1213" y="3335"/>
                  </a:lnTo>
                  <a:lnTo>
                    <a:pt x="1668" y="3335"/>
                  </a:lnTo>
                  <a:lnTo>
                    <a:pt x="3336" y="1819"/>
                  </a:lnTo>
                  <a:lnTo>
                    <a:pt x="3487" y="1516"/>
                  </a:lnTo>
                  <a:lnTo>
                    <a:pt x="3487" y="303"/>
                  </a:lnTo>
                  <a:lnTo>
                    <a:pt x="2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9" name="Google Shape;34;p7">
              <a:extLst>
                <a:ext uri="{FF2B5EF4-FFF2-40B4-BE49-F238E27FC236}">
                  <a16:creationId xmlns:a16="http://schemas.microsoft.com/office/drawing/2014/main" id="{63F317F0-02DE-B595-44F6-9FCF7546ED10}"/>
                </a:ext>
              </a:extLst>
            </p:cNvPr>
            <p:cNvSpPr/>
            <p:nvPr/>
          </p:nvSpPr>
          <p:spPr>
            <a:xfrm>
              <a:off x="6358625" y="3115175"/>
              <a:ext cx="181925" cy="212250"/>
            </a:xfrm>
            <a:custGeom>
              <a:avLst/>
              <a:gdLst/>
              <a:ahLst/>
              <a:cxnLst/>
              <a:rect l="l" t="t" r="r" b="b"/>
              <a:pathLst>
                <a:path w="7277" h="8490" extrusionOk="0">
                  <a:moveTo>
                    <a:pt x="2577" y="1"/>
                  </a:moveTo>
                  <a:lnTo>
                    <a:pt x="910" y="1517"/>
                  </a:lnTo>
                  <a:lnTo>
                    <a:pt x="758" y="1820"/>
                  </a:lnTo>
                  <a:lnTo>
                    <a:pt x="910" y="3942"/>
                  </a:lnTo>
                  <a:lnTo>
                    <a:pt x="152" y="5003"/>
                  </a:lnTo>
                  <a:lnTo>
                    <a:pt x="0" y="5306"/>
                  </a:lnTo>
                  <a:lnTo>
                    <a:pt x="607" y="8187"/>
                  </a:lnTo>
                  <a:lnTo>
                    <a:pt x="1213" y="8490"/>
                  </a:lnTo>
                  <a:lnTo>
                    <a:pt x="2274" y="8187"/>
                  </a:lnTo>
                  <a:lnTo>
                    <a:pt x="2577" y="7732"/>
                  </a:lnTo>
                  <a:lnTo>
                    <a:pt x="2274" y="5913"/>
                  </a:lnTo>
                  <a:lnTo>
                    <a:pt x="2577" y="6671"/>
                  </a:lnTo>
                  <a:lnTo>
                    <a:pt x="2881" y="6974"/>
                  </a:lnTo>
                  <a:lnTo>
                    <a:pt x="4245" y="7429"/>
                  </a:lnTo>
                  <a:lnTo>
                    <a:pt x="4851" y="6974"/>
                  </a:lnTo>
                  <a:lnTo>
                    <a:pt x="4851" y="5913"/>
                  </a:lnTo>
                  <a:lnTo>
                    <a:pt x="4851" y="5761"/>
                  </a:lnTo>
                  <a:lnTo>
                    <a:pt x="4245" y="4397"/>
                  </a:lnTo>
                  <a:lnTo>
                    <a:pt x="5306" y="3336"/>
                  </a:lnTo>
                  <a:lnTo>
                    <a:pt x="5003" y="2578"/>
                  </a:lnTo>
                  <a:lnTo>
                    <a:pt x="3032" y="2729"/>
                  </a:lnTo>
                  <a:lnTo>
                    <a:pt x="2881" y="2578"/>
                  </a:lnTo>
                  <a:lnTo>
                    <a:pt x="3335" y="1971"/>
                  </a:lnTo>
                  <a:lnTo>
                    <a:pt x="4700" y="2578"/>
                  </a:lnTo>
                  <a:lnTo>
                    <a:pt x="5003" y="2578"/>
                  </a:lnTo>
                  <a:lnTo>
                    <a:pt x="5761" y="2426"/>
                  </a:lnTo>
                  <a:lnTo>
                    <a:pt x="6064" y="2275"/>
                  </a:lnTo>
                  <a:lnTo>
                    <a:pt x="7277" y="759"/>
                  </a:lnTo>
                  <a:lnTo>
                    <a:pt x="6974" y="152"/>
                  </a:lnTo>
                  <a:lnTo>
                    <a:pt x="5912" y="1"/>
                  </a:lnTo>
                  <a:lnTo>
                    <a:pt x="5609" y="152"/>
                  </a:lnTo>
                  <a:lnTo>
                    <a:pt x="5154" y="455"/>
                  </a:lnTo>
                  <a:lnTo>
                    <a:pt x="28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1" name="Google Shape;35;p7">
              <a:extLst>
                <a:ext uri="{FF2B5EF4-FFF2-40B4-BE49-F238E27FC236}">
                  <a16:creationId xmlns:a16="http://schemas.microsoft.com/office/drawing/2014/main" id="{3D32DD1A-F296-122D-8A8D-0519214ADA51}"/>
                </a:ext>
              </a:extLst>
            </p:cNvPr>
            <p:cNvSpPr/>
            <p:nvPr/>
          </p:nvSpPr>
          <p:spPr>
            <a:xfrm>
              <a:off x="2079950" y="1110375"/>
              <a:ext cx="113725" cy="64450"/>
            </a:xfrm>
            <a:custGeom>
              <a:avLst/>
              <a:gdLst/>
              <a:ahLst/>
              <a:cxnLst/>
              <a:rect l="l" t="t" r="r" b="b"/>
              <a:pathLst>
                <a:path w="4549" h="2578" extrusionOk="0">
                  <a:moveTo>
                    <a:pt x="3032" y="1"/>
                  </a:moveTo>
                  <a:lnTo>
                    <a:pt x="0" y="1214"/>
                  </a:lnTo>
                  <a:lnTo>
                    <a:pt x="0" y="2123"/>
                  </a:lnTo>
                  <a:lnTo>
                    <a:pt x="2729" y="2578"/>
                  </a:lnTo>
                  <a:lnTo>
                    <a:pt x="3032" y="2578"/>
                  </a:lnTo>
                  <a:lnTo>
                    <a:pt x="4548" y="1668"/>
                  </a:lnTo>
                  <a:lnTo>
                    <a:pt x="4548" y="910"/>
                  </a:lnTo>
                  <a:lnTo>
                    <a:pt x="34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4" name="Google Shape;36;p7">
              <a:extLst>
                <a:ext uri="{FF2B5EF4-FFF2-40B4-BE49-F238E27FC236}">
                  <a16:creationId xmlns:a16="http://schemas.microsoft.com/office/drawing/2014/main" id="{EA0AA5AF-8112-4D1A-B8D5-3125B7EB88AE}"/>
                </a:ext>
              </a:extLst>
            </p:cNvPr>
            <p:cNvSpPr/>
            <p:nvPr/>
          </p:nvSpPr>
          <p:spPr>
            <a:xfrm>
              <a:off x="6578425" y="3228875"/>
              <a:ext cx="83400" cy="45500"/>
            </a:xfrm>
            <a:custGeom>
              <a:avLst/>
              <a:gdLst/>
              <a:ahLst/>
              <a:cxnLst/>
              <a:rect l="l" t="t" r="r" b="b"/>
              <a:pathLst>
                <a:path w="3336" h="1820" extrusionOk="0">
                  <a:moveTo>
                    <a:pt x="607" y="0"/>
                  </a:moveTo>
                  <a:lnTo>
                    <a:pt x="304" y="304"/>
                  </a:lnTo>
                  <a:lnTo>
                    <a:pt x="1" y="1213"/>
                  </a:lnTo>
                  <a:lnTo>
                    <a:pt x="455" y="1820"/>
                  </a:lnTo>
                  <a:lnTo>
                    <a:pt x="3032" y="1516"/>
                  </a:lnTo>
                  <a:lnTo>
                    <a:pt x="3336" y="1062"/>
                  </a:lnTo>
                  <a:lnTo>
                    <a:pt x="3336" y="455"/>
                  </a:lnTo>
                  <a:lnTo>
                    <a:pt x="28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5" name="Google Shape;37;p7">
              <a:extLst>
                <a:ext uri="{FF2B5EF4-FFF2-40B4-BE49-F238E27FC236}">
                  <a16:creationId xmlns:a16="http://schemas.microsoft.com/office/drawing/2014/main" id="{C21D12BB-97FF-4D6B-B696-B58A53B9B615}"/>
                </a:ext>
              </a:extLst>
            </p:cNvPr>
            <p:cNvSpPr/>
            <p:nvPr/>
          </p:nvSpPr>
          <p:spPr>
            <a:xfrm>
              <a:off x="6593575" y="1959300"/>
              <a:ext cx="121300" cy="113725"/>
            </a:xfrm>
            <a:custGeom>
              <a:avLst/>
              <a:gdLst/>
              <a:ahLst/>
              <a:cxnLst/>
              <a:rect l="l" t="t" r="r" b="b"/>
              <a:pathLst>
                <a:path w="4852" h="4549" extrusionOk="0">
                  <a:moveTo>
                    <a:pt x="607" y="0"/>
                  </a:moveTo>
                  <a:lnTo>
                    <a:pt x="1" y="304"/>
                  </a:lnTo>
                  <a:lnTo>
                    <a:pt x="153" y="3639"/>
                  </a:lnTo>
                  <a:lnTo>
                    <a:pt x="304" y="4093"/>
                  </a:lnTo>
                  <a:lnTo>
                    <a:pt x="1062" y="4548"/>
                  </a:lnTo>
                  <a:lnTo>
                    <a:pt x="1668" y="4397"/>
                  </a:lnTo>
                  <a:lnTo>
                    <a:pt x="2123" y="3790"/>
                  </a:lnTo>
                  <a:lnTo>
                    <a:pt x="3639" y="3790"/>
                  </a:lnTo>
                  <a:lnTo>
                    <a:pt x="4094" y="3487"/>
                  </a:lnTo>
                  <a:lnTo>
                    <a:pt x="4852" y="2274"/>
                  </a:lnTo>
                  <a:lnTo>
                    <a:pt x="4549" y="1668"/>
                  </a:lnTo>
                  <a:lnTo>
                    <a:pt x="6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6" name="Google Shape;38;p7">
              <a:extLst>
                <a:ext uri="{FF2B5EF4-FFF2-40B4-BE49-F238E27FC236}">
                  <a16:creationId xmlns:a16="http://schemas.microsoft.com/office/drawing/2014/main" id="{B07FFA8D-51C0-38D6-8B89-C5126E0A5562}"/>
                </a:ext>
              </a:extLst>
            </p:cNvPr>
            <p:cNvSpPr/>
            <p:nvPr/>
          </p:nvSpPr>
          <p:spPr>
            <a:xfrm>
              <a:off x="6491275" y="2065400"/>
              <a:ext cx="227400" cy="272900"/>
            </a:xfrm>
            <a:custGeom>
              <a:avLst/>
              <a:gdLst/>
              <a:ahLst/>
              <a:cxnLst/>
              <a:rect l="l" t="t" r="r" b="b"/>
              <a:pathLst>
                <a:path w="9096" h="10916" extrusionOk="0">
                  <a:moveTo>
                    <a:pt x="4396" y="7580"/>
                  </a:moveTo>
                  <a:lnTo>
                    <a:pt x="4396" y="7884"/>
                  </a:lnTo>
                  <a:lnTo>
                    <a:pt x="4245" y="7580"/>
                  </a:lnTo>
                  <a:close/>
                  <a:moveTo>
                    <a:pt x="2425" y="7884"/>
                  </a:moveTo>
                  <a:lnTo>
                    <a:pt x="2274" y="8338"/>
                  </a:lnTo>
                  <a:lnTo>
                    <a:pt x="2122" y="8187"/>
                  </a:lnTo>
                  <a:lnTo>
                    <a:pt x="1819" y="8035"/>
                  </a:lnTo>
                  <a:lnTo>
                    <a:pt x="2425" y="7884"/>
                  </a:lnTo>
                  <a:close/>
                  <a:moveTo>
                    <a:pt x="6215" y="1"/>
                  </a:moveTo>
                  <a:lnTo>
                    <a:pt x="5609" y="607"/>
                  </a:lnTo>
                  <a:lnTo>
                    <a:pt x="6215" y="3488"/>
                  </a:lnTo>
                  <a:lnTo>
                    <a:pt x="4093" y="5458"/>
                  </a:lnTo>
                  <a:lnTo>
                    <a:pt x="910" y="6216"/>
                  </a:lnTo>
                  <a:lnTo>
                    <a:pt x="606" y="6519"/>
                  </a:lnTo>
                  <a:lnTo>
                    <a:pt x="303" y="7580"/>
                  </a:lnTo>
                  <a:lnTo>
                    <a:pt x="758" y="8035"/>
                  </a:lnTo>
                  <a:lnTo>
                    <a:pt x="303" y="8187"/>
                  </a:lnTo>
                  <a:lnTo>
                    <a:pt x="0" y="8793"/>
                  </a:lnTo>
                  <a:lnTo>
                    <a:pt x="1364" y="10915"/>
                  </a:lnTo>
                  <a:lnTo>
                    <a:pt x="2122" y="10915"/>
                  </a:lnTo>
                  <a:lnTo>
                    <a:pt x="2729" y="9248"/>
                  </a:lnTo>
                  <a:lnTo>
                    <a:pt x="2577" y="8945"/>
                  </a:lnTo>
                  <a:lnTo>
                    <a:pt x="3183" y="9551"/>
                  </a:lnTo>
                  <a:lnTo>
                    <a:pt x="3941" y="9400"/>
                  </a:lnTo>
                  <a:lnTo>
                    <a:pt x="4548" y="8338"/>
                  </a:lnTo>
                  <a:lnTo>
                    <a:pt x="4548" y="8642"/>
                  </a:lnTo>
                  <a:lnTo>
                    <a:pt x="5154" y="9096"/>
                  </a:lnTo>
                  <a:lnTo>
                    <a:pt x="6064" y="8642"/>
                  </a:lnTo>
                  <a:lnTo>
                    <a:pt x="6367" y="8338"/>
                  </a:lnTo>
                  <a:lnTo>
                    <a:pt x="6367" y="7429"/>
                  </a:lnTo>
                  <a:lnTo>
                    <a:pt x="8792" y="6823"/>
                  </a:lnTo>
                  <a:lnTo>
                    <a:pt x="9096" y="6368"/>
                  </a:lnTo>
                  <a:lnTo>
                    <a:pt x="8944" y="2881"/>
                  </a:lnTo>
                  <a:lnTo>
                    <a:pt x="8944" y="2730"/>
                  </a:lnTo>
                  <a:lnTo>
                    <a:pt x="7731" y="607"/>
                  </a:lnTo>
                  <a:lnTo>
                    <a:pt x="7428" y="456"/>
                  </a:lnTo>
                  <a:lnTo>
                    <a:pt x="621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7" name="Google Shape;39;p7">
              <a:extLst>
                <a:ext uri="{FF2B5EF4-FFF2-40B4-BE49-F238E27FC236}">
                  <a16:creationId xmlns:a16="http://schemas.microsoft.com/office/drawing/2014/main" id="{2A3A4AB4-841E-D97E-CAAC-C71F1D31DF03}"/>
                </a:ext>
              </a:extLst>
            </p:cNvPr>
            <p:cNvSpPr/>
            <p:nvPr/>
          </p:nvSpPr>
          <p:spPr>
            <a:xfrm>
              <a:off x="6464725" y="3380475"/>
              <a:ext cx="121300" cy="68225"/>
            </a:xfrm>
            <a:custGeom>
              <a:avLst/>
              <a:gdLst/>
              <a:ahLst/>
              <a:cxnLst/>
              <a:rect l="l" t="t" r="r" b="b"/>
              <a:pathLst>
                <a:path w="4852" h="2729" extrusionOk="0">
                  <a:moveTo>
                    <a:pt x="1820" y="0"/>
                  </a:moveTo>
                  <a:lnTo>
                    <a:pt x="1668" y="152"/>
                  </a:lnTo>
                  <a:lnTo>
                    <a:pt x="1517" y="152"/>
                  </a:lnTo>
                  <a:lnTo>
                    <a:pt x="1" y="1819"/>
                  </a:lnTo>
                  <a:lnTo>
                    <a:pt x="304" y="2577"/>
                  </a:lnTo>
                  <a:lnTo>
                    <a:pt x="1365" y="2729"/>
                  </a:lnTo>
                  <a:lnTo>
                    <a:pt x="1820" y="2577"/>
                  </a:lnTo>
                  <a:lnTo>
                    <a:pt x="2730" y="1819"/>
                  </a:lnTo>
                  <a:lnTo>
                    <a:pt x="4397" y="1668"/>
                  </a:lnTo>
                  <a:lnTo>
                    <a:pt x="4852" y="1213"/>
                  </a:lnTo>
                  <a:lnTo>
                    <a:pt x="4852" y="455"/>
                  </a:lnTo>
                  <a:lnTo>
                    <a:pt x="43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8" name="Google Shape;40;p7">
              <a:extLst>
                <a:ext uri="{FF2B5EF4-FFF2-40B4-BE49-F238E27FC236}">
                  <a16:creationId xmlns:a16="http://schemas.microsoft.com/office/drawing/2014/main" id="{6FCCCCC0-FDDD-E569-85FB-E70AD27481BF}"/>
                </a:ext>
              </a:extLst>
            </p:cNvPr>
            <p:cNvSpPr/>
            <p:nvPr/>
          </p:nvSpPr>
          <p:spPr>
            <a:xfrm>
              <a:off x="6032700" y="3319825"/>
              <a:ext cx="265300" cy="94775"/>
            </a:xfrm>
            <a:custGeom>
              <a:avLst/>
              <a:gdLst/>
              <a:ahLst/>
              <a:cxnLst/>
              <a:rect l="l" t="t" r="r" b="b"/>
              <a:pathLst>
                <a:path w="10612" h="3791" extrusionOk="0">
                  <a:moveTo>
                    <a:pt x="1971" y="1"/>
                  </a:moveTo>
                  <a:lnTo>
                    <a:pt x="1516" y="152"/>
                  </a:lnTo>
                  <a:lnTo>
                    <a:pt x="0" y="1213"/>
                  </a:lnTo>
                  <a:lnTo>
                    <a:pt x="304" y="2123"/>
                  </a:lnTo>
                  <a:lnTo>
                    <a:pt x="10005" y="3790"/>
                  </a:lnTo>
                  <a:lnTo>
                    <a:pt x="10612" y="3184"/>
                  </a:lnTo>
                  <a:lnTo>
                    <a:pt x="10460" y="2578"/>
                  </a:lnTo>
                  <a:lnTo>
                    <a:pt x="10157" y="2275"/>
                  </a:lnTo>
                  <a:lnTo>
                    <a:pt x="6670" y="455"/>
                  </a:lnTo>
                  <a:lnTo>
                    <a:pt x="6367" y="455"/>
                  </a:lnTo>
                  <a:lnTo>
                    <a:pt x="4245" y="910"/>
                  </a:lnTo>
                  <a:lnTo>
                    <a:pt x="19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9" name="Google Shape;41;p7">
              <a:extLst>
                <a:ext uri="{FF2B5EF4-FFF2-40B4-BE49-F238E27FC236}">
                  <a16:creationId xmlns:a16="http://schemas.microsoft.com/office/drawing/2014/main" id="{3DB72467-2A28-56D1-4F99-400255498AA2}"/>
                </a:ext>
              </a:extLst>
            </p:cNvPr>
            <p:cNvSpPr/>
            <p:nvPr/>
          </p:nvSpPr>
          <p:spPr>
            <a:xfrm>
              <a:off x="6362400" y="3372875"/>
              <a:ext cx="102350" cy="75825"/>
            </a:xfrm>
            <a:custGeom>
              <a:avLst/>
              <a:gdLst/>
              <a:ahLst/>
              <a:cxnLst/>
              <a:rect l="l" t="t" r="r" b="b"/>
              <a:pathLst>
                <a:path w="4094" h="3033" extrusionOk="0">
                  <a:moveTo>
                    <a:pt x="1517" y="1"/>
                  </a:moveTo>
                  <a:lnTo>
                    <a:pt x="1062" y="607"/>
                  </a:lnTo>
                  <a:lnTo>
                    <a:pt x="1365" y="1365"/>
                  </a:lnTo>
                  <a:lnTo>
                    <a:pt x="304" y="1668"/>
                  </a:lnTo>
                  <a:lnTo>
                    <a:pt x="1" y="2426"/>
                  </a:lnTo>
                  <a:lnTo>
                    <a:pt x="456" y="2881"/>
                  </a:lnTo>
                  <a:lnTo>
                    <a:pt x="759" y="3033"/>
                  </a:lnTo>
                  <a:lnTo>
                    <a:pt x="1820" y="3033"/>
                  </a:lnTo>
                  <a:lnTo>
                    <a:pt x="2275" y="2426"/>
                  </a:lnTo>
                  <a:lnTo>
                    <a:pt x="2123" y="1972"/>
                  </a:lnTo>
                  <a:lnTo>
                    <a:pt x="3184" y="1972"/>
                  </a:lnTo>
                  <a:lnTo>
                    <a:pt x="3487" y="1820"/>
                  </a:lnTo>
                  <a:lnTo>
                    <a:pt x="4094" y="1365"/>
                  </a:lnTo>
                  <a:lnTo>
                    <a:pt x="4094" y="607"/>
                  </a:lnTo>
                  <a:lnTo>
                    <a:pt x="3184" y="153"/>
                  </a:lnTo>
                  <a:lnTo>
                    <a:pt x="30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0" name="Google Shape;42;p7">
              <a:extLst>
                <a:ext uri="{FF2B5EF4-FFF2-40B4-BE49-F238E27FC236}">
                  <a16:creationId xmlns:a16="http://schemas.microsoft.com/office/drawing/2014/main" id="{226DCAB4-B822-6350-5180-A6125FF35FFC}"/>
                </a:ext>
              </a:extLst>
            </p:cNvPr>
            <p:cNvSpPr/>
            <p:nvPr/>
          </p:nvSpPr>
          <p:spPr>
            <a:xfrm>
              <a:off x="6127450" y="2982550"/>
              <a:ext cx="238775" cy="284250"/>
            </a:xfrm>
            <a:custGeom>
              <a:avLst/>
              <a:gdLst/>
              <a:ahLst/>
              <a:cxnLst/>
              <a:rect l="l" t="t" r="r" b="b"/>
              <a:pathLst>
                <a:path w="9551" h="11370" extrusionOk="0">
                  <a:moveTo>
                    <a:pt x="9096" y="0"/>
                  </a:moveTo>
                  <a:lnTo>
                    <a:pt x="7277" y="152"/>
                  </a:lnTo>
                  <a:lnTo>
                    <a:pt x="6973" y="455"/>
                  </a:lnTo>
                  <a:lnTo>
                    <a:pt x="5003" y="3032"/>
                  </a:lnTo>
                  <a:lnTo>
                    <a:pt x="303" y="5306"/>
                  </a:lnTo>
                  <a:lnTo>
                    <a:pt x="0" y="5760"/>
                  </a:lnTo>
                  <a:lnTo>
                    <a:pt x="0" y="8338"/>
                  </a:lnTo>
                  <a:lnTo>
                    <a:pt x="152" y="8489"/>
                  </a:lnTo>
                  <a:lnTo>
                    <a:pt x="1668" y="11218"/>
                  </a:lnTo>
                  <a:lnTo>
                    <a:pt x="1971" y="11369"/>
                  </a:lnTo>
                  <a:lnTo>
                    <a:pt x="6670" y="11369"/>
                  </a:lnTo>
                  <a:lnTo>
                    <a:pt x="7125" y="11218"/>
                  </a:lnTo>
                  <a:lnTo>
                    <a:pt x="9399" y="8186"/>
                  </a:lnTo>
                  <a:lnTo>
                    <a:pt x="9550" y="7883"/>
                  </a:lnTo>
                  <a:lnTo>
                    <a:pt x="9550" y="455"/>
                  </a:lnTo>
                  <a:lnTo>
                    <a:pt x="909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1" name="Google Shape;43;p7">
              <a:extLst>
                <a:ext uri="{FF2B5EF4-FFF2-40B4-BE49-F238E27FC236}">
                  <a16:creationId xmlns:a16="http://schemas.microsoft.com/office/drawing/2014/main" id="{D833F6DC-A3B6-98B7-29B3-70E3CE606F3E}"/>
                </a:ext>
              </a:extLst>
            </p:cNvPr>
            <p:cNvSpPr/>
            <p:nvPr/>
          </p:nvSpPr>
          <p:spPr>
            <a:xfrm>
              <a:off x="6669375" y="3172025"/>
              <a:ext cx="485125" cy="291850"/>
            </a:xfrm>
            <a:custGeom>
              <a:avLst/>
              <a:gdLst/>
              <a:ahLst/>
              <a:cxnLst/>
              <a:rect l="l" t="t" r="r" b="b"/>
              <a:pathLst>
                <a:path w="19405" h="11674" extrusionOk="0">
                  <a:moveTo>
                    <a:pt x="3033" y="1"/>
                  </a:moveTo>
                  <a:lnTo>
                    <a:pt x="152" y="455"/>
                  </a:lnTo>
                  <a:lnTo>
                    <a:pt x="1" y="1365"/>
                  </a:lnTo>
                  <a:lnTo>
                    <a:pt x="1820" y="2123"/>
                  </a:lnTo>
                  <a:lnTo>
                    <a:pt x="1517" y="2274"/>
                  </a:lnTo>
                  <a:lnTo>
                    <a:pt x="1214" y="3790"/>
                  </a:lnTo>
                  <a:lnTo>
                    <a:pt x="1668" y="4397"/>
                  </a:lnTo>
                  <a:lnTo>
                    <a:pt x="3033" y="4245"/>
                  </a:lnTo>
                  <a:lnTo>
                    <a:pt x="6671" y="5761"/>
                  </a:lnTo>
                  <a:lnTo>
                    <a:pt x="7277" y="7277"/>
                  </a:lnTo>
                  <a:lnTo>
                    <a:pt x="6216" y="7883"/>
                  </a:lnTo>
                  <a:lnTo>
                    <a:pt x="6368" y="8641"/>
                  </a:lnTo>
                  <a:lnTo>
                    <a:pt x="10915" y="10157"/>
                  </a:lnTo>
                  <a:lnTo>
                    <a:pt x="11370" y="10157"/>
                  </a:lnTo>
                  <a:lnTo>
                    <a:pt x="13341" y="8338"/>
                  </a:lnTo>
                  <a:lnTo>
                    <a:pt x="16070" y="10915"/>
                  </a:lnTo>
                  <a:lnTo>
                    <a:pt x="16221" y="11067"/>
                  </a:lnTo>
                  <a:lnTo>
                    <a:pt x="18950" y="11673"/>
                  </a:lnTo>
                  <a:lnTo>
                    <a:pt x="19405" y="10915"/>
                  </a:lnTo>
                  <a:lnTo>
                    <a:pt x="16070" y="7580"/>
                  </a:lnTo>
                  <a:lnTo>
                    <a:pt x="16221" y="6064"/>
                  </a:lnTo>
                  <a:lnTo>
                    <a:pt x="16070" y="5609"/>
                  </a:lnTo>
                  <a:lnTo>
                    <a:pt x="7277" y="1062"/>
                  </a:lnTo>
                  <a:lnTo>
                    <a:pt x="6822" y="1062"/>
                  </a:lnTo>
                  <a:lnTo>
                    <a:pt x="4549" y="2881"/>
                  </a:lnTo>
                  <a:lnTo>
                    <a:pt x="3487" y="2578"/>
                  </a:lnTo>
                  <a:lnTo>
                    <a:pt x="3791" y="2274"/>
                  </a:lnTo>
                  <a:lnTo>
                    <a:pt x="3487" y="455"/>
                  </a:lnTo>
                  <a:lnTo>
                    <a:pt x="30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3" name="Google Shape;44;p7">
              <a:extLst>
                <a:ext uri="{FF2B5EF4-FFF2-40B4-BE49-F238E27FC236}">
                  <a16:creationId xmlns:a16="http://schemas.microsoft.com/office/drawing/2014/main" id="{EBD502FA-7A4F-865C-57FE-530C17B0E646}"/>
                </a:ext>
              </a:extLst>
            </p:cNvPr>
            <p:cNvSpPr/>
            <p:nvPr/>
          </p:nvSpPr>
          <p:spPr>
            <a:xfrm>
              <a:off x="6078175" y="2626300"/>
              <a:ext cx="60650" cy="68250"/>
            </a:xfrm>
            <a:custGeom>
              <a:avLst/>
              <a:gdLst/>
              <a:ahLst/>
              <a:cxnLst/>
              <a:rect l="l" t="t" r="r" b="b"/>
              <a:pathLst>
                <a:path w="2426" h="2730" extrusionOk="0">
                  <a:moveTo>
                    <a:pt x="1971" y="0"/>
                  </a:moveTo>
                  <a:lnTo>
                    <a:pt x="304" y="304"/>
                  </a:lnTo>
                  <a:lnTo>
                    <a:pt x="1" y="758"/>
                  </a:lnTo>
                  <a:lnTo>
                    <a:pt x="1" y="1668"/>
                  </a:lnTo>
                  <a:lnTo>
                    <a:pt x="152" y="1971"/>
                  </a:lnTo>
                  <a:lnTo>
                    <a:pt x="758" y="2729"/>
                  </a:lnTo>
                  <a:lnTo>
                    <a:pt x="1516" y="2729"/>
                  </a:lnTo>
                  <a:lnTo>
                    <a:pt x="2426" y="1516"/>
                  </a:lnTo>
                  <a:lnTo>
                    <a:pt x="2426" y="1365"/>
                  </a:lnTo>
                  <a:lnTo>
                    <a:pt x="2426" y="455"/>
                  </a:lnTo>
                  <a:lnTo>
                    <a:pt x="197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4" name="Google Shape;45;p7">
              <a:extLst>
                <a:ext uri="{FF2B5EF4-FFF2-40B4-BE49-F238E27FC236}">
                  <a16:creationId xmlns:a16="http://schemas.microsoft.com/office/drawing/2014/main" id="{91ABC88E-D890-F796-2066-9AD237D5345A}"/>
                </a:ext>
              </a:extLst>
            </p:cNvPr>
            <p:cNvSpPr/>
            <p:nvPr/>
          </p:nvSpPr>
          <p:spPr>
            <a:xfrm>
              <a:off x="6449575" y="2899175"/>
              <a:ext cx="117500" cy="128875"/>
            </a:xfrm>
            <a:custGeom>
              <a:avLst/>
              <a:gdLst/>
              <a:ahLst/>
              <a:cxnLst/>
              <a:rect l="l" t="t" r="r" b="b"/>
              <a:pathLst>
                <a:path w="4700" h="5155" extrusionOk="0">
                  <a:moveTo>
                    <a:pt x="2881" y="0"/>
                  </a:moveTo>
                  <a:lnTo>
                    <a:pt x="2274" y="1516"/>
                  </a:lnTo>
                  <a:lnTo>
                    <a:pt x="304" y="1516"/>
                  </a:lnTo>
                  <a:lnTo>
                    <a:pt x="0" y="2425"/>
                  </a:lnTo>
                  <a:lnTo>
                    <a:pt x="1668" y="3638"/>
                  </a:lnTo>
                  <a:lnTo>
                    <a:pt x="1668" y="4699"/>
                  </a:lnTo>
                  <a:lnTo>
                    <a:pt x="2274" y="5154"/>
                  </a:lnTo>
                  <a:lnTo>
                    <a:pt x="3790" y="4699"/>
                  </a:lnTo>
                  <a:lnTo>
                    <a:pt x="3942" y="4093"/>
                  </a:lnTo>
                  <a:lnTo>
                    <a:pt x="3790" y="3790"/>
                  </a:lnTo>
                  <a:lnTo>
                    <a:pt x="4397" y="3638"/>
                  </a:lnTo>
                  <a:lnTo>
                    <a:pt x="4700" y="3032"/>
                  </a:lnTo>
                  <a:lnTo>
                    <a:pt x="37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8" name="Google Shape;46;p7">
              <a:extLst>
                <a:ext uri="{FF2B5EF4-FFF2-40B4-BE49-F238E27FC236}">
                  <a16:creationId xmlns:a16="http://schemas.microsoft.com/office/drawing/2014/main" id="{7B137578-92D5-E3EB-6625-1343325CB46A}"/>
                </a:ext>
              </a:extLst>
            </p:cNvPr>
            <p:cNvSpPr/>
            <p:nvPr/>
          </p:nvSpPr>
          <p:spPr>
            <a:xfrm>
              <a:off x="6320725" y="2486075"/>
              <a:ext cx="75825" cy="94775"/>
            </a:xfrm>
            <a:custGeom>
              <a:avLst/>
              <a:gdLst/>
              <a:ahLst/>
              <a:cxnLst/>
              <a:rect l="l" t="t" r="r" b="b"/>
              <a:pathLst>
                <a:path w="3033" h="3791" extrusionOk="0">
                  <a:moveTo>
                    <a:pt x="1365" y="1"/>
                  </a:moveTo>
                  <a:lnTo>
                    <a:pt x="0" y="1971"/>
                  </a:lnTo>
                  <a:lnTo>
                    <a:pt x="152" y="2578"/>
                  </a:lnTo>
                  <a:lnTo>
                    <a:pt x="1365" y="3790"/>
                  </a:lnTo>
                  <a:lnTo>
                    <a:pt x="2123" y="3487"/>
                  </a:lnTo>
                  <a:lnTo>
                    <a:pt x="3032" y="1365"/>
                  </a:lnTo>
                  <a:lnTo>
                    <a:pt x="2881" y="910"/>
                  </a:lnTo>
                  <a:lnTo>
                    <a:pt x="2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9" name="Google Shape;47;p7">
              <a:extLst>
                <a:ext uri="{FF2B5EF4-FFF2-40B4-BE49-F238E27FC236}">
                  <a16:creationId xmlns:a16="http://schemas.microsoft.com/office/drawing/2014/main" id="{758C99D6-5FC5-A451-A3EF-72546373DAAB}"/>
                </a:ext>
              </a:extLst>
            </p:cNvPr>
            <p:cNvSpPr/>
            <p:nvPr/>
          </p:nvSpPr>
          <p:spPr>
            <a:xfrm>
              <a:off x="6358625" y="2664200"/>
              <a:ext cx="193300" cy="272875"/>
            </a:xfrm>
            <a:custGeom>
              <a:avLst/>
              <a:gdLst/>
              <a:ahLst/>
              <a:cxnLst/>
              <a:rect l="l" t="t" r="r" b="b"/>
              <a:pathLst>
                <a:path w="7732" h="10915" extrusionOk="0">
                  <a:moveTo>
                    <a:pt x="910" y="0"/>
                  </a:moveTo>
                  <a:lnTo>
                    <a:pt x="303" y="455"/>
                  </a:lnTo>
                  <a:lnTo>
                    <a:pt x="0" y="3487"/>
                  </a:lnTo>
                  <a:lnTo>
                    <a:pt x="152" y="3790"/>
                  </a:lnTo>
                  <a:lnTo>
                    <a:pt x="1819" y="5761"/>
                  </a:lnTo>
                  <a:lnTo>
                    <a:pt x="1213" y="5912"/>
                  </a:lnTo>
                  <a:lnTo>
                    <a:pt x="1061" y="6822"/>
                  </a:lnTo>
                  <a:lnTo>
                    <a:pt x="1213" y="7125"/>
                  </a:lnTo>
                  <a:lnTo>
                    <a:pt x="1971" y="8035"/>
                  </a:lnTo>
                  <a:lnTo>
                    <a:pt x="2426" y="7883"/>
                  </a:lnTo>
                  <a:lnTo>
                    <a:pt x="2274" y="8186"/>
                  </a:lnTo>
                  <a:lnTo>
                    <a:pt x="2426" y="8793"/>
                  </a:lnTo>
                  <a:lnTo>
                    <a:pt x="3184" y="9247"/>
                  </a:lnTo>
                  <a:lnTo>
                    <a:pt x="3638" y="9247"/>
                  </a:lnTo>
                  <a:lnTo>
                    <a:pt x="3184" y="9702"/>
                  </a:lnTo>
                  <a:lnTo>
                    <a:pt x="3184" y="10157"/>
                  </a:lnTo>
                  <a:lnTo>
                    <a:pt x="3790" y="10915"/>
                  </a:lnTo>
                  <a:lnTo>
                    <a:pt x="4548" y="10915"/>
                  </a:lnTo>
                  <a:lnTo>
                    <a:pt x="5003" y="10309"/>
                  </a:lnTo>
                  <a:lnTo>
                    <a:pt x="5003" y="10157"/>
                  </a:lnTo>
                  <a:lnTo>
                    <a:pt x="5761" y="10157"/>
                  </a:lnTo>
                  <a:lnTo>
                    <a:pt x="6216" y="9551"/>
                  </a:lnTo>
                  <a:lnTo>
                    <a:pt x="6216" y="9096"/>
                  </a:lnTo>
                  <a:lnTo>
                    <a:pt x="6216" y="8944"/>
                  </a:lnTo>
                  <a:lnTo>
                    <a:pt x="7428" y="8944"/>
                  </a:lnTo>
                  <a:lnTo>
                    <a:pt x="7731" y="8186"/>
                  </a:lnTo>
                  <a:lnTo>
                    <a:pt x="6822" y="6670"/>
                  </a:lnTo>
                  <a:lnTo>
                    <a:pt x="6216" y="6367"/>
                  </a:lnTo>
                  <a:lnTo>
                    <a:pt x="5154" y="6822"/>
                  </a:lnTo>
                  <a:lnTo>
                    <a:pt x="5003" y="7428"/>
                  </a:lnTo>
                  <a:lnTo>
                    <a:pt x="5306" y="7883"/>
                  </a:lnTo>
                  <a:lnTo>
                    <a:pt x="5154" y="7883"/>
                  </a:lnTo>
                  <a:lnTo>
                    <a:pt x="4396" y="8338"/>
                  </a:lnTo>
                  <a:lnTo>
                    <a:pt x="4245" y="8944"/>
                  </a:lnTo>
                  <a:lnTo>
                    <a:pt x="3942" y="8944"/>
                  </a:lnTo>
                  <a:lnTo>
                    <a:pt x="4548" y="8035"/>
                  </a:lnTo>
                  <a:lnTo>
                    <a:pt x="4245" y="7277"/>
                  </a:lnTo>
                  <a:lnTo>
                    <a:pt x="3184" y="7125"/>
                  </a:lnTo>
                  <a:lnTo>
                    <a:pt x="3032" y="7277"/>
                  </a:lnTo>
                  <a:lnTo>
                    <a:pt x="3032" y="6670"/>
                  </a:lnTo>
                  <a:lnTo>
                    <a:pt x="2729" y="6367"/>
                  </a:lnTo>
                  <a:lnTo>
                    <a:pt x="4851" y="6670"/>
                  </a:lnTo>
                  <a:lnTo>
                    <a:pt x="5306" y="6367"/>
                  </a:lnTo>
                  <a:lnTo>
                    <a:pt x="5609" y="5306"/>
                  </a:lnTo>
                  <a:lnTo>
                    <a:pt x="5154" y="4851"/>
                  </a:lnTo>
                  <a:lnTo>
                    <a:pt x="3184" y="4548"/>
                  </a:lnTo>
                  <a:lnTo>
                    <a:pt x="2729" y="3942"/>
                  </a:lnTo>
                  <a:lnTo>
                    <a:pt x="3487" y="2426"/>
                  </a:lnTo>
                  <a:lnTo>
                    <a:pt x="3487" y="2123"/>
                  </a:lnTo>
                  <a:lnTo>
                    <a:pt x="2729" y="304"/>
                  </a:lnTo>
                  <a:lnTo>
                    <a:pt x="22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0" name="Google Shape;48;p7">
              <a:extLst>
                <a:ext uri="{FF2B5EF4-FFF2-40B4-BE49-F238E27FC236}">
                  <a16:creationId xmlns:a16="http://schemas.microsoft.com/office/drawing/2014/main" id="{8E65F033-B4F5-09BD-B3F2-3F304EF256D0}"/>
                </a:ext>
              </a:extLst>
            </p:cNvPr>
            <p:cNvSpPr/>
            <p:nvPr/>
          </p:nvSpPr>
          <p:spPr>
            <a:xfrm>
              <a:off x="2015525" y="4562875"/>
              <a:ext cx="151625" cy="79600"/>
            </a:xfrm>
            <a:custGeom>
              <a:avLst/>
              <a:gdLst/>
              <a:ahLst/>
              <a:cxnLst/>
              <a:rect l="l" t="t" r="r" b="b"/>
              <a:pathLst>
                <a:path w="6065" h="3184" extrusionOk="0">
                  <a:moveTo>
                    <a:pt x="1668" y="1"/>
                  </a:moveTo>
                  <a:lnTo>
                    <a:pt x="1062" y="152"/>
                  </a:lnTo>
                  <a:lnTo>
                    <a:pt x="0" y="1062"/>
                  </a:lnTo>
                  <a:lnTo>
                    <a:pt x="0" y="1668"/>
                  </a:lnTo>
                  <a:lnTo>
                    <a:pt x="1365" y="2881"/>
                  </a:lnTo>
                  <a:lnTo>
                    <a:pt x="1668" y="3032"/>
                  </a:lnTo>
                  <a:lnTo>
                    <a:pt x="5761" y="3184"/>
                  </a:lnTo>
                  <a:lnTo>
                    <a:pt x="6064" y="2274"/>
                  </a:lnTo>
                  <a:lnTo>
                    <a:pt x="16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1" name="Google Shape;49;p7">
              <a:extLst>
                <a:ext uri="{FF2B5EF4-FFF2-40B4-BE49-F238E27FC236}">
                  <a16:creationId xmlns:a16="http://schemas.microsoft.com/office/drawing/2014/main" id="{2783E7DB-C188-F820-4B23-02CF99D5E566}"/>
                </a:ext>
              </a:extLst>
            </p:cNvPr>
            <p:cNvSpPr/>
            <p:nvPr/>
          </p:nvSpPr>
          <p:spPr>
            <a:xfrm>
              <a:off x="1443275" y="2531550"/>
              <a:ext cx="231200" cy="113725"/>
            </a:xfrm>
            <a:custGeom>
              <a:avLst/>
              <a:gdLst/>
              <a:ahLst/>
              <a:cxnLst/>
              <a:rect l="l" t="t" r="r" b="b"/>
              <a:pathLst>
                <a:path w="9248" h="4549" extrusionOk="0">
                  <a:moveTo>
                    <a:pt x="1364" y="1"/>
                  </a:moveTo>
                  <a:lnTo>
                    <a:pt x="1061" y="152"/>
                  </a:lnTo>
                  <a:lnTo>
                    <a:pt x="0" y="1062"/>
                  </a:lnTo>
                  <a:lnTo>
                    <a:pt x="303" y="1820"/>
                  </a:lnTo>
                  <a:lnTo>
                    <a:pt x="3184" y="1820"/>
                  </a:lnTo>
                  <a:lnTo>
                    <a:pt x="5003" y="3032"/>
                  </a:lnTo>
                  <a:lnTo>
                    <a:pt x="4396" y="3790"/>
                  </a:lnTo>
                  <a:lnTo>
                    <a:pt x="4851" y="4548"/>
                  </a:lnTo>
                  <a:lnTo>
                    <a:pt x="8944" y="4548"/>
                  </a:lnTo>
                  <a:lnTo>
                    <a:pt x="9247" y="3639"/>
                  </a:lnTo>
                  <a:lnTo>
                    <a:pt x="4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2" name="Google Shape;50;p7">
              <a:extLst>
                <a:ext uri="{FF2B5EF4-FFF2-40B4-BE49-F238E27FC236}">
                  <a16:creationId xmlns:a16="http://schemas.microsoft.com/office/drawing/2014/main" id="{834BB353-8A4C-238E-4139-300B27373B99}"/>
                </a:ext>
              </a:extLst>
            </p:cNvPr>
            <p:cNvSpPr/>
            <p:nvPr/>
          </p:nvSpPr>
          <p:spPr>
            <a:xfrm>
              <a:off x="1655500" y="2626300"/>
              <a:ext cx="151600" cy="60650"/>
            </a:xfrm>
            <a:custGeom>
              <a:avLst/>
              <a:gdLst/>
              <a:ahLst/>
              <a:cxnLst/>
              <a:rect l="l" t="t" r="r" b="b"/>
              <a:pathLst>
                <a:path w="6064" h="2426" extrusionOk="0">
                  <a:moveTo>
                    <a:pt x="910" y="0"/>
                  </a:moveTo>
                  <a:lnTo>
                    <a:pt x="607" y="758"/>
                  </a:lnTo>
                  <a:lnTo>
                    <a:pt x="607" y="910"/>
                  </a:lnTo>
                  <a:lnTo>
                    <a:pt x="455" y="910"/>
                  </a:lnTo>
                  <a:lnTo>
                    <a:pt x="0" y="1365"/>
                  </a:lnTo>
                  <a:lnTo>
                    <a:pt x="0" y="1668"/>
                  </a:lnTo>
                  <a:lnTo>
                    <a:pt x="455" y="2123"/>
                  </a:lnTo>
                  <a:lnTo>
                    <a:pt x="2426" y="2123"/>
                  </a:lnTo>
                  <a:lnTo>
                    <a:pt x="3032" y="2426"/>
                  </a:lnTo>
                  <a:lnTo>
                    <a:pt x="3942" y="1820"/>
                  </a:lnTo>
                  <a:lnTo>
                    <a:pt x="5306" y="1820"/>
                  </a:lnTo>
                  <a:lnTo>
                    <a:pt x="5761" y="1668"/>
                  </a:lnTo>
                  <a:lnTo>
                    <a:pt x="6064" y="1062"/>
                  </a:lnTo>
                  <a:lnTo>
                    <a:pt x="5761" y="304"/>
                  </a:lnTo>
                  <a:lnTo>
                    <a:pt x="28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3" name="Google Shape;51;p7">
              <a:extLst>
                <a:ext uri="{FF2B5EF4-FFF2-40B4-BE49-F238E27FC236}">
                  <a16:creationId xmlns:a16="http://schemas.microsoft.com/office/drawing/2014/main" id="{D2770718-57C4-3F90-AE8F-FF7822462B30}"/>
                </a:ext>
              </a:extLst>
            </p:cNvPr>
            <p:cNvSpPr/>
            <p:nvPr/>
          </p:nvSpPr>
          <p:spPr>
            <a:xfrm>
              <a:off x="1545600" y="2649025"/>
              <a:ext cx="83400" cy="53100"/>
            </a:xfrm>
            <a:custGeom>
              <a:avLst/>
              <a:gdLst/>
              <a:ahLst/>
              <a:cxnLst/>
              <a:rect l="l" t="t" r="r" b="b"/>
              <a:pathLst>
                <a:path w="3336" h="2124" extrusionOk="0">
                  <a:moveTo>
                    <a:pt x="455" y="1"/>
                  </a:moveTo>
                  <a:lnTo>
                    <a:pt x="0" y="456"/>
                  </a:lnTo>
                  <a:lnTo>
                    <a:pt x="0" y="1214"/>
                  </a:lnTo>
                  <a:lnTo>
                    <a:pt x="152" y="1517"/>
                  </a:lnTo>
                  <a:lnTo>
                    <a:pt x="758" y="2123"/>
                  </a:lnTo>
                  <a:lnTo>
                    <a:pt x="2880" y="2123"/>
                  </a:lnTo>
                  <a:lnTo>
                    <a:pt x="3335" y="1668"/>
                  </a:lnTo>
                  <a:lnTo>
                    <a:pt x="3335" y="1062"/>
                  </a:lnTo>
                  <a:lnTo>
                    <a:pt x="3183" y="759"/>
                  </a:lnTo>
                  <a:lnTo>
                    <a:pt x="2577" y="153"/>
                  </a:lnTo>
                  <a:lnTo>
                    <a:pt x="21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4" name="Google Shape;52;p7">
              <a:extLst>
                <a:ext uri="{FF2B5EF4-FFF2-40B4-BE49-F238E27FC236}">
                  <a16:creationId xmlns:a16="http://schemas.microsoft.com/office/drawing/2014/main" id="{9500A586-3716-E67D-901B-EB9BDDABCF03}"/>
                </a:ext>
              </a:extLst>
            </p:cNvPr>
            <p:cNvSpPr/>
            <p:nvPr/>
          </p:nvSpPr>
          <p:spPr>
            <a:xfrm>
              <a:off x="1814675" y="2656625"/>
              <a:ext cx="53075" cy="37925"/>
            </a:xfrm>
            <a:custGeom>
              <a:avLst/>
              <a:gdLst/>
              <a:ahLst/>
              <a:cxnLst/>
              <a:rect l="l" t="t" r="r" b="b"/>
              <a:pathLst>
                <a:path w="2123" h="1517" extrusionOk="0">
                  <a:moveTo>
                    <a:pt x="758" y="0"/>
                  </a:moveTo>
                  <a:lnTo>
                    <a:pt x="303" y="152"/>
                  </a:lnTo>
                  <a:lnTo>
                    <a:pt x="0" y="758"/>
                  </a:lnTo>
                  <a:lnTo>
                    <a:pt x="455" y="1516"/>
                  </a:lnTo>
                  <a:lnTo>
                    <a:pt x="1364" y="1516"/>
                  </a:lnTo>
                  <a:lnTo>
                    <a:pt x="1819" y="1213"/>
                  </a:lnTo>
                  <a:lnTo>
                    <a:pt x="2122" y="607"/>
                  </a:lnTo>
                  <a:lnTo>
                    <a:pt x="18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5" name="Google Shape;53;p7">
              <a:extLst>
                <a:ext uri="{FF2B5EF4-FFF2-40B4-BE49-F238E27FC236}">
                  <a16:creationId xmlns:a16="http://schemas.microsoft.com/office/drawing/2014/main" id="{44EF9F5A-387E-C8E6-E7EF-4CBDB457E903}"/>
                </a:ext>
              </a:extLst>
            </p:cNvPr>
            <p:cNvSpPr/>
            <p:nvPr/>
          </p:nvSpPr>
          <p:spPr>
            <a:xfrm>
              <a:off x="238125" y="1072500"/>
              <a:ext cx="2387575" cy="3494200"/>
            </a:xfrm>
            <a:custGeom>
              <a:avLst/>
              <a:gdLst/>
              <a:ahLst/>
              <a:cxnLst/>
              <a:rect l="l" t="t" r="r" b="b"/>
              <a:pathLst>
                <a:path w="95503" h="139768" extrusionOk="0">
                  <a:moveTo>
                    <a:pt x="67458" y="15311"/>
                  </a:moveTo>
                  <a:lnTo>
                    <a:pt x="65791" y="16523"/>
                  </a:lnTo>
                  <a:lnTo>
                    <a:pt x="65791" y="16523"/>
                  </a:lnTo>
                  <a:lnTo>
                    <a:pt x="66094" y="16069"/>
                  </a:lnTo>
                  <a:lnTo>
                    <a:pt x="65639" y="15462"/>
                  </a:lnTo>
                  <a:lnTo>
                    <a:pt x="67458" y="15311"/>
                  </a:lnTo>
                  <a:close/>
                  <a:moveTo>
                    <a:pt x="23951" y="30621"/>
                  </a:moveTo>
                  <a:lnTo>
                    <a:pt x="24255" y="30773"/>
                  </a:lnTo>
                  <a:lnTo>
                    <a:pt x="24255" y="31531"/>
                  </a:lnTo>
                  <a:lnTo>
                    <a:pt x="24103" y="31683"/>
                  </a:lnTo>
                  <a:lnTo>
                    <a:pt x="24103" y="30925"/>
                  </a:lnTo>
                  <a:lnTo>
                    <a:pt x="23951" y="30621"/>
                  </a:lnTo>
                  <a:close/>
                  <a:moveTo>
                    <a:pt x="55331" y="32441"/>
                  </a:moveTo>
                  <a:lnTo>
                    <a:pt x="55634" y="33653"/>
                  </a:lnTo>
                  <a:lnTo>
                    <a:pt x="53967" y="33653"/>
                  </a:lnTo>
                  <a:lnTo>
                    <a:pt x="53209" y="33198"/>
                  </a:lnTo>
                  <a:lnTo>
                    <a:pt x="52754" y="33198"/>
                  </a:lnTo>
                  <a:lnTo>
                    <a:pt x="51693" y="33653"/>
                  </a:lnTo>
                  <a:lnTo>
                    <a:pt x="51086" y="33653"/>
                  </a:lnTo>
                  <a:lnTo>
                    <a:pt x="51390" y="33350"/>
                  </a:lnTo>
                  <a:lnTo>
                    <a:pt x="55331" y="32441"/>
                  </a:lnTo>
                  <a:close/>
                  <a:moveTo>
                    <a:pt x="56392" y="34563"/>
                  </a:moveTo>
                  <a:lnTo>
                    <a:pt x="56847" y="35018"/>
                  </a:lnTo>
                  <a:lnTo>
                    <a:pt x="57150" y="35169"/>
                  </a:lnTo>
                  <a:lnTo>
                    <a:pt x="58514" y="35018"/>
                  </a:lnTo>
                  <a:lnTo>
                    <a:pt x="58818" y="36079"/>
                  </a:lnTo>
                  <a:lnTo>
                    <a:pt x="58211" y="36079"/>
                  </a:lnTo>
                  <a:lnTo>
                    <a:pt x="56998" y="36988"/>
                  </a:lnTo>
                  <a:lnTo>
                    <a:pt x="56392" y="37140"/>
                  </a:lnTo>
                  <a:lnTo>
                    <a:pt x="56695" y="35472"/>
                  </a:lnTo>
                  <a:lnTo>
                    <a:pt x="56240" y="34866"/>
                  </a:lnTo>
                  <a:lnTo>
                    <a:pt x="56392" y="34563"/>
                  </a:lnTo>
                  <a:close/>
                  <a:moveTo>
                    <a:pt x="53967" y="35624"/>
                  </a:moveTo>
                  <a:lnTo>
                    <a:pt x="53663" y="35776"/>
                  </a:lnTo>
                  <a:lnTo>
                    <a:pt x="53663" y="35927"/>
                  </a:lnTo>
                  <a:lnTo>
                    <a:pt x="51541" y="38959"/>
                  </a:lnTo>
                  <a:lnTo>
                    <a:pt x="51390" y="38959"/>
                  </a:lnTo>
                  <a:lnTo>
                    <a:pt x="53209" y="35776"/>
                  </a:lnTo>
                  <a:lnTo>
                    <a:pt x="53967" y="35624"/>
                  </a:lnTo>
                  <a:close/>
                  <a:moveTo>
                    <a:pt x="57302" y="38807"/>
                  </a:moveTo>
                  <a:lnTo>
                    <a:pt x="57150" y="38959"/>
                  </a:lnTo>
                  <a:lnTo>
                    <a:pt x="56847" y="38959"/>
                  </a:lnTo>
                  <a:lnTo>
                    <a:pt x="56998" y="38807"/>
                  </a:lnTo>
                  <a:close/>
                  <a:moveTo>
                    <a:pt x="94442" y="0"/>
                  </a:moveTo>
                  <a:lnTo>
                    <a:pt x="80495" y="1061"/>
                  </a:lnTo>
                  <a:lnTo>
                    <a:pt x="80040" y="1516"/>
                  </a:lnTo>
                  <a:lnTo>
                    <a:pt x="80040" y="2122"/>
                  </a:lnTo>
                  <a:lnTo>
                    <a:pt x="80495" y="2577"/>
                  </a:lnTo>
                  <a:lnTo>
                    <a:pt x="79586" y="2577"/>
                  </a:lnTo>
                  <a:lnTo>
                    <a:pt x="79282" y="3335"/>
                  </a:lnTo>
                  <a:lnTo>
                    <a:pt x="79434" y="3638"/>
                  </a:lnTo>
                  <a:lnTo>
                    <a:pt x="79434" y="3638"/>
                  </a:lnTo>
                  <a:lnTo>
                    <a:pt x="78221" y="3335"/>
                  </a:lnTo>
                  <a:lnTo>
                    <a:pt x="77766" y="4093"/>
                  </a:lnTo>
                  <a:lnTo>
                    <a:pt x="78070" y="4548"/>
                  </a:lnTo>
                  <a:lnTo>
                    <a:pt x="75341" y="4548"/>
                  </a:lnTo>
                  <a:lnTo>
                    <a:pt x="75038" y="5306"/>
                  </a:lnTo>
                  <a:lnTo>
                    <a:pt x="75493" y="5760"/>
                  </a:lnTo>
                  <a:lnTo>
                    <a:pt x="74583" y="5760"/>
                  </a:lnTo>
                  <a:lnTo>
                    <a:pt x="72916" y="5003"/>
                  </a:lnTo>
                  <a:lnTo>
                    <a:pt x="72461" y="5154"/>
                  </a:lnTo>
                  <a:lnTo>
                    <a:pt x="70793" y="6518"/>
                  </a:lnTo>
                  <a:lnTo>
                    <a:pt x="71096" y="7276"/>
                  </a:lnTo>
                  <a:lnTo>
                    <a:pt x="74735" y="7580"/>
                  </a:lnTo>
                  <a:lnTo>
                    <a:pt x="74583" y="7731"/>
                  </a:lnTo>
                  <a:lnTo>
                    <a:pt x="73522" y="8489"/>
                  </a:lnTo>
                  <a:lnTo>
                    <a:pt x="73522" y="8489"/>
                  </a:lnTo>
                  <a:lnTo>
                    <a:pt x="73673" y="8186"/>
                  </a:lnTo>
                  <a:lnTo>
                    <a:pt x="73370" y="7580"/>
                  </a:lnTo>
                  <a:lnTo>
                    <a:pt x="72158" y="7580"/>
                  </a:lnTo>
                  <a:lnTo>
                    <a:pt x="71854" y="7731"/>
                  </a:lnTo>
                  <a:lnTo>
                    <a:pt x="68974" y="10763"/>
                  </a:lnTo>
                  <a:lnTo>
                    <a:pt x="69277" y="11521"/>
                  </a:lnTo>
                  <a:lnTo>
                    <a:pt x="70490" y="11369"/>
                  </a:lnTo>
                  <a:lnTo>
                    <a:pt x="70490" y="11369"/>
                  </a:lnTo>
                  <a:lnTo>
                    <a:pt x="68368" y="12734"/>
                  </a:lnTo>
                  <a:lnTo>
                    <a:pt x="68519" y="12127"/>
                  </a:lnTo>
                  <a:lnTo>
                    <a:pt x="68216" y="11673"/>
                  </a:lnTo>
                  <a:lnTo>
                    <a:pt x="67155" y="11521"/>
                  </a:lnTo>
                  <a:lnTo>
                    <a:pt x="66852" y="9853"/>
                  </a:lnTo>
                  <a:lnTo>
                    <a:pt x="66245" y="9399"/>
                  </a:lnTo>
                  <a:lnTo>
                    <a:pt x="65791" y="9702"/>
                  </a:lnTo>
                  <a:lnTo>
                    <a:pt x="65942" y="9399"/>
                  </a:lnTo>
                  <a:lnTo>
                    <a:pt x="66245" y="8792"/>
                  </a:lnTo>
                  <a:lnTo>
                    <a:pt x="66397" y="9399"/>
                  </a:lnTo>
                  <a:lnTo>
                    <a:pt x="67003" y="9702"/>
                  </a:lnTo>
                  <a:lnTo>
                    <a:pt x="70035" y="8944"/>
                  </a:lnTo>
                  <a:lnTo>
                    <a:pt x="70338" y="8186"/>
                  </a:lnTo>
                  <a:lnTo>
                    <a:pt x="69732" y="7428"/>
                  </a:lnTo>
                  <a:lnTo>
                    <a:pt x="69277" y="7276"/>
                  </a:lnTo>
                  <a:lnTo>
                    <a:pt x="66549" y="7883"/>
                  </a:lnTo>
                  <a:lnTo>
                    <a:pt x="65942" y="7276"/>
                  </a:lnTo>
                  <a:lnTo>
                    <a:pt x="62001" y="8489"/>
                  </a:lnTo>
                  <a:lnTo>
                    <a:pt x="61849" y="9247"/>
                  </a:lnTo>
                  <a:lnTo>
                    <a:pt x="62910" y="10308"/>
                  </a:lnTo>
                  <a:lnTo>
                    <a:pt x="63365" y="10460"/>
                  </a:lnTo>
                  <a:lnTo>
                    <a:pt x="65336" y="9853"/>
                  </a:lnTo>
                  <a:lnTo>
                    <a:pt x="65336" y="9853"/>
                  </a:lnTo>
                  <a:lnTo>
                    <a:pt x="63668" y="10460"/>
                  </a:lnTo>
                  <a:lnTo>
                    <a:pt x="63517" y="11066"/>
                  </a:lnTo>
                  <a:lnTo>
                    <a:pt x="63972" y="11976"/>
                  </a:lnTo>
                  <a:lnTo>
                    <a:pt x="61243" y="13340"/>
                  </a:lnTo>
                  <a:lnTo>
                    <a:pt x="55634" y="12279"/>
                  </a:lnTo>
                  <a:lnTo>
                    <a:pt x="55331" y="12279"/>
                  </a:lnTo>
                  <a:lnTo>
                    <a:pt x="52602" y="13643"/>
                  </a:lnTo>
                  <a:lnTo>
                    <a:pt x="45326" y="10763"/>
                  </a:lnTo>
                  <a:lnTo>
                    <a:pt x="45174" y="10763"/>
                  </a:lnTo>
                  <a:lnTo>
                    <a:pt x="31379" y="11066"/>
                  </a:lnTo>
                  <a:lnTo>
                    <a:pt x="29257" y="10157"/>
                  </a:lnTo>
                  <a:lnTo>
                    <a:pt x="17433" y="10157"/>
                  </a:lnTo>
                  <a:lnTo>
                    <a:pt x="17281" y="10308"/>
                  </a:lnTo>
                  <a:lnTo>
                    <a:pt x="12582" y="12127"/>
                  </a:lnTo>
                  <a:lnTo>
                    <a:pt x="12279" y="12582"/>
                  </a:lnTo>
                  <a:lnTo>
                    <a:pt x="12279" y="14250"/>
                  </a:lnTo>
                  <a:lnTo>
                    <a:pt x="7428" y="14098"/>
                  </a:lnTo>
                  <a:lnTo>
                    <a:pt x="7125" y="14250"/>
                  </a:lnTo>
                  <a:lnTo>
                    <a:pt x="6064" y="15765"/>
                  </a:lnTo>
                  <a:lnTo>
                    <a:pt x="6518" y="16372"/>
                  </a:lnTo>
                  <a:lnTo>
                    <a:pt x="8186" y="16372"/>
                  </a:lnTo>
                  <a:lnTo>
                    <a:pt x="5003" y="17585"/>
                  </a:lnTo>
                  <a:lnTo>
                    <a:pt x="4851" y="17736"/>
                  </a:lnTo>
                  <a:lnTo>
                    <a:pt x="2122" y="21374"/>
                  </a:lnTo>
                  <a:lnTo>
                    <a:pt x="2425" y="22132"/>
                  </a:lnTo>
                  <a:lnTo>
                    <a:pt x="3183" y="22132"/>
                  </a:lnTo>
                  <a:lnTo>
                    <a:pt x="0" y="24255"/>
                  </a:lnTo>
                  <a:lnTo>
                    <a:pt x="152" y="25164"/>
                  </a:lnTo>
                  <a:lnTo>
                    <a:pt x="1819" y="25316"/>
                  </a:lnTo>
                  <a:lnTo>
                    <a:pt x="2122" y="25164"/>
                  </a:lnTo>
                  <a:lnTo>
                    <a:pt x="10763" y="21071"/>
                  </a:lnTo>
                  <a:lnTo>
                    <a:pt x="20465" y="20768"/>
                  </a:lnTo>
                  <a:lnTo>
                    <a:pt x="23194" y="23497"/>
                  </a:lnTo>
                  <a:lnTo>
                    <a:pt x="22132" y="28651"/>
                  </a:lnTo>
                  <a:lnTo>
                    <a:pt x="22284" y="29106"/>
                  </a:lnTo>
                  <a:lnTo>
                    <a:pt x="23648" y="30318"/>
                  </a:lnTo>
                  <a:lnTo>
                    <a:pt x="22284" y="29257"/>
                  </a:lnTo>
                  <a:lnTo>
                    <a:pt x="21829" y="29257"/>
                  </a:lnTo>
                  <a:lnTo>
                    <a:pt x="21071" y="29863"/>
                  </a:lnTo>
                  <a:lnTo>
                    <a:pt x="21071" y="30470"/>
                  </a:lnTo>
                  <a:lnTo>
                    <a:pt x="22132" y="31986"/>
                  </a:lnTo>
                  <a:lnTo>
                    <a:pt x="22436" y="32137"/>
                  </a:lnTo>
                  <a:lnTo>
                    <a:pt x="23648" y="32137"/>
                  </a:lnTo>
                  <a:lnTo>
                    <a:pt x="23800" y="31986"/>
                  </a:lnTo>
                  <a:lnTo>
                    <a:pt x="16675" y="39565"/>
                  </a:lnTo>
                  <a:lnTo>
                    <a:pt x="16523" y="39869"/>
                  </a:lnTo>
                  <a:lnTo>
                    <a:pt x="16523" y="46084"/>
                  </a:lnTo>
                  <a:lnTo>
                    <a:pt x="16675" y="46387"/>
                  </a:lnTo>
                  <a:lnTo>
                    <a:pt x="19404" y="49116"/>
                  </a:lnTo>
                  <a:lnTo>
                    <a:pt x="19707" y="53512"/>
                  </a:lnTo>
                  <a:lnTo>
                    <a:pt x="19858" y="53663"/>
                  </a:lnTo>
                  <a:lnTo>
                    <a:pt x="22890" y="59424"/>
                  </a:lnTo>
                  <a:lnTo>
                    <a:pt x="23497" y="59575"/>
                  </a:lnTo>
                  <a:lnTo>
                    <a:pt x="24709" y="58514"/>
                  </a:lnTo>
                  <a:lnTo>
                    <a:pt x="24861" y="58059"/>
                  </a:lnTo>
                  <a:lnTo>
                    <a:pt x="22587" y="53057"/>
                  </a:lnTo>
                  <a:lnTo>
                    <a:pt x="22587" y="50631"/>
                  </a:lnTo>
                  <a:lnTo>
                    <a:pt x="23042" y="50631"/>
                  </a:lnTo>
                  <a:lnTo>
                    <a:pt x="23194" y="52905"/>
                  </a:lnTo>
                  <a:lnTo>
                    <a:pt x="23194" y="53057"/>
                  </a:lnTo>
                  <a:lnTo>
                    <a:pt x="27741" y="63820"/>
                  </a:lnTo>
                  <a:lnTo>
                    <a:pt x="27893" y="63972"/>
                  </a:lnTo>
                  <a:lnTo>
                    <a:pt x="35321" y="67155"/>
                  </a:lnTo>
                  <a:lnTo>
                    <a:pt x="35624" y="67155"/>
                  </a:lnTo>
                  <a:lnTo>
                    <a:pt x="37292" y="66700"/>
                  </a:lnTo>
                  <a:lnTo>
                    <a:pt x="38656" y="68216"/>
                  </a:lnTo>
                  <a:lnTo>
                    <a:pt x="38807" y="68216"/>
                  </a:lnTo>
                  <a:lnTo>
                    <a:pt x="41233" y="69429"/>
                  </a:lnTo>
                  <a:lnTo>
                    <a:pt x="43204" y="70338"/>
                  </a:lnTo>
                  <a:lnTo>
                    <a:pt x="44719" y="72309"/>
                  </a:lnTo>
                  <a:lnTo>
                    <a:pt x="46539" y="74735"/>
                  </a:lnTo>
                  <a:lnTo>
                    <a:pt x="46690" y="74886"/>
                  </a:lnTo>
                  <a:lnTo>
                    <a:pt x="49874" y="76099"/>
                  </a:lnTo>
                  <a:lnTo>
                    <a:pt x="50480" y="75796"/>
                  </a:lnTo>
                  <a:lnTo>
                    <a:pt x="50935" y="75189"/>
                  </a:lnTo>
                  <a:lnTo>
                    <a:pt x="51844" y="75189"/>
                  </a:lnTo>
                  <a:lnTo>
                    <a:pt x="52602" y="77766"/>
                  </a:lnTo>
                  <a:lnTo>
                    <a:pt x="52299" y="80343"/>
                  </a:lnTo>
                  <a:lnTo>
                    <a:pt x="51086" y="81859"/>
                  </a:lnTo>
                  <a:lnTo>
                    <a:pt x="49267" y="84133"/>
                  </a:lnTo>
                  <a:lnTo>
                    <a:pt x="49116" y="84436"/>
                  </a:lnTo>
                  <a:lnTo>
                    <a:pt x="48812" y="89136"/>
                  </a:lnTo>
                  <a:lnTo>
                    <a:pt x="48812" y="89439"/>
                  </a:lnTo>
                  <a:lnTo>
                    <a:pt x="55482" y="100505"/>
                  </a:lnTo>
                  <a:lnTo>
                    <a:pt x="55482" y="100657"/>
                  </a:lnTo>
                  <a:lnTo>
                    <a:pt x="61091" y="104295"/>
                  </a:lnTo>
                  <a:lnTo>
                    <a:pt x="62001" y="127337"/>
                  </a:lnTo>
                  <a:lnTo>
                    <a:pt x="62153" y="127640"/>
                  </a:lnTo>
                  <a:lnTo>
                    <a:pt x="64426" y="129611"/>
                  </a:lnTo>
                  <a:lnTo>
                    <a:pt x="64578" y="133552"/>
                  </a:lnTo>
                  <a:lnTo>
                    <a:pt x="64730" y="133704"/>
                  </a:lnTo>
                  <a:lnTo>
                    <a:pt x="68974" y="139312"/>
                  </a:lnTo>
                  <a:lnTo>
                    <a:pt x="69277" y="139616"/>
                  </a:lnTo>
                  <a:lnTo>
                    <a:pt x="70793" y="139767"/>
                  </a:lnTo>
                  <a:lnTo>
                    <a:pt x="71854" y="139767"/>
                  </a:lnTo>
                  <a:lnTo>
                    <a:pt x="72309" y="139312"/>
                  </a:lnTo>
                  <a:lnTo>
                    <a:pt x="71854" y="127488"/>
                  </a:lnTo>
                  <a:lnTo>
                    <a:pt x="78070" y="124760"/>
                  </a:lnTo>
                  <a:lnTo>
                    <a:pt x="78373" y="124002"/>
                  </a:lnTo>
                  <a:lnTo>
                    <a:pt x="76251" y="121121"/>
                  </a:lnTo>
                  <a:lnTo>
                    <a:pt x="76251" y="121121"/>
                  </a:lnTo>
                  <a:lnTo>
                    <a:pt x="78373" y="121879"/>
                  </a:lnTo>
                  <a:lnTo>
                    <a:pt x="78979" y="121728"/>
                  </a:lnTo>
                  <a:lnTo>
                    <a:pt x="80344" y="119151"/>
                  </a:lnTo>
                  <a:lnTo>
                    <a:pt x="83224" y="114148"/>
                  </a:lnTo>
                  <a:lnTo>
                    <a:pt x="83375" y="113997"/>
                  </a:lnTo>
                  <a:lnTo>
                    <a:pt x="83982" y="109752"/>
                  </a:lnTo>
                  <a:lnTo>
                    <a:pt x="90803" y="106720"/>
                  </a:lnTo>
                  <a:lnTo>
                    <a:pt x="91107" y="106417"/>
                  </a:lnTo>
                  <a:lnTo>
                    <a:pt x="92319" y="96715"/>
                  </a:lnTo>
                  <a:lnTo>
                    <a:pt x="95351" y="92925"/>
                  </a:lnTo>
                  <a:lnTo>
                    <a:pt x="95503" y="92622"/>
                  </a:lnTo>
                  <a:lnTo>
                    <a:pt x="95503" y="90197"/>
                  </a:lnTo>
                  <a:lnTo>
                    <a:pt x="95199" y="89742"/>
                  </a:lnTo>
                  <a:lnTo>
                    <a:pt x="90197" y="86559"/>
                  </a:lnTo>
                  <a:lnTo>
                    <a:pt x="90045" y="86407"/>
                  </a:lnTo>
                  <a:lnTo>
                    <a:pt x="85649" y="86255"/>
                  </a:lnTo>
                  <a:lnTo>
                    <a:pt x="85649" y="85346"/>
                  </a:lnTo>
                  <a:lnTo>
                    <a:pt x="85346" y="84891"/>
                  </a:lnTo>
                  <a:lnTo>
                    <a:pt x="83224" y="83830"/>
                  </a:lnTo>
                  <a:lnTo>
                    <a:pt x="82769" y="83982"/>
                  </a:lnTo>
                  <a:lnTo>
                    <a:pt x="81556" y="84588"/>
                  </a:lnTo>
                  <a:lnTo>
                    <a:pt x="81859" y="83830"/>
                  </a:lnTo>
                  <a:lnTo>
                    <a:pt x="81708" y="83224"/>
                  </a:lnTo>
                  <a:lnTo>
                    <a:pt x="80192" y="82617"/>
                  </a:lnTo>
                  <a:lnTo>
                    <a:pt x="79737" y="82617"/>
                  </a:lnTo>
                  <a:lnTo>
                    <a:pt x="79737" y="82162"/>
                  </a:lnTo>
                  <a:lnTo>
                    <a:pt x="77615" y="77463"/>
                  </a:lnTo>
                  <a:lnTo>
                    <a:pt x="77312" y="77160"/>
                  </a:lnTo>
                  <a:lnTo>
                    <a:pt x="72916" y="76857"/>
                  </a:lnTo>
                  <a:lnTo>
                    <a:pt x="68823" y="73067"/>
                  </a:lnTo>
                  <a:lnTo>
                    <a:pt x="68671" y="72915"/>
                  </a:lnTo>
                  <a:lnTo>
                    <a:pt x="64730" y="72612"/>
                  </a:lnTo>
                  <a:lnTo>
                    <a:pt x="62607" y="71096"/>
                  </a:lnTo>
                  <a:lnTo>
                    <a:pt x="62456" y="70945"/>
                  </a:lnTo>
                  <a:lnTo>
                    <a:pt x="56240" y="70945"/>
                  </a:lnTo>
                  <a:lnTo>
                    <a:pt x="55786" y="71096"/>
                  </a:lnTo>
                  <a:lnTo>
                    <a:pt x="53815" y="73825"/>
                  </a:lnTo>
                  <a:lnTo>
                    <a:pt x="53360" y="73825"/>
                  </a:lnTo>
                  <a:lnTo>
                    <a:pt x="53057" y="73067"/>
                  </a:lnTo>
                  <a:lnTo>
                    <a:pt x="52602" y="72764"/>
                  </a:lnTo>
                  <a:lnTo>
                    <a:pt x="50177" y="73067"/>
                  </a:lnTo>
                  <a:lnTo>
                    <a:pt x="50025" y="73067"/>
                  </a:lnTo>
                  <a:lnTo>
                    <a:pt x="49419" y="73522"/>
                  </a:lnTo>
                  <a:lnTo>
                    <a:pt x="48206" y="72915"/>
                  </a:lnTo>
                  <a:lnTo>
                    <a:pt x="48206" y="72309"/>
                  </a:lnTo>
                  <a:lnTo>
                    <a:pt x="48055" y="66549"/>
                  </a:lnTo>
                  <a:lnTo>
                    <a:pt x="47751" y="66397"/>
                  </a:lnTo>
                  <a:lnTo>
                    <a:pt x="47600" y="66245"/>
                  </a:lnTo>
                  <a:lnTo>
                    <a:pt x="43507" y="66245"/>
                  </a:lnTo>
                  <a:lnTo>
                    <a:pt x="45023" y="63365"/>
                  </a:lnTo>
                  <a:lnTo>
                    <a:pt x="45174" y="63062"/>
                  </a:lnTo>
                  <a:lnTo>
                    <a:pt x="45174" y="61091"/>
                  </a:lnTo>
                  <a:lnTo>
                    <a:pt x="44719" y="60637"/>
                  </a:lnTo>
                  <a:lnTo>
                    <a:pt x="42597" y="60485"/>
                  </a:lnTo>
                  <a:lnTo>
                    <a:pt x="42294" y="60788"/>
                  </a:lnTo>
                  <a:lnTo>
                    <a:pt x="40778" y="63214"/>
                  </a:lnTo>
                  <a:lnTo>
                    <a:pt x="36685" y="63214"/>
                  </a:lnTo>
                  <a:lnTo>
                    <a:pt x="34714" y="58969"/>
                  </a:lnTo>
                  <a:lnTo>
                    <a:pt x="36382" y="56998"/>
                  </a:lnTo>
                  <a:lnTo>
                    <a:pt x="40627" y="51693"/>
                  </a:lnTo>
                  <a:lnTo>
                    <a:pt x="50177" y="51693"/>
                  </a:lnTo>
                  <a:lnTo>
                    <a:pt x="50783" y="56392"/>
                  </a:lnTo>
                  <a:lnTo>
                    <a:pt x="51238" y="56847"/>
                  </a:lnTo>
                  <a:lnTo>
                    <a:pt x="52754" y="56847"/>
                  </a:lnTo>
                  <a:lnTo>
                    <a:pt x="53209" y="56392"/>
                  </a:lnTo>
                  <a:lnTo>
                    <a:pt x="53360" y="50328"/>
                  </a:lnTo>
                  <a:lnTo>
                    <a:pt x="69581" y="36382"/>
                  </a:lnTo>
                  <a:lnTo>
                    <a:pt x="70490" y="36230"/>
                  </a:lnTo>
                  <a:lnTo>
                    <a:pt x="70642" y="36230"/>
                  </a:lnTo>
                  <a:lnTo>
                    <a:pt x="71096" y="36079"/>
                  </a:lnTo>
                  <a:lnTo>
                    <a:pt x="71096" y="36382"/>
                  </a:lnTo>
                  <a:lnTo>
                    <a:pt x="71248" y="37140"/>
                  </a:lnTo>
                  <a:lnTo>
                    <a:pt x="71854" y="37443"/>
                  </a:lnTo>
                  <a:lnTo>
                    <a:pt x="77463" y="35624"/>
                  </a:lnTo>
                  <a:lnTo>
                    <a:pt x="77312" y="34714"/>
                  </a:lnTo>
                  <a:lnTo>
                    <a:pt x="74735" y="34563"/>
                  </a:lnTo>
                  <a:lnTo>
                    <a:pt x="73825" y="33805"/>
                  </a:lnTo>
                  <a:lnTo>
                    <a:pt x="74886" y="32137"/>
                  </a:lnTo>
                  <a:lnTo>
                    <a:pt x="74886" y="31531"/>
                  </a:lnTo>
                  <a:lnTo>
                    <a:pt x="74280" y="30925"/>
                  </a:lnTo>
                  <a:lnTo>
                    <a:pt x="73673" y="30925"/>
                  </a:lnTo>
                  <a:lnTo>
                    <a:pt x="70490" y="32441"/>
                  </a:lnTo>
                  <a:lnTo>
                    <a:pt x="73825" y="30773"/>
                  </a:lnTo>
                  <a:lnTo>
                    <a:pt x="79737" y="30470"/>
                  </a:lnTo>
                  <a:lnTo>
                    <a:pt x="80040" y="30470"/>
                  </a:lnTo>
                  <a:lnTo>
                    <a:pt x="81859" y="29409"/>
                  </a:lnTo>
                  <a:lnTo>
                    <a:pt x="81859" y="29409"/>
                  </a:lnTo>
                  <a:lnTo>
                    <a:pt x="78676" y="32592"/>
                  </a:lnTo>
                  <a:lnTo>
                    <a:pt x="78979" y="33350"/>
                  </a:lnTo>
                  <a:lnTo>
                    <a:pt x="84740" y="33350"/>
                  </a:lnTo>
                  <a:lnTo>
                    <a:pt x="85194" y="32744"/>
                  </a:lnTo>
                  <a:lnTo>
                    <a:pt x="83982" y="30773"/>
                  </a:lnTo>
                  <a:lnTo>
                    <a:pt x="83679" y="30621"/>
                  </a:lnTo>
                  <a:lnTo>
                    <a:pt x="82921" y="30470"/>
                  </a:lnTo>
                  <a:lnTo>
                    <a:pt x="82921" y="29409"/>
                  </a:lnTo>
                  <a:lnTo>
                    <a:pt x="82314" y="29106"/>
                  </a:lnTo>
                  <a:lnTo>
                    <a:pt x="84588" y="28044"/>
                  </a:lnTo>
                  <a:lnTo>
                    <a:pt x="84740" y="27590"/>
                  </a:lnTo>
                  <a:lnTo>
                    <a:pt x="84740" y="26528"/>
                  </a:lnTo>
                  <a:lnTo>
                    <a:pt x="84436" y="26074"/>
                  </a:lnTo>
                  <a:lnTo>
                    <a:pt x="81405" y="25467"/>
                  </a:lnTo>
                  <a:lnTo>
                    <a:pt x="81101" y="20465"/>
                  </a:lnTo>
                  <a:lnTo>
                    <a:pt x="80495" y="20162"/>
                  </a:lnTo>
                  <a:lnTo>
                    <a:pt x="76705" y="21526"/>
                  </a:lnTo>
                  <a:lnTo>
                    <a:pt x="76857" y="19707"/>
                  </a:lnTo>
                  <a:lnTo>
                    <a:pt x="76554" y="19404"/>
                  </a:lnTo>
                  <a:lnTo>
                    <a:pt x="74583" y="17585"/>
                  </a:lnTo>
                  <a:lnTo>
                    <a:pt x="74280" y="17433"/>
                  </a:lnTo>
                  <a:lnTo>
                    <a:pt x="71400" y="17433"/>
                  </a:lnTo>
                  <a:lnTo>
                    <a:pt x="71096" y="17585"/>
                  </a:lnTo>
                  <a:lnTo>
                    <a:pt x="63517" y="28651"/>
                  </a:lnTo>
                  <a:lnTo>
                    <a:pt x="62304" y="28651"/>
                  </a:lnTo>
                  <a:lnTo>
                    <a:pt x="62456" y="25467"/>
                  </a:lnTo>
                  <a:lnTo>
                    <a:pt x="62153" y="25013"/>
                  </a:lnTo>
                  <a:lnTo>
                    <a:pt x="56240" y="21829"/>
                  </a:lnTo>
                  <a:lnTo>
                    <a:pt x="62153" y="17433"/>
                  </a:lnTo>
                  <a:lnTo>
                    <a:pt x="65791" y="16675"/>
                  </a:lnTo>
                  <a:lnTo>
                    <a:pt x="65942" y="17433"/>
                  </a:lnTo>
                  <a:lnTo>
                    <a:pt x="69581" y="17736"/>
                  </a:lnTo>
                  <a:lnTo>
                    <a:pt x="70035" y="17585"/>
                  </a:lnTo>
                  <a:lnTo>
                    <a:pt x="70338" y="16675"/>
                  </a:lnTo>
                  <a:lnTo>
                    <a:pt x="70187" y="16069"/>
                  </a:lnTo>
                  <a:lnTo>
                    <a:pt x="68216" y="15159"/>
                  </a:lnTo>
                  <a:lnTo>
                    <a:pt x="70642" y="14856"/>
                  </a:lnTo>
                  <a:lnTo>
                    <a:pt x="70945" y="14704"/>
                  </a:lnTo>
                  <a:lnTo>
                    <a:pt x="73370" y="12279"/>
                  </a:lnTo>
                  <a:lnTo>
                    <a:pt x="73067" y="11521"/>
                  </a:lnTo>
                  <a:lnTo>
                    <a:pt x="71248" y="11369"/>
                  </a:lnTo>
                  <a:lnTo>
                    <a:pt x="75947" y="11066"/>
                  </a:lnTo>
                  <a:lnTo>
                    <a:pt x="79131" y="13946"/>
                  </a:lnTo>
                  <a:lnTo>
                    <a:pt x="77312" y="13946"/>
                  </a:lnTo>
                  <a:lnTo>
                    <a:pt x="75947" y="15008"/>
                  </a:lnTo>
                  <a:lnTo>
                    <a:pt x="72916" y="15008"/>
                  </a:lnTo>
                  <a:lnTo>
                    <a:pt x="72461" y="15462"/>
                  </a:lnTo>
                  <a:lnTo>
                    <a:pt x="72461" y="16372"/>
                  </a:lnTo>
                  <a:lnTo>
                    <a:pt x="72916" y="16827"/>
                  </a:lnTo>
                  <a:lnTo>
                    <a:pt x="75947" y="16827"/>
                  </a:lnTo>
                  <a:lnTo>
                    <a:pt x="78676" y="19101"/>
                  </a:lnTo>
                  <a:lnTo>
                    <a:pt x="79131" y="19101"/>
                  </a:lnTo>
                  <a:lnTo>
                    <a:pt x="79889" y="18797"/>
                  </a:lnTo>
                  <a:lnTo>
                    <a:pt x="80040" y="18191"/>
                  </a:lnTo>
                  <a:lnTo>
                    <a:pt x="79889" y="17888"/>
                  </a:lnTo>
                  <a:lnTo>
                    <a:pt x="79889" y="17888"/>
                  </a:lnTo>
                  <a:lnTo>
                    <a:pt x="80798" y="18191"/>
                  </a:lnTo>
                  <a:lnTo>
                    <a:pt x="81101" y="18191"/>
                  </a:lnTo>
                  <a:lnTo>
                    <a:pt x="81708" y="18039"/>
                  </a:lnTo>
                  <a:lnTo>
                    <a:pt x="82011" y="17585"/>
                  </a:lnTo>
                  <a:lnTo>
                    <a:pt x="82011" y="15462"/>
                  </a:lnTo>
                  <a:lnTo>
                    <a:pt x="83527" y="15917"/>
                  </a:lnTo>
                  <a:lnTo>
                    <a:pt x="83982" y="15917"/>
                  </a:lnTo>
                  <a:lnTo>
                    <a:pt x="85194" y="15008"/>
                  </a:lnTo>
                  <a:lnTo>
                    <a:pt x="85346" y="14401"/>
                  </a:lnTo>
                  <a:lnTo>
                    <a:pt x="84740" y="13188"/>
                  </a:lnTo>
                  <a:lnTo>
                    <a:pt x="84436" y="12885"/>
                  </a:lnTo>
                  <a:lnTo>
                    <a:pt x="83527" y="12582"/>
                  </a:lnTo>
                  <a:lnTo>
                    <a:pt x="83375" y="10915"/>
                  </a:lnTo>
                  <a:lnTo>
                    <a:pt x="83072" y="10460"/>
                  </a:lnTo>
                  <a:lnTo>
                    <a:pt x="76554" y="7731"/>
                  </a:lnTo>
                  <a:lnTo>
                    <a:pt x="77918" y="7883"/>
                  </a:lnTo>
                  <a:lnTo>
                    <a:pt x="78070" y="7731"/>
                  </a:lnTo>
                  <a:lnTo>
                    <a:pt x="79889" y="6518"/>
                  </a:lnTo>
                  <a:lnTo>
                    <a:pt x="79737" y="5912"/>
                  </a:lnTo>
                  <a:lnTo>
                    <a:pt x="80192" y="6367"/>
                  </a:lnTo>
                  <a:lnTo>
                    <a:pt x="80647" y="6367"/>
                  </a:lnTo>
                  <a:lnTo>
                    <a:pt x="86407" y="3790"/>
                  </a:lnTo>
                  <a:lnTo>
                    <a:pt x="90955" y="2880"/>
                  </a:lnTo>
                  <a:lnTo>
                    <a:pt x="94593" y="758"/>
                  </a:lnTo>
                  <a:lnTo>
                    <a:pt x="944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6" name="Google Shape;54;p7">
              <a:extLst>
                <a:ext uri="{FF2B5EF4-FFF2-40B4-BE49-F238E27FC236}">
                  <a16:creationId xmlns:a16="http://schemas.microsoft.com/office/drawing/2014/main" id="{9FF9CB7F-070D-CB94-4535-6A924950D7A6}"/>
                </a:ext>
              </a:extLst>
            </p:cNvPr>
            <p:cNvSpPr/>
            <p:nvPr/>
          </p:nvSpPr>
          <p:spPr>
            <a:xfrm>
              <a:off x="4490250" y="3497950"/>
              <a:ext cx="212250" cy="356275"/>
            </a:xfrm>
            <a:custGeom>
              <a:avLst/>
              <a:gdLst/>
              <a:ahLst/>
              <a:cxnLst/>
              <a:rect l="l" t="t" r="r" b="b"/>
              <a:pathLst>
                <a:path w="8490" h="14251" extrusionOk="0">
                  <a:moveTo>
                    <a:pt x="6368" y="0"/>
                  </a:moveTo>
                  <a:lnTo>
                    <a:pt x="1365" y="5155"/>
                  </a:lnTo>
                  <a:lnTo>
                    <a:pt x="1365" y="5458"/>
                  </a:lnTo>
                  <a:lnTo>
                    <a:pt x="759" y="8793"/>
                  </a:lnTo>
                  <a:lnTo>
                    <a:pt x="1" y="11218"/>
                  </a:lnTo>
                  <a:lnTo>
                    <a:pt x="1" y="11521"/>
                  </a:lnTo>
                  <a:lnTo>
                    <a:pt x="1062" y="13947"/>
                  </a:lnTo>
                  <a:lnTo>
                    <a:pt x="1365" y="14250"/>
                  </a:lnTo>
                  <a:lnTo>
                    <a:pt x="3942" y="14250"/>
                  </a:lnTo>
                  <a:lnTo>
                    <a:pt x="4397" y="13947"/>
                  </a:lnTo>
                  <a:lnTo>
                    <a:pt x="8490" y="455"/>
                  </a:lnTo>
                  <a:lnTo>
                    <a:pt x="818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7" name="Google Shape;55;p7">
              <a:extLst>
                <a:ext uri="{FF2B5EF4-FFF2-40B4-BE49-F238E27FC236}">
                  <a16:creationId xmlns:a16="http://schemas.microsoft.com/office/drawing/2014/main" id="{C629F539-F477-4BAA-4F40-E1FE2C648BC5}"/>
                </a:ext>
              </a:extLst>
            </p:cNvPr>
            <p:cNvSpPr/>
            <p:nvPr/>
          </p:nvSpPr>
          <p:spPr>
            <a:xfrm>
              <a:off x="3038775" y="1197550"/>
              <a:ext cx="3994450" cy="2895425"/>
            </a:xfrm>
            <a:custGeom>
              <a:avLst/>
              <a:gdLst/>
              <a:ahLst/>
              <a:cxnLst/>
              <a:rect l="l" t="t" r="r" b="b"/>
              <a:pathLst>
                <a:path w="159778" h="115817" extrusionOk="0">
                  <a:moveTo>
                    <a:pt x="51086" y="28954"/>
                  </a:moveTo>
                  <a:lnTo>
                    <a:pt x="51086" y="29258"/>
                  </a:lnTo>
                  <a:lnTo>
                    <a:pt x="50632" y="29409"/>
                  </a:lnTo>
                  <a:lnTo>
                    <a:pt x="50177" y="29864"/>
                  </a:lnTo>
                  <a:lnTo>
                    <a:pt x="50480" y="31532"/>
                  </a:lnTo>
                  <a:lnTo>
                    <a:pt x="50783" y="31986"/>
                  </a:lnTo>
                  <a:lnTo>
                    <a:pt x="54270" y="33199"/>
                  </a:lnTo>
                  <a:lnTo>
                    <a:pt x="54270" y="34260"/>
                  </a:lnTo>
                  <a:lnTo>
                    <a:pt x="44265" y="34563"/>
                  </a:lnTo>
                  <a:lnTo>
                    <a:pt x="43962" y="34715"/>
                  </a:lnTo>
                  <a:lnTo>
                    <a:pt x="43658" y="35170"/>
                  </a:lnTo>
                  <a:lnTo>
                    <a:pt x="42901" y="33654"/>
                  </a:lnTo>
                  <a:lnTo>
                    <a:pt x="44113" y="30167"/>
                  </a:lnTo>
                  <a:lnTo>
                    <a:pt x="46236" y="30167"/>
                  </a:lnTo>
                  <a:lnTo>
                    <a:pt x="46387" y="30925"/>
                  </a:lnTo>
                  <a:lnTo>
                    <a:pt x="47448" y="31532"/>
                  </a:lnTo>
                  <a:lnTo>
                    <a:pt x="47600" y="31532"/>
                  </a:lnTo>
                  <a:lnTo>
                    <a:pt x="49116" y="31380"/>
                  </a:lnTo>
                  <a:lnTo>
                    <a:pt x="49419" y="30774"/>
                  </a:lnTo>
                  <a:lnTo>
                    <a:pt x="48509" y="29561"/>
                  </a:lnTo>
                  <a:lnTo>
                    <a:pt x="51086" y="28954"/>
                  </a:lnTo>
                  <a:close/>
                  <a:moveTo>
                    <a:pt x="30318" y="31228"/>
                  </a:moveTo>
                  <a:lnTo>
                    <a:pt x="32289" y="33351"/>
                  </a:lnTo>
                  <a:lnTo>
                    <a:pt x="32441" y="33502"/>
                  </a:lnTo>
                  <a:lnTo>
                    <a:pt x="32895" y="33654"/>
                  </a:lnTo>
                  <a:lnTo>
                    <a:pt x="33350" y="33805"/>
                  </a:lnTo>
                  <a:lnTo>
                    <a:pt x="34411" y="35624"/>
                  </a:lnTo>
                  <a:lnTo>
                    <a:pt x="34411" y="35624"/>
                  </a:lnTo>
                  <a:lnTo>
                    <a:pt x="29257" y="31228"/>
                  </a:lnTo>
                  <a:close/>
                  <a:moveTo>
                    <a:pt x="62911" y="28954"/>
                  </a:moveTo>
                  <a:lnTo>
                    <a:pt x="63972" y="29561"/>
                  </a:lnTo>
                  <a:lnTo>
                    <a:pt x="62456" y="30319"/>
                  </a:lnTo>
                  <a:lnTo>
                    <a:pt x="62153" y="30774"/>
                  </a:lnTo>
                  <a:lnTo>
                    <a:pt x="62153" y="32289"/>
                  </a:lnTo>
                  <a:lnTo>
                    <a:pt x="62304" y="32744"/>
                  </a:lnTo>
                  <a:lnTo>
                    <a:pt x="63669" y="33957"/>
                  </a:lnTo>
                  <a:lnTo>
                    <a:pt x="66549" y="36231"/>
                  </a:lnTo>
                  <a:lnTo>
                    <a:pt x="66397" y="39263"/>
                  </a:lnTo>
                  <a:lnTo>
                    <a:pt x="64123" y="39263"/>
                  </a:lnTo>
                  <a:lnTo>
                    <a:pt x="60334" y="32744"/>
                  </a:lnTo>
                  <a:lnTo>
                    <a:pt x="60334" y="30016"/>
                  </a:lnTo>
                  <a:lnTo>
                    <a:pt x="62911" y="28954"/>
                  </a:lnTo>
                  <a:close/>
                  <a:moveTo>
                    <a:pt x="62759" y="46842"/>
                  </a:moveTo>
                  <a:lnTo>
                    <a:pt x="62911" y="46994"/>
                  </a:lnTo>
                  <a:lnTo>
                    <a:pt x="64275" y="47145"/>
                  </a:lnTo>
                  <a:lnTo>
                    <a:pt x="67458" y="50480"/>
                  </a:lnTo>
                  <a:lnTo>
                    <a:pt x="67610" y="50480"/>
                  </a:lnTo>
                  <a:lnTo>
                    <a:pt x="70187" y="51238"/>
                  </a:lnTo>
                  <a:lnTo>
                    <a:pt x="68823" y="52754"/>
                  </a:lnTo>
                  <a:lnTo>
                    <a:pt x="67004" y="52451"/>
                  </a:lnTo>
                  <a:lnTo>
                    <a:pt x="67155" y="52300"/>
                  </a:lnTo>
                  <a:lnTo>
                    <a:pt x="67155" y="51693"/>
                  </a:lnTo>
                  <a:lnTo>
                    <a:pt x="66246" y="50329"/>
                  </a:lnTo>
                  <a:lnTo>
                    <a:pt x="65488" y="50480"/>
                  </a:lnTo>
                  <a:lnTo>
                    <a:pt x="65184" y="51087"/>
                  </a:lnTo>
                  <a:lnTo>
                    <a:pt x="62759" y="46842"/>
                  </a:lnTo>
                  <a:close/>
                  <a:moveTo>
                    <a:pt x="50025" y="78525"/>
                  </a:moveTo>
                  <a:lnTo>
                    <a:pt x="49419" y="79586"/>
                  </a:lnTo>
                  <a:lnTo>
                    <a:pt x="48661" y="79586"/>
                  </a:lnTo>
                  <a:lnTo>
                    <a:pt x="49267" y="78525"/>
                  </a:lnTo>
                  <a:close/>
                  <a:moveTo>
                    <a:pt x="81253" y="1"/>
                  </a:moveTo>
                  <a:lnTo>
                    <a:pt x="70945" y="4700"/>
                  </a:lnTo>
                  <a:lnTo>
                    <a:pt x="70793" y="5306"/>
                  </a:lnTo>
                  <a:lnTo>
                    <a:pt x="72764" y="7883"/>
                  </a:lnTo>
                  <a:lnTo>
                    <a:pt x="71703" y="8944"/>
                  </a:lnTo>
                  <a:lnTo>
                    <a:pt x="70187" y="3942"/>
                  </a:lnTo>
                  <a:lnTo>
                    <a:pt x="69732" y="3639"/>
                  </a:lnTo>
                  <a:lnTo>
                    <a:pt x="66700" y="3336"/>
                  </a:lnTo>
                  <a:lnTo>
                    <a:pt x="66246" y="4093"/>
                  </a:lnTo>
                  <a:lnTo>
                    <a:pt x="67458" y="6822"/>
                  </a:lnTo>
                  <a:lnTo>
                    <a:pt x="56089" y="7125"/>
                  </a:lnTo>
                  <a:lnTo>
                    <a:pt x="45023" y="11673"/>
                  </a:lnTo>
                  <a:lnTo>
                    <a:pt x="44113" y="9854"/>
                  </a:lnTo>
                  <a:lnTo>
                    <a:pt x="47600" y="10006"/>
                  </a:lnTo>
                  <a:lnTo>
                    <a:pt x="47751" y="10006"/>
                  </a:lnTo>
                  <a:lnTo>
                    <a:pt x="49874" y="8944"/>
                  </a:lnTo>
                  <a:lnTo>
                    <a:pt x="49874" y="8035"/>
                  </a:lnTo>
                  <a:lnTo>
                    <a:pt x="41536" y="5458"/>
                  </a:lnTo>
                  <a:lnTo>
                    <a:pt x="39717" y="5458"/>
                  </a:lnTo>
                  <a:lnTo>
                    <a:pt x="34411" y="5761"/>
                  </a:lnTo>
                  <a:lnTo>
                    <a:pt x="34260" y="5913"/>
                  </a:lnTo>
                  <a:lnTo>
                    <a:pt x="22284" y="14099"/>
                  </a:lnTo>
                  <a:lnTo>
                    <a:pt x="22132" y="14705"/>
                  </a:lnTo>
                  <a:lnTo>
                    <a:pt x="23345" y="17434"/>
                  </a:lnTo>
                  <a:lnTo>
                    <a:pt x="23800" y="17737"/>
                  </a:lnTo>
                  <a:lnTo>
                    <a:pt x="27135" y="17130"/>
                  </a:lnTo>
                  <a:lnTo>
                    <a:pt x="29560" y="20011"/>
                  </a:lnTo>
                  <a:lnTo>
                    <a:pt x="30167" y="20011"/>
                  </a:lnTo>
                  <a:lnTo>
                    <a:pt x="33957" y="16676"/>
                  </a:lnTo>
                  <a:lnTo>
                    <a:pt x="33957" y="16069"/>
                  </a:lnTo>
                  <a:lnTo>
                    <a:pt x="32441" y="14099"/>
                  </a:lnTo>
                  <a:lnTo>
                    <a:pt x="36079" y="10309"/>
                  </a:lnTo>
                  <a:lnTo>
                    <a:pt x="36534" y="10309"/>
                  </a:lnTo>
                  <a:lnTo>
                    <a:pt x="35018" y="13947"/>
                  </a:lnTo>
                  <a:lnTo>
                    <a:pt x="35169" y="14553"/>
                  </a:lnTo>
                  <a:lnTo>
                    <a:pt x="37443" y="15614"/>
                  </a:lnTo>
                  <a:lnTo>
                    <a:pt x="37595" y="15766"/>
                  </a:lnTo>
                  <a:lnTo>
                    <a:pt x="37140" y="15766"/>
                  </a:lnTo>
                  <a:lnTo>
                    <a:pt x="36837" y="16069"/>
                  </a:lnTo>
                  <a:lnTo>
                    <a:pt x="36534" y="16676"/>
                  </a:lnTo>
                  <a:lnTo>
                    <a:pt x="36685" y="17130"/>
                  </a:lnTo>
                  <a:lnTo>
                    <a:pt x="37443" y="17737"/>
                  </a:lnTo>
                  <a:lnTo>
                    <a:pt x="37443" y="17888"/>
                  </a:lnTo>
                  <a:lnTo>
                    <a:pt x="36079" y="17130"/>
                  </a:lnTo>
                  <a:lnTo>
                    <a:pt x="35321" y="17585"/>
                  </a:lnTo>
                  <a:lnTo>
                    <a:pt x="35473" y="20011"/>
                  </a:lnTo>
                  <a:lnTo>
                    <a:pt x="35321" y="20011"/>
                  </a:lnTo>
                  <a:lnTo>
                    <a:pt x="35321" y="20617"/>
                  </a:lnTo>
                  <a:lnTo>
                    <a:pt x="34108" y="20617"/>
                  </a:lnTo>
                  <a:lnTo>
                    <a:pt x="33805" y="20314"/>
                  </a:lnTo>
                  <a:lnTo>
                    <a:pt x="33350" y="20162"/>
                  </a:lnTo>
                  <a:lnTo>
                    <a:pt x="30622" y="20920"/>
                  </a:lnTo>
                  <a:lnTo>
                    <a:pt x="27438" y="20920"/>
                  </a:lnTo>
                  <a:lnTo>
                    <a:pt x="28348" y="20769"/>
                  </a:lnTo>
                  <a:lnTo>
                    <a:pt x="28803" y="20617"/>
                  </a:lnTo>
                  <a:lnTo>
                    <a:pt x="29106" y="20162"/>
                  </a:lnTo>
                  <a:lnTo>
                    <a:pt x="29106" y="19556"/>
                  </a:lnTo>
                  <a:lnTo>
                    <a:pt x="28348" y="18798"/>
                  </a:lnTo>
                  <a:lnTo>
                    <a:pt x="27893" y="18798"/>
                  </a:lnTo>
                  <a:lnTo>
                    <a:pt x="27287" y="18949"/>
                  </a:lnTo>
                  <a:lnTo>
                    <a:pt x="27438" y="18191"/>
                  </a:lnTo>
                  <a:lnTo>
                    <a:pt x="26983" y="17585"/>
                  </a:lnTo>
                  <a:lnTo>
                    <a:pt x="25771" y="17585"/>
                  </a:lnTo>
                  <a:lnTo>
                    <a:pt x="25468" y="17888"/>
                  </a:lnTo>
                  <a:lnTo>
                    <a:pt x="24558" y="19707"/>
                  </a:lnTo>
                  <a:lnTo>
                    <a:pt x="24558" y="20011"/>
                  </a:lnTo>
                  <a:lnTo>
                    <a:pt x="25013" y="21072"/>
                  </a:lnTo>
                  <a:lnTo>
                    <a:pt x="23497" y="21981"/>
                  </a:lnTo>
                  <a:lnTo>
                    <a:pt x="19101" y="24619"/>
                  </a:lnTo>
                  <a:lnTo>
                    <a:pt x="19101" y="24104"/>
                  </a:lnTo>
                  <a:lnTo>
                    <a:pt x="19252" y="24104"/>
                  </a:lnTo>
                  <a:lnTo>
                    <a:pt x="19707" y="23649"/>
                  </a:lnTo>
                  <a:lnTo>
                    <a:pt x="19859" y="22739"/>
                  </a:lnTo>
                  <a:lnTo>
                    <a:pt x="19404" y="22133"/>
                  </a:lnTo>
                  <a:lnTo>
                    <a:pt x="18040" y="21981"/>
                  </a:lnTo>
                  <a:lnTo>
                    <a:pt x="16220" y="17585"/>
                  </a:lnTo>
                  <a:lnTo>
                    <a:pt x="15766" y="17282"/>
                  </a:lnTo>
                  <a:lnTo>
                    <a:pt x="14250" y="17282"/>
                  </a:lnTo>
                  <a:lnTo>
                    <a:pt x="13795" y="17737"/>
                  </a:lnTo>
                  <a:lnTo>
                    <a:pt x="13795" y="19859"/>
                  </a:lnTo>
                  <a:lnTo>
                    <a:pt x="11673" y="19859"/>
                  </a:lnTo>
                  <a:lnTo>
                    <a:pt x="9854" y="21223"/>
                  </a:lnTo>
                  <a:lnTo>
                    <a:pt x="9702" y="21526"/>
                  </a:lnTo>
                  <a:lnTo>
                    <a:pt x="9702" y="24255"/>
                  </a:lnTo>
                  <a:lnTo>
                    <a:pt x="10157" y="24710"/>
                  </a:lnTo>
                  <a:lnTo>
                    <a:pt x="11218" y="24710"/>
                  </a:lnTo>
                  <a:lnTo>
                    <a:pt x="11673" y="24255"/>
                  </a:lnTo>
                  <a:lnTo>
                    <a:pt x="11673" y="23800"/>
                  </a:lnTo>
                  <a:lnTo>
                    <a:pt x="13037" y="24104"/>
                  </a:lnTo>
                  <a:lnTo>
                    <a:pt x="13643" y="23649"/>
                  </a:lnTo>
                  <a:lnTo>
                    <a:pt x="13492" y="21981"/>
                  </a:lnTo>
                  <a:lnTo>
                    <a:pt x="13947" y="21830"/>
                  </a:lnTo>
                  <a:lnTo>
                    <a:pt x="14250" y="21375"/>
                  </a:lnTo>
                  <a:lnTo>
                    <a:pt x="14250" y="20617"/>
                  </a:lnTo>
                  <a:lnTo>
                    <a:pt x="15159" y="20769"/>
                  </a:lnTo>
                  <a:lnTo>
                    <a:pt x="15159" y="21526"/>
                  </a:lnTo>
                  <a:lnTo>
                    <a:pt x="14401" y="21981"/>
                  </a:lnTo>
                  <a:lnTo>
                    <a:pt x="14250" y="22588"/>
                  </a:lnTo>
                  <a:lnTo>
                    <a:pt x="15008" y="23649"/>
                  </a:lnTo>
                  <a:lnTo>
                    <a:pt x="13492" y="25013"/>
                  </a:lnTo>
                  <a:lnTo>
                    <a:pt x="13795" y="25771"/>
                  </a:lnTo>
                  <a:lnTo>
                    <a:pt x="16220" y="25468"/>
                  </a:lnTo>
                  <a:lnTo>
                    <a:pt x="18343" y="25013"/>
                  </a:lnTo>
                  <a:lnTo>
                    <a:pt x="15917" y="26529"/>
                  </a:lnTo>
                  <a:lnTo>
                    <a:pt x="14401" y="26529"/>
                  </a:lnTo>
                  <a:lnTo>
                    <a:pt x="13947" y="26984"/>
                  </a:lnTo>
                  <a:lnTo>
                    <a:pt x="13947" y="27742"/>
                  </a:lnTo>
                  <a:lnTo>
                    <a:pt x="14098" y="28045"/>
                  </a:lnTo>
                  <a:lnTo>
                    <a:pt x="15917" y="29106"/>
                  </a:lnTo>
                  <a:lnTo>
                    <a:pt x="16220" y="31835"/>
                  </a:lnTo>
                  <a:lnTo>
                    <a:pt x="9702" y="31986"/>
                  </a:lnTo>
                  <a:lnTo>
                    <a:pt x="9247" y="32441"/>
                  </a:lnTo>
                  <a:lnTo>
                    <a:pt x="9096" y="37595"/>
                  </a:lnTo>
                  <a:lnTo>
                    <a:pt x="9247" y="37898"/>
                  </a:lnTo>
                  <a:lnTo>
                    <a:pt x="10157" y="39566"/>
                  </a:lnTo>
                  <a:lnTo>
                    <a:pt x="10612" y="39717"/>
                  </a:lnTo>
                  <a:lnTo>
                    <a:pt x="11066" y="39869"/>
                  </a:lnTo>
                  <a:lnTo>
                    <a:pt x="15311" y="40172"/>
                  </a:lnTo>
                  <a:lnTo>
                    <a:pt x="15766" y="40021"/>
                  </a:lnTo>
                  <a:lnTo>
                    <a:pt x="20010" y="34563"/>
                  </a:lnTo>
                  <a:lnTo>
                    <a:pt x="20768" y="33502"/>
                  </a:lnTo>
                  <a:lnTo>
                    <a:pt x="24861" y="33502"/>
                  </a:lnTo>
                  <a:lnTo>
                    <a:pt x="25164" y="33351"/>
                  </a:lnTo>
                  <a:lnTo>
                    <a:pt x="25164" y="34109"/>
                  </a:lnTo>
                  <a:lnTo>
                    <a:pt x="25316" y="34412"/>
                  </a:lnTo>
                  <a:lnTo>
                    <a:pt x="25316" y="34412"/>
                  </a:lnTo>
                  <a:lnTo>
                    <a:pt x="25164" y="34260"/>
                  </a:lnTo>
                  <a:lnTo>
                    <a:pt x="24558" y="34715"/>
                  </a:lnTo>
                  <a:lnTo>
                    <a:pt x="24558" y="37140"/>
                  </a:lnTo>
                  <a:lnTo>
                    <a:pt x="25013" y="37595"/>
                  </a:lnTo>
                  <a:lnTo>
                    <a:pt x="26074" y="37595"/>
                  </a:lnTo>
                  <a:lnTo>
                    <a:pt x="26529" y="37140"/>
                  </a:lnTo>
                  <a:lnTo>
                    <a:pt x="26529" y="35018"/>
                  </a:lnTo>
                  <a:lnTo>
                    <a:pt x="26225" y="34563"/>
                  </a:lnTo>
                  <a:lnTo>
                    <a:pt x="26074" y="34563"/>
                  </a:lnTo>
                  <a:lnTo>
                    <a:pt x="26529" y="34412"/>
                  </a:lnTo>
                  <a:lnTo>
                    <a:pt x="26832" y="33199"/>
                  </a:lnTo>
                  <a:lnTo>
                    <a:pt x="26377" y="32593"/>
                  </a:lnTo>
                  <a:lnTo>
                    <a:pt x="25619" y="32593"/>
                  </a:lnTo>
                  <a:lnTo>
                    <a:pt x="25316" y="32744"/>
                  </a:lnTo>
                  <a:lnTo>
                    <a:pt x="25468" y="31683"/>
                  </a:lnTo>
                  <a:lnTo>
                    <a:pt x="26529" y="31683"/>
                  </a:lnTo>
                  <a:lnTo>
                    <a:pt x="31076" y="36382"/>
                  </a:lnTo>
                  <a:lnTo>
                    <a:pt x="31380" y="37747"/>
                  </a:lnTo>
                  <a:lnTo>
                    <a:pt x="31076" y="37595"/>
                  </a:lnTo>
                  <a:lnTo>
                    <a:pt x="28803" y="37595"/>
                  </a:lnTo>
                  <a:lnTo>
                    <a:pt x="28348" y="38050"/>
                  </a:lnTo>
                  <a:lnTo>
                    <a:pt x="28348" y="38656"/>
                  </a:lnTo>
                  <a:lnTo>
                    <a:pt x="28499" y="38959"/>
                  </a:lnTo>
                  <a:lnTo>
                    <a:pt x="29409" y="39566"/>
                  </a:lnTo>
                  <a:lnTo>
                    <a:pt x="29560" y="39717"/>
                  </a:lnTo>
                  <a:lnTo>
                    <a:pt x="29106" y="40172"/>
                  </a:lnTo>
                  <a:lnTo>
                    <a:pt x="29106" y="41082"/>
                  </a:lnTo>
                  <a:lnTo>
                    <a:pt x="29409" y="41537"/>
                  </a:lnTo>
                  <a:lnTo>
                    <a:pt x="30925" y="41991"/>
                  </a:lnTo>
                  <a:lnTo>
                    <a:pt x="31531" y="41537"/>
                  </a:lnTo>
                  <a:lnTo>
                    <a:pt x="31531" y="40172"/>
                  </a:lnTo>
                  <a:lnTo>
                    <a:pt x="31076" y="39869"/>
                  </a:lnTo>
                  <a:lnTo>
                    <a:pt x="31531" y="39414"/>
                  </a:lnTo>
                  <a:lnTo>
                    <a:pt x="31531" y="38353"/>
                  </a:lnTo>
                  <a:lnTo>
                    <a:pt x="31986" y="38505"/>
                  </a:lnTo>
                  <a:lnTo>
                    <a:pt x="32895" y="38050"/>
                  </a:lnTo>
                  <a:lnTo>
                    <a:pt x="33199" y="37747"/>
                  </a:lnTo>
                  <a:lnTo>
                    <a:pt x="33350" y="36534"/>
                  </a:lnTo>
                  <a:lnTo>
                    <a:pt x="34260" y="36382"/>
                  </a:lnTo>
                  <a:lnTo>
                    <a:pt x="34411" y="35624"/>
                  </a:lnTo>
                  <a:lnTo>
                    <a:pt x="34715" y="36079"/>
                  </a:lnTo>
                  <a:lnTo>
                    <a:pt x="35776" y="37444"/>
                  </a:lnTo>
                  <a:lnTo>
                    <a:pt x="35927" y="37444"/>
                  </a:lnTo>
                  <a:lnTo>
                    <a:pt x="36534" y="37595"/>
                  </a:lnTo>
                  <a:lnTo>
                    <a:pt x="36382" y="38202"/>
                  </a:lnTo>
                  <a:lnTo>
                    <a:pt x="37746" y="39869"/>
                  </a:lnTo>
                  <a:lnTo>
                    <a:pt x="38504" y="39869"/>
                  </a:lnTo>
                  <a:lnTo>
                    <a:pt x="39262" y="38505"/>
                  </a:lnTo>
                  <a:lnTo>
                    <a:pt x="39262" y="38202"/>
                  </a:lnTo>
                  <a:lnTo>
                    <a:pt x="38504" y="36534"/>
                  </a:lnTo>
                  <a:lnTo>
                    <a:pt x="39869" y="35776"/>
                  </a:lnTo>
                  <a:lnTo>
                    <a:pt x="41233" y="35776"/>
                  </a:lnTo>
                  <a:lnTo>
                    <a:pt x="40930" y="36231"/>
                  </a:lnTo>
                  <a:lnTo>
                    <a:pt x="42597" y="39566"/>
                  </a:lnTo>
                  <a:lnTo>
                    <a:pt x="43052" y="39869"/>
                  </a:lnTo>
                  <a:lnTo>
                    <a:pt x="50177" y="40324"/>
                  </a:lnTo>
                  <a:lnTo>
                    <a:pt x="49874" y="41385"/>
                  </a:lnTo>
                  <a:lnTo>
                    <a:pt x="49571" y="43052"/>
                  </a:lnTo>
                  <a:lnTo>
                    <a:pt x="48964" y="45175"/>
                  </a:lnTo>
                  <a:lnTo>
                    <a:pt x="40778" y="44114"/>
                  </a:lnTo>
                  <a:lnTo>
                    <a:pt x="37292" y="43659"/>
                  </a:lnTo>
                  <a:lnTo>
                    <a:pt x="36837" y="43810"/>
                  </a:lnTo>
                  <a:lnTo>
                    <a:pt x="35473" y="45781"/>
                  </a:lnTo>
                  <a:lnTo>
                    <a:pt x="32744" y="45175"/>
                  </a:lnTo>
                  <a:lnTo>
                    <a:pt x="31531" y="43810"/>
                  </a:lnTo>
                  <a:lnTo>
                    <a:pt x="31228" y="43659"/>
                  </a:lnTo>
                  <a:lnTo>
                    <a:pt x="28499" y="42901"/>
                  </a:lnTo>
                  <a:lnTo>
                    <a:pt x="27893" y="42749"/>
                  </a:lnTo>
                  <a:lnTo>
                    <a:pt x="27893" y="39566"/>
                  </a:lnTo>
                  <a:lnTo>
                    <a:pt x="27590" y="39111"/>
                  </a:lnTo>
                  <a:lnTo>
                    <a:pt x="24406" y="39111"/>
                  </a:lnTo>
                  <a:lnTo>
                    <a:pt x="20920" y="38959"/>
                  </a:lnTo>
                  <a:lnTo>
                    <a:pt x="20617" y="38959"/>
                  </a:lnTo>
                  <a:lnTo>
                    <a:pt x="15917" y="40779"/>
                  </a:lnTo>
                  <a:lnTo>
                    <a:pt x="10612" y="41385"/>
                  </a:lnTo>
                  <a:lnTo>
                    <a:pt x="10157" y="41537"/>
                  </a:lnTo>
                  <a:lnTo>
                    <a:pt x="455" y="54119"/>
                  </a:lnTo>
                  <a:lnTo>
                    <a:pt x="455" y="54422"/>
                  </a:lnTo>
                  <a:lnTo>
                    <a:pt x="0" y="65791"/>
                  </a:lnTo>
                  <a:lnTo>
                    <a:pt x="152" y="66094"/>
                  </a:lnTo>
                  <a:lnTo>
                    <a:pt x="5003" y="71400"/>
                  </a:lnTo>
                  <a:lnTo>
                    <a:pt x="8489" y="75190"/>
                  </a:lnTo>
                  <a:lnTo>
                    <a:pt x="8641" y="75038"/>
                  </a:lnTo>
                  <a:lnTo>
                    <a:pt x="8944" y="75341"/>
                  </a:lnTo>
                  <a:lnTo>
                    <a:pt x="19252" y="72310"/>
                  </a:lnTo>
                  <a:lnTo>
                    <a:pt x="21678" y="72613"/>
                  </a:lnTo>
                  <a:lnTo>
                    <a:pt x="21981" y="74129"/>
                  </a:lnTo>
                  <a:lnTo>
                    <a:pt x="22436" y="74432"/>
                  </a:lnTo>
                  <a:lnTo>
                    <a:pt x="25771" y="74432"/>
                  </a:lnTo>
                  <a:lnTo>
                    <a:pt x="25771" y="76099"/>
                  </a:lnTo>
                  <a:lnTo>
                    <a:pt x="25619" y="77767"/>
                  </a:lnTo>
                  <a:lnTo>
                    <a:pt x="25619" y="80344"/>
                  </a:lnTo>
                  <a:lnTo>
                    <a:pt x="25771" y="80647"/>
                  </a:lnTo>
                  <a:lnTo>
                    <a:pt x="29560" y="85801"/>
                  </a:lnTo>
                  <a:lnTo>
                    <a:pt x="29560" y="92623"/>
                  </a:lnTo>
                  <a:lnTo>
                    <a:pt x="27741" y="95503"/>
                  </a:lnTo>
                  <a:lnTo>
                    <a:pt x="27741" y="95806"/>
                  </a:lnTo>
                  <a:lnTo>
                    <a:pt x="27893" y="97777"/>
                  </a:lnTo>
                  <a:lnTo>
                    <a:pt x="31834" y="109146"/>
                  </a:lnTo>
                  <a:lnTo>
                    <a:pt x="34260" y="115513"/>
                  </a:lnTo>
                  <a:lnTo>
                    <a:pt x="34715" y="115816"/>
                  </a:lnTo>
                  <a:lnTo>
                    <a:pt x="42294" y="115816"/>
                  </a:lnTo>
                  <a:lnTo>
                    <a:pt x="42749" y="115665"/>
                  </a:lnTo>
                  <a:lnTo>
                    <a:pt x="48661" y="108843"/>
                  </a:lnTo>
                  <a:lnTo>
                    <a:pt x="48661" y="108691"/>
                  </a:lnTo>
                  <a:lnTo>
                    <a:pt x="48964" y="106872"/>
                  </a:lnTo>
                  <a:lnTo>
                    <a:pt x="48964" y="106721"/>
                  </a:lnTo>
                  <a:lnTo>
                    <a:pt x="48964" y="106418"/>
                  </a:lnTo>
                  <a:lnTo>
                    <a:pt x="51238" y="104902"/>
                  </a:lnTo>
                  <a:lnTo>
                    <a:pt x="51390" y="104599"/>
                  </a:lnTo>
                  <a:lnTo>
                    <a:pt x="51238" y="99899"/>
                  </a:lnTo>
                  <a:lnTo>
                    <a:pt x="56392" y="95655"/>
                  </a:lnTo>
                  <a:lnTo>
                    <a:pt x="56695" y="95200"/>
                  </a:lnTo>
                  <a:lnTo>
                    <a:pt x="56089" y="90197"/>
                  </a:lnTo>
                  <a:lnTo>
                    <a:pt x="55483" y="83073"/>
                  </a:lnTo>
                  <a:lnTo>
                    <a:pt x="67610" y="68823"/>
                  </a:lnTo>
                  <a:lnTo>
                    <a:pt x="67762" y="68520"/>
                  </a:lnTo>
                  <a:lnTo>
                    <a:pt x="67307" y="66398"/>
                  </a:lnTo>
                  <a:lnTo>
                    <a:pt x="66700" y="65943"/>
                  </a:lnTo>
                  <a:lnTo>
                    <a:pt x="59727" y="67004"/>
                  </a:lnTo>
                  <a:lnTo>
                    <a:pt x="51996" y="53512"/>
                  </a:lnTo>
                  <a:lnTo>
                    <a:pt x="49267" y="49116"/>
                  </a:lnTo>
                  <a:lnTo>
                    <a:pt x="49419" y="49268"/>
                  </a:lnTo>
                  <a:lnTo>
                    <a:pt x="50177" y="48965"/>
                  </a:lnTo>
                  <a:lnTo>
                    <a:pt x="50480" y="48358"/>
                  </a:lnTo>
                  <a:lnTo>
                    <a:pt x="57605" y="60789"/>
                  </a:lnTo>
                  <a:lnTo>
                    <a:pt x="58969" y="65640"/>
                  </a:lnTo>
                  <a:lnTo>
                    <a:pt x="59727" y="65943"/>
                  </a:lnTo>
                  <a:lnTo>
                    <a:pt x="69581" y="61395"/>
                  </a:lnTo>
                  <a:lnTo>
                    <a:pt x="69732" y="61243"/>
                  </a:lnTo>
                  <a:lnTo>
                    <a:pt x="74735" y="55180"/>
                  </a:lnTo>
                  <a:lnTo>
                    <a:pt x="74583" y="54573"/>
                  </a:lnTo>
                  <a:lnTo>
                    <a:pt x="71400" y="51693"/>
                  </a:lnTo>
                  <a:lnTo>
                    <a:pt x="73825" y="52300"/>
                  </a:lnTo>
                  <a:lnTo>
                    <a:pt x="80798" y="52451"/>
                  </a:lnTo>
                  <a:lnTo>
                    <a:pt x="82011" y="53815"/>
                  </a:lnTo>
                  <a:lnTo>
                    <a:pt x="82163" y="54119"/>
                  </a:lnTo>
                  <a:lnTo>
                    <a:pt x="82466" y="54270"/>
                  </a:lnTo>
                  <a:lnTo>
                    <a:pt x="83679" y="54573"/>
                  </a:lnTo>
                  <a:lnTo>
                    <a:pt x="83224" y="55028"/>
                  </a:lnTo>
                  <a:lnTo>
                    <a:pt x="83224" y="55635"/>
                  </a:lnTo>
                  <a:lnTo>
                    <a:pt x="84133" y="56696"/>
                  </a:lnTo>
                  <a:lnTo>
                    <a:pt x="84437" y="56847"/>
                  </a:lnTo>
                  <a:lnTo>
                    <a:pt x="85953" y="56999"/>
                  </a:lnTo>
                  <a:lnTo>
                    <a:pt x="86407" y="56696"/>
                  </a:lnTo>
                  <a:lnTo>
                    <a:pt x="86559" y="55938"/>
                  </a:lnTo>
                  <a:lnTo>
                    <a:pt x="91410" y="69581"/>
                  </a:lnTo>
                  <a:lnTo>
                    <a:pt x="92016" y="69884"/>
                  </a:lnTo>
                  <a:lnTo>
                    <a:pt x="95200" y="67913"/>
                  </a:lnTo>
                  <a:lnTo>
                    <a:pt x="95351" y="67610"/>
                  </a:lnTo>
                  <a:lnTo>
                    <a:pt x="95806" y="62153"/>
                  </a:lnTo>
                  <a:lnTo>
                    <a:pt x="102779" y="55331"/>
                  </a:lnTo>
                  <a:lnTo>
                    <a:pt x="103234" y="54877"/>
                  </a:lnTo>
                  <a:lnTo>
                    <a:pt x="107782" y="58666"/>
                  </a:lnTo>
                  <a:lnTo>
                    <a:pt x="108388" y="61547"/>
                  </a:lnTo>
                  <a:lnTo>
                    <a:pt x="108691" y="61850"/>
                  </a:lnTo>
                  <a:lnTo>
                    <a:pt x="109752" y="62153"/>
                  </a:lnTo>
                  <a:lnTo>
                    <a:pt x="110207" y="62001"/>
                  </a:lnTo>
                  <a:lnTo>
                    <a:pt x="110662" y="61547"/>
                  </a:lnTo>
                  <a:lnTo>
                    <a:pt x="111571" y="62608"/>
                  </a:lnTo>
                  <a:lnTo>
                    <a:pt x="112329" y="65336"/>
                  </a:lnTo>
                  <a:lnTo>
                    <a:pt x="112178" y="68368"/>
                  </a:lnTo>
                  <a:lnTo>
                    <a:pt x="112178" y="69581"/>
                  </a:lnTo>
                  <a:lnTo>
                    <a:pt x="112329" y="69884"/>
                  </a:lnTo>
                  <a:lnTo>
                    <a:pt x="114300" y="71703"/>
                  </a:lnTo>
                  <a:lnTo>
                    <a:pt x="115361" y="74887"/>
                  </a:lnTo>
                  <a:lnTo>
                    <a:pt x="115513" y="75190"/>
                  </a:lnTo>
                  <a:lnTo>
                    <a:pt x="118848" y="78070"/>
                  </a:lnTo>
                  <a:lnTo>
                    <a:pt x="119606" y="77767"/>
                  </a:lnTo>
                  <a:lnTo>
                    <a:pt x="119909" y="76706"/>
                  </a:lnTo>
                  <a:lnTo>
                    <a:pt x="119909" y="76403"/>
                  </a:lnTo>
                  <a:lnTo>
                    <a:pt x="116574" y="71552"/>
                  </a:lnTo>
                  <a:lnTo>
                    <a:pt x="114603" y="68671"/>
                  </a:lnTo>
                  <a:lnTo>
                    <a:pt x="114907" y="65033"/>
                  </a:lnTo>
                  <a:lnTo>
                    <a:pt x="117787" y="67913"/>
                  </a:lnTo>
                  <a:lnTo>
                    <a:pt x="118999" y="67913"/>
                  </a:lnTo>
                  <a:lnTo>
                    <a:pt x="118999" y="69429"/>
                  </a:lnTo>
                  <a:lnTo>
                    <a:pt x="119757" y="69884"/>
                  </a:lnTo>
                  <a:lnTo>
                    <a:pt x="123547" y="67307"/>
                  </a:lnTo>
                  <a:lnTo>
                    <a:pt x="123699" y="67004"/>
                  </a:lnTo>
                  <a:lnTo>
                    <a:pt x="123547" y="63214"/>
                  </a:lnTo>
                  <a:lnTo>
                    <a:pt x="123396" y="62911"/>
                  </a:lnTo>
                  <a:lnTo>
                    <a:pt x="119757" y="58970"/>
                  </a:lnTo>
                  <a:lnTo>
                    <a:pt x="119909" y="57150"/>
                  </a:lnTo>
                  <a:lnTo>
                    <a:pt x="120970" y="56544"/>
                  </a:lnTo>
                  <a:lnTo>
                    <a:pt x="121728" y="56089"/>
                  </a:lnTo>
                  <a:lnTo>
                    <a:pt x="121728" y="56696"/>
                  </a:lnTo>
                  <a:lnTo>
                    <a:pt x="122334" y="56999"/>
                  </a:lnTo>
                  <a:lnTo>
                    <a:pt x="129914" y="54270"/>
                  </a:lnTo>
                  <a:lnTo>
                    <a:pt x="130066" y="54119"/>
                  </a:lnTo>
                  <a:lnTo>
                    <a:pt x="132643" y="48510"/>
                  </a:lnTo>
                  <a:lnTo>
                    <a:pt x="132491" y="48207"/>
                  </a:lnTo>
                  <a:lnTo>
                    <a:pt x="128247" y="41233"/>
                  </a:lnTo>
                  <a:lnTo>
                    <a:pt x="130369" y="38959"/>
                  </a:lnTo>
                  <a:lnTo>
                    <a:pt x="130066" y="38202"/>
                  </a:lnTo>
                  <a:lnTo>
                    <a:pt x="127185" y="38202"/>
                  </a:lnTo>
                  <a:lnTo>
                    <a:pt x="126731" y="38505"/>
                  </a:lnTo>
                  <a:lnTo>
                    <a:pt x="125518" y="36534"/>
                  </a:lnTo>
                  <a:lnTo>
                    <a:pt x="126882" y="35321"/>
                  </a:lnTo>
                  <a:lnTo>
                    <a:pt x="128095" y="37595"/>
                  </a:lnTo>
                  <a:lnTo>
                    <a:pt x="128701" y="37747"/>
                  </a:lnTo>
                  <a:lnTo>
                    <a:pt x="130369" y="36686"/>
                  </a:lnTo>
                  <a:lnTo>
                    <a:pt x="131127" y="38353"/>
                  </a:lnTo>
                  <a:lnTo>
                    <a:pt x="131430" y="38656"/>
                  </a:lnTo>
                  <a:lnTo>
                    <a:pt x="132794" y="38959"/>
                  </a:lnTo>
                  <a:lnTo>
                    <a:pt x="134159" y="42143"/>
                  </a:lnTo>
                  <a:lnTo>
                    <a:pt x="134613" y="42446"/>
                  </a:lnTo>
                  <a:lnTo>
                    <a:pt x="136584" y="42294"/>
                  </a:lnTo>
                  <a:lnTo>
                    <a:pt x="137039" y="41840"/>
                  </a:lnTo>
                  <a:lnTo>
                    <a:pt x="137342" y="39717"/>
                  </a:lnTo>
                  <a:lnTo>
                    <a:pt x="137190" y="39263"/>
                  </a:lnTo>
                  <a:lnTo>
                    <a:pt x="134159" y="36837"/>
                  </a:lnTo>
                  <a:lnTo>
                    <a:pt x="134613" y="36837"/>
                  </a:lnTo>
                  <a:lnTo>
                    <a:pt x="135068" y="36382"/>
                  </a:lnTo>
                  <a:lnTo>
                    <a:pt x="134765" y="33805"/>
                  </a:lnTo>
                  <a:lnTo>
                    <a:pt x="137190" y="33351"/>
                  </a:lnTo>
                  <a:lnTo>
                    <a:pt x="137494" y="33199"/>
                  </a:lnTo>
                  <a:lnTo>
                    <a:pt x="139010" y="30925"/>
                  </a:lnTo>
                  <a:lnTo>
                    <a:pt x="139010" y="30622"/>
                  </a:lnTo>
                  <a:lnTo>
                    <a:pt x="139010" y="26529"/>
                  </a:lnTo>
                  <a:lnTo>
                    <a:pt x="139010" y="26377"/>
                  </a:lnTo>
                  <a:lnTo>
                    <a:pt x="139464" y="26984"/>
                  </a:lnTo>
                  <a:lnTo>
                    <a:pt x="141132" y="29864"/>
                  </a:lnTo>
                  <a:lnTo>
                    <a:pt x="141435" y="30167"/>
                  </a:lnTo>
                  <a:lnTo>
                    <a:pt x="142648" y="30167"/>
                  </a:lnTo>
                  <a:lnTo>
                    <a:pt x="143103" y="29409"/>
                  </a:lnTo>
                  <a:lnTo>
                    <a:pt x="141587" y="27287"/>
                  </a:lnTo>
                  <a:lnTo>
                    <a:pt x="141890" y="27287"/>
                  </a:lnTo>
                  <a:lnTo>
                    <a:pt x="142193" y="26529"/>
                  </a:lnTo>
                  <a:lnTo>
                    <a:pt x="138100" y="22284"/>
                  </a:lnTo>
                  <a:lnTo>
                    <a:pt x="137797" y="22133"/>
                  </a:lnTo>
                  <a:lnTo>
                    <a:pt x="136584" y="22133"/>
                  </a:lnTo>
                  <a:lnTo>
                    <a:pt x="136129" y="22891"/>
                  </a:lnTo>
                  <a:lnTo>
                    <a:pt x="138100" y="25316"/>
                  </a:lnTo>
                  <a:lnTo>
                    <a:pt x="134613" y="21223"/>
                  </a:lnTo>
                  <a:lnTo>
                    <a:pt x="134310" y="21072"/>
                  </a:lnTo>
                  <a:lnTo>
                    <a:pt x="130672" y="21072"/>
                  </a:lnTo>
                  <a:lnTo>
                    <a:pt x="131278" y="16827"/>
                  </a:lnTo>
                  <a:lnTo>
                    <a:pt x="139464" y="16979"/>
                  </a:lnTo>
                  <a:lnTo>
                    <a:pt x="139919" y="16524"/>
                  </a:lnTo>
                  <a:lnTo>
                    <a:pt x="140677" y="14099"/>
                  </a:lnTo>
                  <a:lnTo>
                    <a:pt x="143860" y="15311"/>
                  </a:lnTo>
                  <a:lnTo>
                    <a:pt x="144467" y="14856"/>
                  </a:lnTo>
                  <a:lnTo>
                    <a:pt x="144467" y="14099"/>
                  </a:lnTo>
                  <a:lnTo>
                    <a:pt x="144770" y="14099"/>
                  </a:lnTo>
                  <a:lnTo>
                    <a:pt x="145831" y="15160"/>
                  </a:lnTo>
                  <a:lnTo>
                    <a:pt x="144770" y="15766"/>
                  </a:lnTo>
                  <a:lnTo>
                    <a:pt x="144467" y="16221"/>
                  </a:lnTo>
                  <a:lnTo>
                    <a:pt x="144315" y="19253"/>
                  </a:lnTo>
                  <a:lnTo>
                    <a:pt x="144467" y="19556"/>
                  </a:lnTo>
                  <a:lnTo>
                    <a:pt x="150531" y="25316"/>
                  </a:lnTo>
                  <a:lnTo>
                    <a:pt x="151288" y="25013"/>
                  </a:lnTo>
                  <a:lnTo>
                    <a:pt x="151288" y="19404"/>
                  </a:lnTo>
                  <a:lnTo>
                    <a:pt x="151288" y="19101"/>
                  </a:lnTo>
                  <a:lnTo>
                    <a:pt x="148257" y="16372"/>
                  </a:lnTo>
                  <a:lnTo>
                    <a:pt x="155836" y="13947"/>
                  </a:lnTo>
                  <a:lnTo>
                    <a:pt x="156139" y="13644"/>
                  </a:lnTo>
                  <a:lnTo>
                    <a:pt x="156139" y="12734"/>
                  </a:lnTo>
                  <a:lnTo>
                    <a:pt x="155836" y="12279"/>
                  </a:lnTo>
                  <a:lnTo>
                    <a:pt x="152653" y="11370"/>
                  </a:lnTo>
                  <a:lnTo>
                    <a:pt x="153411" y="10763"/>
                  </a:lnTo>
                  <a:lnTo>
                    <a:pt x="156746" y="11521"/>
                  </a:lnTo>
                  <a:lnTo>
                    <a:pt x="159323" y="11521"/>
                  </a:lnTo>
                  <a:lnTo>
                    <a:pt x="159778" y="10763"/>
                  </a:lnTo>
                  <a:lnTo>
                    <a:pt x="157655" y="8641"/>
                  </a:lnTo>
                  <a:lnTo>
                    <a:pt x="157504" y="8490"/>
                  </a:lnTo>
                  <a:lnTo>
                    <a:pt x="144618" y="6064"/>
                  </a:lnTo>
                  <a:lnTo>
                    <a:pt x="124912" y="5458"/>
                  </a:lnTo>
                  <a:lnTo>
                    <a:pt x="123850" y="4093"/>
                  </a:lnTo>
                  <a:lnTo>
                    <a:pt x="123547" y="3942"/>
                  </a:lnTo>
                  <a:lnTo>
                    <a:pt x="116726" y="2729"/>
                  </a:lnTo>
                  <a:lnTo>
                    <a:pt x="116271" y="2881"/>
                  </a:lnTo>
                  <a:lnTo>
                    <a:pt x="114452" y="4548"/>
                  </a:lnTo>
                  <a:lnTo>
                    <a:pt x="109146" y="4548"/>
                  </a:lnTo>
                  <a:lnTo>
                    <a:pt x="107024" y="2881"/>
                  </a:lnTo>
                  <a:lnTo>
                    <a:pt x="106721" y="2729"/>
                  </a:lnTo>
                  <a:lnTo>
                    <a:pt x="94290" y="2729"/>
                  </a:lnTo>
                  <a:lnTo>
                    <a:pt x="93684" y="304"/>
                  </a:lnTo>
                  <a:lnTo>
                    <a:pt x="932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8" name="Google Shape;56;p7">
              <a:extLst>
                <a:ext uri="{FF2B5EF4-FFF2-40B4-BE49-F238E27FC236}">
                  <a16:creationId xmlns:a16="http://schemas.microsoft.com/office/drawing/2014/main" id="{9142D340-D275-33E6-B750-FCE8830C23F1}"/>
                </a:ext>
              </a:extLst>
            </p:cNvPr>
            <p:cNvSpPr/>
            <p:nvPr/>
          </p:nvSpPr>
          <p:spPr>
            <a:xfrm>
              <a:off x="3076675" y="1421150"/>
              <a:ext cx="204650" cy="98550"/>
            </a:xfrm>
            <a:custGeom>
              <a:avLst/>
              <a:gdLst/>
              <a:ahLst/>
              <a:cxnLst/>
              <a:rect l="l" t="t" r="r" b="b"/>
              <a:pathLst>
                <a:path w="8186" h="3942" extrusionOk="0">
                  <a:moveTo>
                    <a:pt x="6215" y="0"/>
                  </a:moveTo>
                  <a:lnTo>
                    <a:pt x="4396" y="607"/>
                  </a:lnTo>
                  <a:lnTo>
                    <a:pt x="2274" y="455"/>
                  </a:lnTo>
                  <a:lnTo>
                    <a:pt x="1819" y="607"/>
                  </a:lnTo>
                  <a:lnTo>
                    <a:pt x="1516" y="1213"/>
                  </a:lnTo>
                  <a:lnTo>
                    <a:pt x="455" y="1062"/>
                  </a:lnTo>
                  <a:lnTo>
                    <a:pt x="0" y="1516"/>
                  </a:lnTo>
                  <a:lnTo>
                    <a:pt x="0" y="2729"/>
                  </a:lnTo>
                  <a:lnTo>
                    <a:pt x="303" y="3184"/>
                  </a:lnTo>
                  <a:lnTo>
                    <a:pt x="5003" y="3942"/>
                  </a:lnTo>
                  <a:lnTo>
                    <a:pt x="5154" y="3942"/>
                  </a:lnTo>
                  <a:lnTo>
                    <a:pt x="7883" y="2577"/>
                  </a:lnTo>
                  <a:lnTo>
                    <a:pt x="8186" y="2123"/>
                  </a:lnTo>
                  <a:lnTo>
                    <a:pt x="8186" y="1819"/>
                  </a:lnTo>
                  <a:lnTo>
                    <a:pt x="8034" y="1365"/>
                  </a:lnTo>
                  <a:lnTo>
                    <a:pt x="66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9" name="Google Shape;57;p7">
              <a:extLst>
                <a:ext uri="{FF2B5EF4-FFF2-40B4-BE49-F238E27FC236}">
                  <a16:creationId xmlns:a16="http://schemas.microsoft.com/office/drawing/2014/main" id="{27696C39-061C-6DCA-3F85-6ED0ABCE7A9F}"/>
                </a:ext>
              </a:extLst>
            </p:cNvPr>
            <p:cNvSpPr/>
            <p:nvPr/>
          </p:nvSpPr>
          <p:spPr>
            <a:xfrm>
              <a:off x="2405875" y="1076275"/>
              <a:ext cx="951250" cy="504075"/>
            </a:xfrm>
            <a:custGeom>
              <a:avLst/>
              <a:gdLst/>
              <a:ahLst/>
              <a:cxnLst/>
              <a:rect l="l" t="t" r="r" b="b"/>
              <a:pathLst>
                <a:path w="38050" h="20163" extrusionOk="0">
                  <a:moveTo>
                    <a:pt x="28500" y="1"/>
                  </a:moveTo>
                  <a:lnTo>
                    <a:pt x="20314" y="910"/>
                  </a:lnTo>
                  <a:lnTo>
                    <a:pt x="10612" y="910"/>
                  </a:lnTo>
                  <a:lnTo>
                    <a:pt x="4851" y="2881"/>
                  </a:lnTo>
                  <a:lnTo>
                    <a:pt x="304" y="4397"/>
                  </a:lnTo>
                  <a:lnTo>
                    <a:pt x="0" y="4700"/>
                  </a:lnTo>
                  <a:lnTo>
                    <a:pt x="0" y="6064"/>
                  </a:lnTo>
                  <a:lnTo>
                    <a:pt x="455" y="6519"/>
                  </a:lnTo>
                  <a:lnTo>
                    <a:pt x="7125" y="6671"/>
                  </a:lnTo>
                  <a:lnTo>
                    <a:pt x="8641" y="9399"/>
                  </a:lnTo>
                  <a:lnTo>
                    <a:pt x="8641" y="11673"/>
                  </a:lnTo>
                  <a:lnTo>
                    <a:pt x="5609" y="13492"/>
                  </a:lnTo>
                  <a:lnTo>
                    <a:pt x="5306" y="13795"/>
                  </a:lnTo>
                  <a:lnTo>
                    <a:pt x="5458" y="17585"/>
                  </a:lnTo>
                  <a:lnTo>
                    <a:pt x="5609" y="17888"/>
                  </a:lnTo>
                  <a:lnTo>
                    <a:pt x="7580" y="20011"/>
                  </a:lnTo>
                  <a:lnTo>
                    <a:pt x="8035" y="20162"/>
                  </a:lnTo>
                  <a:lnTo>
                    <a:pt x="10460" y="20162"/>
                  </a:lnTo>
                  <a:lnTo>
                    <a:pt x="10763" y="20011"/>
                  </a:lnTo>
                  <a:lnTo>
                    <a:pt x="14402" y="16069"/>
                  </a:lnTo>
                  <a:lnTo>
                    <a:pt x="19556" y="14553"/>
                  </a:lnTo>
                  <a:lnTo>
                    <a:pt x="21526" y="13037"/>
                  </a:lnTo>
                  <a:lnTo>
                    <a:pt x="25316" y="12886"/>
                  </a:lnTo>
                  <a:lnTo>
                    <a:pt x="28196" y="11976"/>
                  </a:lnTo>
                  <a:lnTo>
                    <a:pt x="28500" y="11825"/>
                  </a:lnTo>
                  <a:lnTo>
                    <a:pt x="33654" y="3639"/>
                  </a:lnTo>
                  <a:lnTo>
                    <a:pt x="36685" y="3032"/>
                  </a:lnTo>
                  <a:lnTo>
                    <a:pt x="36989" y="2881"/>
                  </a:lnTo>
                  <a:lnTo>
                    <a:pt x="38050" y="1820"/>
                  </a:lnTo>
                  <a:lnTo>
                    <a:pt x="37747" y="910"/>
                  </a:lnTo>
                  <a:lnTo>
                    <a:pt x="285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0" name="Google Shape;58;p7">
              <a:extLst>
                <a:ext uri="{FF2B5EF4-FFF2-40B4-BE49-F238E27FC236}">
                  <a16:creationId xmlns:a16="http://schemas.microsoft.com/office/drawing/2014/main" id="{A2A526D4-FE67-2428-9A75-336FA18B103D}"/>
                </a:ext>
              </a:extLst>
            </p:cNvPr>
            <p:cNvSpPr/>
            <p:nvPr/>
          </p:nvSpPr>
          <p:spPr>
            <a:xfrm>
              <a:off x="5782575" y="3005275"/>
              <a:ext cx="280475" cy="329725"/>
            </a:xfrm>
            <a:custGeom>
              <a:avLst/>
              <a:gdLst/>
              <a:ahLst/>
              <a:cxnLst/>
              <a:rect l="l" t="t" r="r" b="b"/>
              <a:pathLst>
                <a:path w="11219" h="13189" extrusionOk="0">
                  <a:moveTo>
                    <a:pt x="455" y="1"/>
                  </a:moveTo>
                  <a:lnTo>
                    <a:pt x="0" y="759"/>
                  </a:lnTo>
                  <a:lnTo>
                    <a:pt x="9096" y="13037"/>
                  </a:lnTo>
                  <a:lnTo>
                    <a:pt x="9702" y="13189"/>
                  </a:lnTo>
                  <a:lnTo>
                    <a:pt x="11067" y="11976"/>
                  </a:lnTo>
                  <a:lnTo>
                    <a:pt x="11218" y="11673"/>
                  </a:lnTo>
                  <a:lnTo>
                    <a:pt x="11218" y="9702"/>
                  </a:lnTo>
                  <a:lnTo>
                    <a:pt x="11218" y="9248"/>
                  </a:lnTo>
                  <a:lnTo>
                    <a:pt x="3335" y="1213"/>
                  </a:lnTo>
                  <a:lnTo>
                    <a:pt x="3184" y="1062"/>
                  </a:lnTo>
                  <a:lnTo>
                    <a:pt x="45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1" name="Google Shape;59;p7">
              <a:extLst>
                <a:ext uri="{FF2B5EF4-FFF2-40B4-BE49-F238E27FC236}">
                  <a16:creationId xmlns:a16="http://schemas.microsoft.com/office/drawing/2014/main" id="{DC3BA61D-0C8B-D399-4CFF-1CFF55C61B7A}"/>
                </a:ext>
              </a:extLst>
            </p:cNvPr>
            <p:cNvSpPr/>
            <p:nvPr/>
          </p:nvSpPr>
          <p:spPr>
            <a:xfrm>
              <a:off x="7097625" y="3228875"/>
              <a:ext cx="140250" cy="128875"/>
            </a:xfrm>
            <a:custGeom>
              <a:avLst/>
              <a:gdLst/>
              <a:ahLst/>
              <a:cxnLst/>
              <a:rect l="l" t="t" r="r" b="b"/>
              <a:pathLst>
                <a:path w="5610" h="5155" extrusionOk="0">
                  <a:moveTo>
                    <a:pt x="2881" y="0"/>
                  </a:moveTo>
                  <a:lnTo>
                    <a:pt x="1820" y="152"/>
                  </a:lnTo>
                  <a:lnTo>
                    <a:pt x="1668" y="910"/>
                  </a:lnTo>
                  <a:lnTo>
                    <a:pt x="3184" y="1971"/>
                  </a:lnTo>
                  <a:lnTo>
                    <a:pt x="1" y="3639"/>
                  </a:lnTo>
                  <a:lnTo>
                    <a:pt x="1" y="4397"/>
                  </a:lnTo>
                  <a:lnTo>
                    <a:pt x="1213" y="5155"/>
                  </a:lnTo>
                  <a:lnTo>
                    <a:pt x="1668" y="5155"/>
                  </a:lnTo>
                  <a:lnTo>
                    <a:pt x="3790" y="3942"/>
                  </a:lnTo>
                  <a:lnTo>
                    <a:pt x="3942" y="3639"/>
                  </a:lnTo>
                  <a:lnTo>
                    <a:pt x="3942" y="2578"/>
                  </a:lnTo>
                  <a:lnTo>
                    <a:pt x="4094" y="2729"/>
                  </a:lnTo>
                  <a:lnTo>
                    <a:pt x="4548" y="2729"/>
                  </a:lnTo>
                  <a:lnTo>
                    <a:pt x="5458" y="2426"/>
                  </a:lnTo>
                  <a:lnTo>
                    <a:pt x="5610" y="1668"/>
                  </a:lnTo>
                  <a:lnTo>
                    <a:pt x="3032" y="152"/>
                  </a:lnTo>
                  <a:lnTo>
                    <a:pt x="28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2" name="Google Shape;60;p7">
              <a:extLst>
                <a:ext uri="{FF2B5EF4-FFF2-40B4-BE49-F238E27FC236}">
                  <a16:creationId xmlns:a16="http://schemas.microsoft.com/office/drawing/2014/main" id="{EE5271BC-A564-0F52-C705-1E012DCB3967}"/>
                </a:ext>
              </a:extLst>
            </p:cNvPr>
            <p:cNvSpPr/>
            <p:nvPr/>
          </p:nvSpPr>
          <p:spPr>
            <a:xfrm>
              <a:off x="1359900" y="1243025"/>
              <a:ext cx="390375" cy="151625"/>
            </a:xfrm>
            <a:custGeom>
              <a:avLst/>
              <a:gdLst/>
              <a:ahLst/>
              <a:cxnLst/>
              <a:rect l="l" t="t" r="r" b="b"/>
              <a:pathLst>
                <a:path w="15615" h="6065" extrusionOk="0">
                  <a:moveTo>
                    <a:pt x="6064" y="1"/>
                  </a:moveTo>
                  <a:lnTo>
                    <a:pt x="303" y="1517"/>
                  </a:lnTo>
                  <a:lnTo>
                    <a:pt x="0" y="2274"/>
                  </a:lnTo>
                  <a:lnTo>
                    <a:pt x="1213" y="3487"/>
                  </a:lnTo>
                  <a:lnTo>
                    <a:pt x="1668" y="3639"/>
                  </a:lnTo>
                  <a:lnTo>
                    <a:pt x="5003" y="2578"/>
                  </a:lnTo>
                  <a:lnTo>
                    <a:pt x="4851" y="3032"/>
                  </a:lnTo>
                  <a:lnTo>
                    <a:pt x="5609" y="3336"/>
                  </a:lnTo>
                  <a:lnTo>
                    <a:pt x="3941" y="3790"/>
                  </a:lnTo>
                  <a:lnTo>
                    <a:pt x="3790" y="4700"/>
                  </a:lnTo>
                  <a:lnTo>
                    <a:pt x="7580" y="6064"/>
                  </a:lnTo>
                  <a:lnTo>
                    <a:pt x="7883" y="6064"/>
                  </a:lnTo>
                  <a:lnTo>
                    <a:pt x="10460" y="5003"/>
                  </a:lnTo>
                  <a:lnTo>
                    <a:pt x="13189" y="5609"/>
                  </a:lnTo>
                  <a:lnTo>
                    <a:pt x="13340" y="5609"/>
                  </a:lnTo>
                  <a:lnTo>
                    <a:pt x="15462" y="5155"/>
                  </a:lnTo>
                  <a:lnTo>
                    <a:pt x="15614" y="4397"/>
                  </a:lnTo>
                  <a:lnTo>
                    <a:pt x="13947" y="3639"/>
                  </a:lnTo>
                  <a:lnTo>
                    <a:pt x="15311" y="1971"/>
                  </a:lnTo>
                  <a:lnTo>
                    <a:pt x="14856" y="1213"/>
                  </a:lnTo>
                  <a:lnTo>
                    <a:pt x="13340" y="1213"/>
                  </a:lnTo>
                  <a:lnTo>
                    <a:pt x="12885" y="1365"/>
                  </a:lnTo>
                  <a:lnTo>
                    <a:pt x="12431" y="1971"/>
                  </a:lnTo>
                  <a:lnTo>
                    <a:pt x="12279" y="1517"/>
                  </a:lnTo>
                  <a:lnTo>
                    <a:pt x="11824" y="1213"/>
                  </a:lnTo>
                  <a:lnTo>
                    <a:pt x="10157" y="1820"/>
                  </a:lnTo>
                  <a:lnTo>
                    <a:pt x="8641" y="1062"/>
                  </a:lnTo>
                  <a:lnTo>
                    <a:pt x="8186" y="1062"/>
                  </a:lnTo>
                  <a:lnTo>
                    <a:pt x="7731" y="1213"/>
                  </a:lnTo>
                  <a:lnTo>
                    <a:pt x="7731" y="759"/>
                  </a:lnTo>
                  <a:lnTo>
                    <a:pt x="63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3" name="Google Shape;61;p7">
              <a:extLst>
                <a:ext uri="{FF2B5EF4-FFF2-40B4-BE49-F238E27FC236}">
                  <a16:creationId xmlns:a16="http://schemas.microsoft.com/office/drawing/2014/main" id="{64E6B9F3-A457-6CEC-62BE-B9AAC60737F8}"/>
                </a:ext>
              </a:extLst>
            </p:cNvPr>
            <p:cNvSpPr/>
            <p:nvPr/>
          </p:nvSpPr>
          <p:spPr>
            <a:xfrm>
              <a:off x="4206025" y="2205625"/>
              <a:ext cx="68225" cy="49300"/>
            </a:xfrm>
            <a:custGeom>
              <a:avLst/>
              <a:gdLst/>
              <a:ahLst/>
              <a:cxnLst/>
              <a:rect l="l" t="t" r="r" b="b"/>
              <a:pathLst>
                <a:path w="2729" h="1972" extrusionOk="0">
                  <a:moveTo>
                    <a:pt x="2123" y="1"/>
                  </a:moveTo>
                  <a:lnTo>
                    <a:pt x="0" y="759"/>
                  </a:lnTo>
                  <a:lnTo>
                    <a:pt x="0" y="1668"/>
                  </a:lnTo>
                  <a:lnTo>
                    <a:pt x="1516" y="1971"/>
                  </a:lnTo>
                  <a:lnTo>
                    <a:pt x="2123" y="1820"/>
                  </a:lnTo>
                  <a:lnTo>
                    <a:pt x="2729" y="607"/>
                  </a:lnTo>
                  <a:lnTo>
                    <a:pt x="2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24" name="Google Shape;62;p7">
              <a:extLst>
                <a:ext uri="{FF2B5EF4-FFF2-40B4-BE49-F238E27FC236}">
                  <a16:creationId xmlns:a16="http://schemas.microsoft.com/office/drawing/2014/main" id="{8B005F67-18C3-A736-EB5D-0893FA3446B3}"/>
                </a:ext>
              </a:extLst>
            </p:cNvPr>
            <p:cNvSpPr/>
            <p:nvPr/>
          </p:nvSpPr>
          <p:spPr>
            <a:xfrm>
              <a:off x="1750250" y="1337775"/>
              <a:ext cx="79600" cy="60650"/>
            </a:xfrm>
            <a:custGeom>
              <a:avLst/>
              <a:gdLst/>
              <a:ahLst/>
              <a:cxnLst/>
              <a:rect l="l" t="t" r="r" b="b"/>
              <a:pathLst>
                <a:path w="3184" h="2426" extrusionOk="0">
                  <a:moveTo>
                    <a:pt x="2122" y="0"/>
                  </a:moveTo>
                  <a:lnTo>
                    <a:pt x="303" y="758"/>
                  </a:lnTo>
                  <a:lnTo>
                    <a:pt x="0" y="1516"/>
                  </a:lnTo>
                  <a:lnTo>
                    <a:pt x="758" y="2274"/>
                  </a:lnTo>
                  <a:lnTo>
                    <a:pt x="1364" y="2426"/>
                  </a:lnTo>
                  <a:lnTo>
                    <a:pt x="3032" y="1668"/>
                  </a:lnTo>
                  <a:lnTo>
                    <a:pt x="3183" y="910"/>
                  </a:lnTo>
                  <a:lnTo>
                    <a:pt x="2729" y="152"/>
                  </a:lnTo>
                  <a:lnTo>
                    <a:pt x="212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25" name="Google Shape;63;p7">
              <a:extLst>
                <a:ext uri="{FF2B5EF4-FFF2-40B4-BE49-F238E27FC236}">
                  <a16:creationId xmlns:a16="http://schemas.microsoft.com/office/drawing/2014/main" id="{E4AF6AEC-FDE1-E247-2252-B4612E9D0508}"/>
                </a:ext>
              </a:extLst>
            </p:cNvPr>
            <p:cNvSpPr/>
            <p:nvPr/>
          </p:nvSpPr>
          <p:spPr>
            <a:xfrm>
              <a:off x="3512500" y="2088150"/>
              <a:ext cx="53075" cy="49300"/>
            </a:xfrm>
            <a:custGeom>
              <a:avLst/>
              <a:gdLst/>
              <a:ahLst/>
              <a:cxnLst/>
              <a:rect l="l" t="t" r="r" b="b"/>
              <a:pathLst>
                <a:path w="2123" h="1972" extrusionOk="0">
                  <a:moveTo>
                    <a:pt x="1364" y="0"/>
                  </a:moveTo>
                  <a:lnTo>
                    <a:pt x="0" y="1062"/>
                  </a:lnTo>
                  <a:lnTo>
                    <a:pt x="303" y="1971"/>
                  </a:lnTo>
                  <a:lnTo>
                    <a:pt x="1668" y="1971"/>
                  </a:lnTo>
                  <a:lnTo>
                    <a:pt x="2122" y="1516"/>
                  </a:lnTo>
                  <a:lnTo>
                    <a:pt x="2122" y="304"/>
                  </a:lnTo>
                  <a:lnTo>
                    <a:pt x="13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27" name="Google Shape;64;p7">
              <a:extLst>
                <a:ext uri="{FF2B5EF4-FFF2-40B4-BE49-F238E27FC236}">
                  <a16:creationId xmlns:a16="http://schemas.microsoft.com/office/drawing/2014/main" id="{7995C34D-304B-A1E5-B6F1-A1B49D71F10C}"/>
                </a:ext>
              </a:extLst>
            </p:cNvPr>
            <p:cNvSpPr/>
            <p:nvPr/>
          </p:nvSpPr>
          <p:spPr>
            <a:xfrm>
              <a:off x="6002375" y="3475200"/>
              <a:ext cx="974000" cy="731450"/>
            </a:xfrm>
            <a:custGeom>
              <a:avLst/>
              <a:gdLst/>
              <a:ahLst/>
              <a:cxnLst/>
              <a:rect l="l" t="t" r="r" b="b"/>
              <a:pathLst>
                <a:path w="38960" h="29258" extrusionOk="0">
                  <a:moveTo>
                    <a:pt x="31077" y="1"/>
                  </a:moveTo>
                  <a:lnTo>
                    <a:pt x="30471" y="456"/>
                  </a:lnTo>
                  <a:lnTo>
                    <a:pt x="30471" y="4397"/>
                  </a:lnTo>
                  <a:lnTo>
                    <a:pt x="27894" y="6822"/>
                  </a:lnTo>
                  <a:lnTo>
                    <a:pt x="24255" y="3639"/>
                  </a:lnTo>
                  <a:lnTo>
                    <a:pt x="25316" y="1517"/>
                  </a:lnTo>
                  <a:lnTo>
                    <a:pt x="25013" y="759"/>
                  </a:lnTo>
                  <a:lnTo>
                    <a:pt x="19708" y="910"/>
                  </a:lnTo>
                  <a:lnTo>
                    <a:pt x="19253" y="1214"/>
                  </a:lnTo>
                  <a:lnTo>
                    <a:pt x="18040" y="3639"/>
                  </a:lnTo>
                  <a:lnTo>
                    <a:pt x="15311" y="2426"/>
                  </a:lnTo>
                  <a:lnTo>
                    <a:pt x="14857" y="2578"/>
                  </a:lnTo>
                  <a:lnTo>
                    <a:pt x="9096" y="8945"/>
                  </a:lnTo>
                  <a:lnTo>
                    <a:pt x="1365" y="12431"/>
                  </a:lnTo>
                  <a:lnTo>
                    <a:pt x="1213" y="12886"/>
                  </a:lnTo>
                  <a:lnTo>
                    <a:pt x="1213" y="21375"/>
                  </a:lnTo>
                  <a:lnTo>
                    <a:pt x="1" y="24255"/>
                  </a:lnTo>
                  <a:lnTo>
                    <a:pt x="1" y="24710"/>
                  </a:lnTo>
                  <a:lnTo>
                    <a:pt x="910" y="25771"/>
                  </a:lnTo>
                  <a:lnTo>
                    <a:pt x="1365" y="25923"/>
                  </a:lnTo>
                  <a:lnTo>
                    <a:pt x="15918" y="22740"/>
                  </a:lnTo>
                  <a:lnTo>
                    <a:pt x="18192" y="24710"/>
                  </a:lnTo>
                  <a:lnTo>
                    <a:pt x="18646" y="24862"/>
                  </a:lnTo>
                  <a:lnTo>
                    <a:pt x="20617" y="23952"/>
                  </a:lnTo>
                  <a:lnTo>
                    <a:pt x="21527" y="28500"/>
                  </a:lnTo>
                  <a:lnTo>
                    <a:pt x="21830" y="28803"/>
                  </a:lnTo>
                  <a:lnTo>
                    <a:pt x="29409" y="29258"/>
                  </a:lnTo>
                  <a:lnTo>
                    <a:pt x="29713" y="29106"/>
                  </a:lnTo>
                  <a:lnTo>
                    <a:pt x="38353" y="20163"/>
                  </a:lnTo>
                  <a:lnTo>
                    <a:pt x="38505" y="19859"/>
                  </a:lnTo>
                  <a:lnTo>
                    <a:pt x="38960" y="14857"/>
                  </a:lnTo>
                  <a:lnTo>
                    <a:pt x="38808" y="14554"/>
                  </a:lnTo>
                  <a:lnTo>
                    <a:pt x="34109" y="8035"/>
                  </a:lnTo>
                  <a:lnTo>
                    <a:pt x="32744" y="759"/>
                  </a:lnTo>
                  <a:lnTo>
                    <a:pt x="32441" y="456"/>
                  </a:lnTo>
                  <a:lnTo>
                    <a:pt x="310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28" name="Google Shape;65;p7">
              <a:extLst>
                <a:ext uri="{FF2B5EF4-FFF2-40B4-BE49-F238E27FC236}">
                  <a16:creationId xmlns:a16="http://schemas.microsoft.com/office/drawing/2014/main" id="{8F911306-FA45-D449-7604-E4A9AFC33937}"/>
                </a:ext>
              </a:extLst>
            </p:cNvPr>
            <p:cNvSpPr/>
            <p:nvPr/>
          </p:nvSpPr>
          <p:spPr>
            <a:xfrm>
              <a:off x="7253000" y="4104325"/>
              <a:ext cx="128875" cy="189500"/>
            </a:xfrm>
            <a:custGeom>
              <a:avLst/>
              <a:gdLst/>
              <a:ahLst/>
              <a:cxnLst/>
              <a:rect l="l" t="t" r="r" b="b"/>
              <a:pathLst>
                <a:path w="5155" h="7580" extrusionOk="0">
                  <a:moveTo>
                    <a:pt x="3336" y="0"/>
                  </a:moveTo>
                  <a:lnTo>
                    <a:pt x="2578" y="303"/>
                  </a:lnTo>
                  <a:lnTo>
                    <a:pt x="2426" y="758"/>
                  </a:lnTo>
                  <a:lnTo>
                    <a:pt x="2426" y="3335"/>
                  </a:lnTo>
                  <a:lnTo>
                    <a:pt x="607" y="5003"/>
                  </a:lnTo>
                  <a:lnTo>
                    <a:pt x="607" y="5154"/>
                  </a:lnTo>
                  <a:lnTo>
                    <a:pt x="1" y="7125"/>
                  </a:lnTo>
                  <a:lnTo>
                    <a:pt x="607" y="7580"/>
                  </a:lnTo>
                  <a:lnTo>
                    <a:pt x="5155" y="4548"/>
                  </a:lnTo>
                  <a:lnTo>
                    <a:pt x="5155" y="3790"/>
                  </a:lnTo>
                  <a:lnTo>
                    <a:pt x="3942" y="2274"/>
                  </a:lnTo>
                  <a:lnTo>
                    <a:pt x="3942" y="455"/>
                  </a:lnTo>
                  <a:lnTo>
                    <a:pt x="3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29" name="Google Shape;66;p7">
              <a:extLst>
                <a:ext uri="{FF2B5EF4-FFF2-40B4-BE49-F238E27FC236}">
                  <a16:creationId xmlns:a16="http://schemas.microsoft.com/office/drawing/2014/main" id="{758D42DB-1EA9-6DE8-5CD9-71A4C9B032E4}"/>
                </a:ext>
              </a:extLst>
            </p:cNvPr>
            <p:cNvSpPr/>
            <p:nvPr/>
          </p:nvSpPr>
          <p:spPr>
            <a:xfrm>
              <a:off x="6980150" y="4271075"/>
              <a:ext cx="250150" cy="166775"/>
            </a:xfrm>
            <a:custGeom>
              <a:avLst/>
              <a:gdLst/>
              <a:ahLst/>
              <a:cxnLst/>
              <a:rect l="l" t="t" r="r" b="b"/>
              <a:pathLst>
                <a:path w="10006" h="6671" extrusionOk="0">
                  <a:moveTo>
                    <a:pt x="9247" y="0"/>
                  </a:moveTo>
                  <a:lnTo>
                    <a:pt x="0" y="4699"/>
                  </a:lnTo>
                  <a:lnTo>
                    <a:pt x="0" y="5457"/>
                  </a:lnTo>
                  <a:lnTo>
                    <a:pt x="2123" y="6670"/>
                  </a:lnTo>
                  <a:lnTo>
                    <a:pt x="2577" y="6670"/>
                  </a:lnTo>
                  <a:lnTo>
                    <a:pt x="9702" y="1971"/>
                  </a:lnTo>
                  <a:lnTo>
                    <a:pt x="10005" y="1516"/>
                  </a:lnTo>
                  <a:lnTo>
                    <a:pt x="10005" y="303"/>
                  </a:lnTo>
                  <a:lnTo>
                    <a:pt x="92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0" name="Google Shape;67;p7">
              <a:extLst>
                <a:ext uri="{FF2B5EF4-FFF2-40B4-BE49-F238E27FC236}">
                  <a16:creationId xmlns:a16="http://schemas.microsoft.com/office/drawing/2014/main" id="{DE796C85-9651-175E-0C4B-A06541009BAB}"/>
                </a:ext>
              </a:extLst>
            </p:cNvPr>
            <p:cNvSpPr/>
            <p:nvPr/>
          </p:nvSpPr>
          <p:spPr>
            <a:xfrm>
              <a:off x="4107475" y="3933775"/>
              <a:ext cx="56875" cy="49300"/>
            </a:xfrm>
            <a:custGeom>
              <a:avLst/>
              <a:gdLst/>
              <a:ahLst/>
              <a:cxnLst/>
              <a:rect l="l" t="t" r="r" b="b"/>
              <a:pathLst>
                <a:path w="2275" h="1972" extrusionOk="0">
                  <a:moveTo>
                    <a:pt x="1062" y="0"/>
                  </a:moveTo>
                  <a:lnTo>
                    <a:pt x="1" y="758"/>
                  </a:lnTo>
                  <a:lnTo>
                    <a:pt x="1" y="1971"/>
                  </a:lnTo>
                  <a:lnTo>
                    <a:pt x="1365" y="1971"/>
                  </a:lnTo>
                  <a:lnTo>
                    <a:pt x="2275" y="1062"/>
                  </a:lnTo>
                  <a:lnTo>
                    <a:pt x="2275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1" name="Google Shape;68;p7">
              <a:extLst>
                <a:ext uri="{FF2B5EF4-FFF2-40B4-BE49-F238E27FC236}">
                  <a16:creationId xmlns:a16="http://schemas.microsoft.com/office/drawing/2014/main" id="{9D97F228-AA04-ADC0-896F-07167D9EB397}"/>
                </a:ext>
              </a:extLst>
            </p:cNvPr>
            <p:cNvSpPr/>
            <p:nvPr/>
          </p:nvSpPr>
          <p:spPr>
            <a:xfrm>
              <a:off x="3846000" y="3767025"/>
              <a:ext cx="405525" cy="314575"/>
            </a:xfrm>
            <a:custGeom>
              <a:avLst/>
              <a:gdLst/>
              <a:ahLst/>
              <a:cxnLst/>
              <a:rect l="l" t="t" r="r" b="b"/>
              <a:pathLst>
                <a:path w="16221" h="12583" extrusionOk="0">
                  <a:moveTo>
                    <a:pt x="12279" y="0"/>
                  </a:moveTo>
                  <a:lnTo>
                    <a:pt x="5761" y="4397"/>
                  </a:lnTo>
                  <a:lnTo>
                    <a:pt x="4093" y="2577"/>
                  </a:lnTo>
                  <a:lnTo>
                    <a:pt x="4093" y="6216"/>
                  </a:lnTo>
                  <a:lnTo>
                    <a:pt x="0" y="6216"/>
                  </a:lnTo>
                  <a:lnTo>
                    <a:pt x="2426" y="12582"/>
                  </a:lnTo>
                  <a:lnTo>
                    <a:pt x="10005" y="12582"/>
                  </a:lnTo>
                  <a:lnTo>
                    <a:pt x="15917" y="5761"/>
                  </a:lnTo>
                  <a:lnTo>
                    <a:pt x="16220" y="3942"/>
                  </a:lnTo>
                  <a:lnTo>
                    <a:pt x="15159" y="3942"/>
                  </a:lnTo>
                  <a:lnTo>
                    <a:pt x="15159" y="5306"/>
                  </a:lnTo>
                  <a:lnTo>
                    <a:pt x="14098" y="4548"/>
                  </a:lnTo>
                  <a:lnTo>
                    <a:pt x="14098" y="3639"/>
                  </a:lnTo>
                  <a:lnTo>
                    <a:pt x="15159" y="3639"/>
                  </a:lnTo>
                  <a:lnTo>
                    <a:pt x="15159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2" name="Google Shape;69;p7">
              <a:extLst>
                <a:ext uri="{FF2B5EF4-FFF2-40B4-BE49-F238E27FC236}">
                  <a16:creationId xmlns:a16="http://schemas.microsoft.com/office/drawing/2014/main" id="{4F1DEEDA-E1EB-CC9A-CEBC-A7743CC72667}"/>
                </a:ext>
              </a:extLst>
            </p:cNvPr>
            <p:cNvSpPr/>
            <p:nvPr/>
          </p:nvSpPr>
          <p:spPr>
            <a:xfrm>
              <a:off x="1621375" y="2031300"/>
              <a:ext cx="87200" cy="26550"/>
            </a:xfrm>
            <a:custGeom>
              <a:avLst/>
              <a:gdLst/>
              <a:ahLst/>
              <a:cxnLst/>
              <a:rect l="l" t="t" r="r" b="b"/>
              <a:pathLst>
                <a:path w="3488" h="1062" extrusionOk="0">
                  <a:moveTo>
                    <a:pt x="1517" y="1"/>
                  </a:moveTo>
                  <a:lnTo>
                    <a:pt x="1" y="1062"/>
                  </a:lnTo>
                  <a:lnTo>
                    <a:pt x="1972" y="1062"/>
                  </a:lnTo>
                  <a:lnTo>
                    <a:pt x="3488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3" name="Google Shape;70;p7">
              <a:extLst>
                <a:ext uri="{FF2B5EF4-FFF2-40B4-BE49-F238E27FC236}">
                  <a16:creationId xmlns:a16="http://schemas.microsoft.com/office/drawing/2014/main" id="{56BE3519-F8C0-2885-5576-0A30005E95B6}"/>
                </a:ext>
              </a:extLst>
            </p:cNvPr>
            <p:cNvSpPr/>
            <p:nvPr/>
          </p:nvSpPr>
          <p:spPr>
            <a:xfrm>
              <a:off x="662575" y="1864550"/>
              <a:ext cx="1352975" cy="625350"/>
            </a:xfrm>
            <a:custGeom>
              <a:avLst/>
              <a:gdLst/>
              <a:ahLst/>
              <a:cxnLst/>
              <a:rect l="l" t="t" r="r" b="b"/>
              <a:pathLst>
                <a:path w="54119" h="25014" extrusionOk="0">
                  <a:moveTo>
                    <a:pt x="7731" y="1"/>
                  </a:moveTo>
                  <a:lnTo>
                    <a:pt x="0" y="8187"/>
                  </a:lnTo>
                  <a:lnTo>
                    <a:pt x="0" y="14402"/>
                  </a:lnTo>
                  <a:lnTo>
                    <a:pt x="2729" y="17282"/>
                  </a:lnTo>
                  <a:lnTo>
                    <a:pt x="12734" y="18495"/>
                  </a:lnTo>
                  <a:lnTo>
                    <a:pt x="13947" y="20617"/>
                  </a:lnTo>
                  <a:lnTo>
                    <a:pt x="16827" y="20465"/>
                  </a:lnTo>
                  <a:lnTo>
                    <a:pt x="19101" y="25013"/>
                  </a:lnTo>
                  <a:lnTo>
                    <a:pt x="23345" y="19556"/>
                  </a:lnTo>
                  <a:lnTo>
                    <a:pt x="33502" y="19556"/>
                  </a:lnTo>
                  <a:lnTo>
                    <a:pt x="34260" y="24710"/>
                  </a:lnTo>
                  <a:lnTo>
                    <a:pt x="35776" y="24710"/>
                  </a:lnTo>
                  <a:lnTo>
                    <a:pt x="35927" y="18495"/>
                  </a:lnTo>
                  <a:lnTo>
                    <a:pt x="52299" y="4397"/>
                  </a:lnTo>
                  <a:lnTo>
                    <a:pt x="53512" y="4094"/>
                  </a:lnTo>
                  <a:lnTo>
                    <a:pt x="54118" y="2123"/>
                  </a:lnTo>
                  <a:lnTo>
                    <a:pt x="52299" y="2123"/>
                  </a:lnTo>
                  <a:lnTo>
                    <a:pt x="50329" y="3790"/>
                  </a:lnTo>
                  <a:lnTo>
                    <a:pt x="45932" y="3790"/>
                  </a:lnTo>
                  <a:lnTo>
                    <a:pt x="44417" y="4852"/>
                  </a:lnTo>
                  <a:lnTo>
                    <a:pt x="45478" y="4852"/>
                  </a:lnTo>
                  <a:lnTo>
                    <a:pt x="44113" y="5761"/>
                  </a:lnTo>
                  <a:lnTo>
                    <a:pt x="42901" y="5761"/>
                  </a:lnTo>
                  <a:lnTo>
                    <a:pt x="44417" y="4852"/>
                  </a:lnTo>
                  <a:lnTo>
                    <a:pt x="41536" y="4852"/>
                  </a:lnTo>
                  <a:lnTo>
                    <a:pt x="40172" y="5761"/>
                  </a:lnTo>
                  <a:lnTo>
                    <a:pt x="38959" y="5913"/>
                  </a:lnTo>
                  <a:lnTo>
                    <a:pt x="39262" y="3639"/>
                  </a:lnTo>
                  <a:lnTo>
                    <a:pt x="38201" y="3639"/>
                  </a:lnTo>
                  <a:lnTo>
                    <a:pt x="36989" y="4397"/>
                  </a:lnTo>
                  <a:lnTo>
                    <a:pt x="34866" y="7732"/>
                  </a:lnTo>
                  <a:lnTo>
                    <a:pt x="33502" y="7732"/>
                  </a:lnTo>
                  <a:lnTo>
                    <a:pt x="36079" y="3639"/>
                  </a:lnTo>
                  <a:lnTo>
                    <a:pt x="38959" y="3032"/>
                  </a:lnTo>
                  <a:lnTo>
                    <a:pt x="38808" y="2426"/>
                  </a:lnTo>
                  <a:lnTo>
                    <a:pt x="36837" y="2426"/>
                  </a:lnTo>
                  <a:lnTo>
                    <a:pt x="35927" y="1820"/>
                  </a:lnTo>
                  <a:lnTo>
                    <a:pt x="34866" y="2426"/>
                  </a:lnTo>
                  <a:lnTo>
                    <a:pt x="33502" y="2426"/>
                  </a:lnTo>
                  <a:lnTo>
                    <a:pt x="33957" y="1213"/>
                  </a:lnTo>
                  <a:lnTo>
                    <a:pt x="31228" y="1"/>
                  </a:lnTo>
                  <a:close/>
                </a:path>
              </a:pathLst>
            </a:custGeom>
            <a:solidFill>
              <a:srgbClr val="1DB954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4" name="Google Shape;71;p7">
              <a:extLst>
                <a:ext uri="{FF2B5EF4-FFF2-40B4-BE49-F238E27FC236}">
                  <a16:creationId xmlns:a16="http://schemas.microsoft.com/office/drawing/2014/main" id="{0089C985-2470-3CDC-7732-76C99168FE2E}"/>
                </a:ext>
              </a:extLst>
            </p:cNvPr>
            <p:cNvSpPr/>
            <p:nvPr/>
          </p:nvSpPr>
          <p:spPr>
            <a:xfrm>
              <a:off x="2216375" y="1807700"/>
              <a:ext cx="140250" cy="87200"/>
            </a:xfrm>
            <a:custGeom>
              <a:avLst/>
              <a:gdLst/>
              <a:ahLst/>
              <a:cxnLst/>
              <a:rect l="l" t="t" r="r" b="b"/>
              <a:pathLst>
                <a:path w="5610" h="3488" extrusionOk="0">
                  <a:moveTo>
                    <a:pt x="3336" y="1"/>
                  </a:moveTo>
                  <a:lnTo>
                    <a:pt x="1" y="3487"/>
                  </a:lnTo>
                  <a:lnTo>
                    <a:pt x="5610" y="3487"/>
                  </a:lnTo>
                  <a:lnTo>
                    <a:pt x="4549" y="1668"/>
                  </a:lnTo>
                  <a:lnTo>
                    <a:pt x="3336" y="1365"/>
                  </a:lnTo>
                  <a:lnTo>
                    <a:pt x="333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5" name="Google Shape;72;p7">
              <a:extLst>
                <a:ext uri="{FF2B5EF4-FFF2-40B4-BE49-F238E27FC236}">
                  <a16:creationId xmlns:a16="http://schemas.microsoft.com/office/drawing/2014/main" id="{0D0DC037-5110-4937-5F8D-17761CEF5B1E}"/>
                </a:ext>
              </a:extLst>
            </p:cNvPr>
            <p:cNvSpPr/>
            <p:nvPr/>
          </p:nvSpPr>
          <p:spPr>
            <a:xfrm>
              <a:off x="730775" y="2296575"/>
              <a:ext cx="625350" cy="473750"/>
            </a:xfrm>
            <a:custGeom>
              <a:avLst/>
              <a:gdLst/>
              <a:ahLst/>
              <a:cxnLst/>
              <a:rect l="l" t="t" r="r" b="b"/>
              <a:pathLst>
                <a:path w="25014" h="18950" extrusionOk="0">
                  <a:moveTo>
                    <a:pt x="1" y="1"/>
                  </a:moveTo>
                  <a:lnTo>
                    <a:pt x="154" y="20"/>
                  </a:lnTo>
                  <a:lnTo>
                    <a:pt x="154" y="20"/>
                  </a:lnTo>
                  <a:lnTo>
                    <a:pt x="152" y="1"/>
                  </a:lnTo>
                  <a:close/>
                  <a:moveTo>
                    <a:pt x="154" y="20"/>
                  </a:moveTo>
                  <a:lnTo>
                    <a:pt x="456" y="4397"/>
                  </a:lnTo>
                  <a:lnTo>
                    <a:pt x="3488" y="10158"/>
                  </a:lnTo>
                  <a:lnTo>
                    <a:pt x="4852" y="9248"/>
                  </a:lnTo>
                  <a:lnTo>
                    <a:pt x="2426" y="4094"/>
                  </a:lnTo>
                  <a:lnTo>
                    <a:pt x="2426" y="1214"/>
                  </a:lnTo>
                  <a:lnTo>
                    <a:pt x="3791" y="1214"/>
                  </a:lnTo>
                  <a:lnTo>
                    <a:pt x="3791" y="3942"/>
                  </a:lnTo>
                  <a:lnTo>
                    <a:pt x="8338" y="14554"/>
                  </a:lnTo>
                  <a:lnTo>
                    <a:pt x="15766" y="17737"/>
                  </a:lnTo>
                  <a:lnTo>
                    <a:pt x="17737" y="17282"/>
                  </a:lnTo>
                  <a:lnTo>
                    <a:pt x="19253" y="18950"/>
                  </a:lnTo>
                  <a:lnTo>
                    <a:pt x="20163" y="17434"/>
                  </a:lnTo>
                  <a:lnTo>
                    <a:pt x="21830" y="17434"/>
                  </a:lnTo>
                  <a:lnTo>
                    <a:pt x="21527" y="15615"/>
                  </a:lnTo>
                  <a:lnTo>
                    <a:pt x="23043" y="15615"/>
                  </a:lnTo>
                  <a:lnTo>
                    <a:pt x="25013" y="14099"/>
                  </a:lnTo>
                  <a:lnTo>
                    <a:pt x="25013" y="12128"/>
                  </a:lnTo>
                  <a:lnTo>
                    <a:pt x="22891" y="11977"/>
                  </a:lnTo>
                  <a:lnTo>
                    <a:pt x="21224" y="14705"/>
                  </a:lnTo>
                  <a:lnTo>
                    <a:pt x="16676" y="14705"/>
                  </a:lnTo>
                  <a:lnTo>
                    <a:pt x="14554" y="10006"/>
                  </a:lnTo>
                  <a:lnTo>
                    <a:pt x="16373" y="7732"/>
                  </a:lnTo>
                  <a:lnTo>
                    <a:pt x="14099" y="3184"/>
                  </a:lnTo>
                  <a:lnTo>
                    <a:pt x="11219" y="3336"/>
                  </a:lnTo>
                  <a:lnTo>
                    <a:pt x="10006" y="1214"/>
                  </a:lnTo>
                  <a:lnTo>
                    <a:pt x="154" y="20"/>
                  </a:lnTo>
                  <a:close/>
                </a:path>
              </a:pathLst>
            </a:custGeom>
            <a:solidFill>
              <a:srgbClr val="17DB79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1036" name="Google Shape;73;p7">
              <a:extLst>
                <a:ext uri="{FF2B5EF4-FFF2-40B4-BE49-F238E27FC236}">
                  <a16:creationId xmlns:a16="http://schemas.microsoft.com/office/drawing/2014/main" id="{AEA30146-B196-96AE-B0DC-C4B5FF82425D}"/>
                </a:ext>
              </a:extLst>
            </p:cNvPr>
            <p:cNvSpPr/>
            <p:nvPr/>
          </p:nvSpPr>
          <p:spPr>
            <a:xfrm>
              <a:off x="3088025" y="1428725"/>
              <a:ext cx="181950" cy="79600"/>
            </a:xfrm>
            <a:custGeom>
              <a:avLst/>
              <a:gdLst/>
              <a:ahLst/>
              <a:cxnLst/>
              <a:rect l="l" t="t" r="r" b="b"/>
              <a:pathLst>
                <a:path w="7278" h="3184" extrusionOk="0">
                  <a:moveTo>
                    <a:pt x="5913" y="1"/>
                  </a:moveTo>
                  <a:lnTo>
                    <a:pt x="4094" y="759"/>
                  </a:lnTo>
                  <a:lnTo>
                    <a:pt x="1668" y="607"/>
                  </a:lnTo>
                  <a:lnTo>
                    <a:pt x="1214" y="1365"/>
                  </a:lnTo>
                  <a:lnTo>
                    <a:pt x="1" y="1213"/>
                  </a:lnTo>
                  <a:lnTo>
                    <a:pt x="1" y="2426"/>
                  </a:lnTo>
                  <a:lnTo>
                    <a:pt x="4549" y="3184"/>
                  </a:lnTo>
                  <a:lnTo>
                    <a:pt x="7277" y="1820"/>
                  </a:lnTo>
                  <a:lnTo>
                    <a:pt x="7277" y="1516"/>
                  </a:lnTo>
                  <a:lnTo>
                    <a:pt x="591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7" name="Google Shape;74;p7">
              <a:extLst>
                <a:ext uri="{FF2B5EF4-FFF2-40B4-BE49-F238E27FC236}">
                  <a16:creationId xmlns:a16="http://schemas.microsoft.com/office/drawing/2014/main" id="{A0FEA50A-8FCE-F26F-0490-DCAFF1983C53}"/>
                </a:ext>
              </a:extLst>
            </p:cNvPr>
            <p:cNvSpPr/>
            <p:nvPr/>
          </p:nvSpPr>
          <p:spPr>
            <a:xfrm>
              <a:off x="3777775" y="2201850"/>
              <a:ext cx="37925" cy="34125"/>
            </a:xfrm>
            <a:custGeom>
              <a:avLst/>
              <a:gdLst/>
              <a:ahLst/>
              <a:cxnLst/>
              <a:rect l="l" t="t" r="r" b="b"/>
              <a:pathLst>
                <a:path w="1517" h="1365" extrusionOk="0">
                  <a:moveTo>
                    <a:pt x="0" y="0"/>
                  </a:moveTo>
                  <a:lnTo>
                    <a:pt x="0" y="910"/>
                  </a:lnTo>
                  <a:lnTo>
                    <a:pt x="1516" y="1365"/>
                  </a:lnTo>
                  <a:lnTo>
                    <a:pt x="1516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8" name="Google Shape;75;p7">
              <a:extLst>
                <a:ext uri="{FF2B5EF4-FFF2-40B4-BE49-F238E27FC236}">
                  <a16:creationId xmlns:a16="http://schemas.microsoft.com/office/drawing/2014/main" id="{07DF033D-1FBA-B250-EA49-9D6A1E68C07E}"/>
                </a:ext>
              </a:extLst>
            </p:cNvPr>
            <p:cNvSpPr/>
            <p:nvPr/>
          </p:nvSpPr>
          <p:spPr>
            <a:xfrm>
              <a:off x="2417250" y="1087650"/>
              <a:ext cx="932300" cy="481325"/>
            </a:xfrm>
            <a:custGeom>
              <a:avLst/>
              <a:gdLst/>
              <a:ahLst/>
              <a:cxnLst/>
              <a:rect l="l" t="t" r="r" b="b"/>
              <a:pathLst>
                <a:path w="37292" h="19253" extrusionOk="0">
                  <a:moveTo>
                    <a:pt x="27893" y="0"/>
                  </a:moveTo>
                  <a:lnTo>
                    <a:pt x="19859" y="910"/>
                  </a:lnTo>
                  <a:lnTo>
                    <a:pt x="10157" y="910"/>
                  </a:lnTo>
                  <a:lnTo>
                    <a:pt x="4548" y="2881"/>
                  </a:lnTo>
                  <a:lnTo>
                    <a:pt x="0" y="4245"/>
                  </a:lnTo>
                  <a:lnTo>
                    <a:pt x="0" y="5609"/>
                  </a:lnTo>
                  <a:lnTo>
                    <a:pt x="6822" y="5761"/>
                  </a:lnTo>
                  <a:lnTo>
                    <a:pt x="8641" y="8793"/>
                  </a:lnTo>
                  <a:lnTo>
                    <a:pt x="8641" y="11521"/>
                  </a:lnTo>
                  <a:lnTo>
                    <a:pt x="5306" y="13340"/>
                  </a:lnTo>
                  <a:lnTo>
                    <a:pt x="5457" y="17130"/>
                  </a:lnTo>
                  <a:lnTo>
                    <a:pt x="7580" y="19252"/>
                  </a:lnTo>
                  <a:lnTo>
                    <a:pt x="10005" y="19252"/>
                  </a:lnTo>
                  <a:lnTo>
                    <a:pt x="13643" y="15311"/>
                  </a:lnTo>
                  <a:lnTo>
                    <a:pt x="18949" y="13644"/>
                  </a:lnTo>
                  <a:lnTo>
                    <a:pt x="20920" y="12128"/>
                  </a:lnTo>
                  <a:lnTo>
                    <a:pt x="24861" y="11976"/>
                  </a:lnTo>
                  <a:lnTo>
                    <a:pt x="27741" y="11067"/>
                  </a:lnTo>
                  <a:lnTo>
                    <a:pt x="32895" y="2729"/>
                  </a:lnTo>
                  <a:lnTo>
                    <a:pt x="36079" y="2123"/>
                  </a:lnTo>
                  <a:lnTo>
                    <a:pt x="37292" y="910"/>
                  </a:lnTo>
                  <a:lnTo>
                    <a:pt x="2789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9" name="Google Shape;76;p7">
              <a:extLst>
                <a:ext uri="{FF2B5EF4-FFF2-40B4-BE49-F238E27FC236}">
                  <a16:creationId xmlns:a16="http://schemas.microsoft.com/office/drawing/2014/main" id="{F5103CA8-3FBE-618F-7985-67833008E771}"/>
                </a:ext>
              </a:extLst>
            </p:cNvPr>
            <p:cNvSpPr/>
            <p:nvPr/>
          </p:nvSpPr>
          <p:spPr>
            <a:xfrm>
              <a:off x="6332100" y="2493650"/>
              <a:ext cx="53075" cy="75825"/>
            </a:xfrm>
            <a:custGeom>
              <a:avLst/>
              <a:gdLst/>
              <a:ahLst/>
              <a:cxnLst/>
              <a:rect l="l" t="t" r="r" b="b"/>
              <a:pathLst>
                <a:path w="2123" h="3033" extrusionOk="0">
                  <a:moveTo>
                    <a:pt x="1213" y="1"/>
                  </a:moveTo>
                  <a:lnTo>
                    <a:pt x="0" y="1820"/>
                  </a:lnTo>
                  <a:lnTo>
                    <a:pt x="1213" y="3033"/>
                  </a:lnTo>
                  <a:lnTo>
                    <a:pt x="2122" y="910"/>
                  </a:lnTo>
                  <a:lnTo>
                    <a:pt x="121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0" name="Google Shape;77;p7">
              <a:extLst>
                <a:ext uri="{FF2B5EF4-FFF2-40B4-BE49-F238E27FC236}">
                  <a16:creationId xmlns:a16="http://schemas.microsoft.com/office/drawing/2014/main" id="{6C45C6EA-C0E3-397F-EE05-9907D81ED737}"/>
                </a:ext>
              </a:extLst>
            </p:cNvPr>
            <p:cNvSpPr/>
            <p:nvPr/>
          </p:nvSpPr>
          <p:spPr>
            <a:xfrm>
              <a:off x="5369475" y="1784975"/>
              <a:ext cx="708725" cy="250150"/>
            </a:xfrm>
            <a:custGeom>
              <a:avLst/>
              <a:gdLst/>
              <a:ahLst/>
              <a:cxnLst/>
              <a:rect l="l" t="t" r="r" b="b"/>
              <a:pathLst>
                <a:path w="28349" h="10006" extrusionOk="0">
                  <a:moveTo>
                    <a:pt x="8642" y="0"/>
                  </a:moveTo>
                  <a:lnTo>
                    <a:pt x="7580" y="2577"/>
                  </a:lnTo>
                  <a:lnTo>
                    <a:pt x="3184" y="1213"/>
                  </a:lnTo>
                  <a:lnTo>
                    <a:pt x="1" y="3790"/>
                  </a:lnTo>
                  <a:lnTo>
                    <a:pt x="10461" y="9854"/>
                  </a:lnTo>
                  <a:lnTo>
                    <a:pt x="22740" y="10005"/>
                  </a:lnTo>
                  <a:lnTo>
                    <a:pt x="24104" y="6973"/>
                  </a:lnTo>
                  <a:lnTo>
                    <a:pt x="28045" y="6215"/>
                  </a:lnTo>
                  <a:lnTo>
                    <a:pt x="28349" y="4699"/>
                  </a:lnTo>
                  <a:lnTo>
                    <a:pt x="25620" y="4245"/>
                  </a:lnTo>
                  <a:lnTo>
                    <a:pt x="24559" y="2577"/>
                  </a:lnTo>
                  <a:lnTo>
                    <a:pt x="19405" y="2577"/>
                  </a:lnTo>
                  <a:lnTo>
                    <a:pt x="8642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1" name="Google Shape;78;p7">
              <a:extLst>
                <a:ext uri="{FF2B5EF4-FFF2-40B4-BE49-F238E27FC236}">
                  <a16:creationId xmlns:a16="http://schemas.microsoft.com/office/drawing/2014/main" id="{3148A74B-E0C5-3224-A857-7F031CFA6E32}"/>
                </a:ext>
              </a:extLst>
            </p:cNvPr>
            <p:cNvSpPr/>
            <p:nvPr/>
          </p:nvSpPr>
          <p:spPr>
            <a:xfrm>
              <a:off x="6089550" y="2637675"/>
              <a:ext cx="37925" cy="49275"/>
            </a:xfrm>
            <a:custGeom>
              <a:avLst/>
              <a:gdLst/>
              <a:ahLst/>
              <a:cxnLst/>
              <a:rect l="l" t="t" r="r" b="b"/>
              <a:pathLst>
                <a:path w="1517" h="1971" extrusionOk="0">
                  <a:moveTo>
                    <a:pt x="1516" y="0"/>
                  </a:moveTo>
                  <a:lnTo>
                    <a:pt x="0" y="303"/>
                  </a:lnTo>
                  <a:lnTo>
                    <a:pt x="0" y="1213"/>
                  </a:lnTo>
                  <a:lnTo>
                    <a:pt x="607" y="1971"/>
                  </a:lnTo>
                  <a:lnTo>
                    <a:pt x="1516" y="910"/>
                  </a:lnTo>
                  <a:lnTo>
                    <a:pt x="1516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2" name="Google Shape;79;p7">
              <a:extLst>
                <a:ext uri="{FF2B5EF4-FFF2-40B4-BE49-F238E27FC236}">
                  <a16:creationId xmlns:a16="http://schemas.microsoft.com/office/drawing/2014/main" id="{3DD6D5B5-95A4-0F52-955A-8FBF91EC6F04}"/>
                </a:ext>
              </a:extLst>
            </p:cNvPr>
            <p:cNvSpPr/>
            <p:nvPr/>
          </p:nvSpPr>
          <p:spPr>
            <a:xfrm>
              <a:off x="5161050" y="1747075"/>
              <a:ext cx="1235500" cy="867875"/>
            </a:xfrm>
            <a:custGeom>
              <a:avLst/>
              <a:gdLst/>
              <a:ahLst/>
              <a:cxnLst/>
              <a:rect l="l" t="t" r="r" b="b"/>
              <a:pathLst>
                <a:path w="49420" h="34715" extrusionOk="0">
                  <a:moveTo>
                    <a:pt x="33805" y="0"/>
                  </a:moveTo>
                  <a:lnTo>
                    <a:pt x="34866" y="3638"/>
                  </a:lnTo>
                  <a:lnTo>
                    <a:pt x="32896" y="4093"/>
                  </a:lnTo>
                  <a:lnTo>
                    <a:pt x="33957" y="5761"/>
                  </a:lnTo>
                  <a:lnTo>
                    <a:pt x="36686" y="6215"/>
                  </a:lnTo>
                  <a:lnTo>
                    <a:pt x="36382" y="7731"/>
                  </a:lnTo>
                  <a:lnTo>
                    <a:pt x="32441" y="8489"/>
                  </a:lnTo>
                  <a:lnTo>
                    <a:pt x="31077" y="11521"/>
                  </a:lnTo>
                  <a:lnTo>
                    <a:pt x="18798" y="11370"/>
                  </a:lnTo>
                  <a:lnTo>
                    <a:pt x="8338" y="5306"/>
                  </a:lnTo>
                  <a:lnTo>
                    <a:pt x="3790" y="8641"/>
                  </a:lnTo>
                  <a:lnTo>
                    <a:pt x="4548" y="12279"/>
                  </a:lnTo>
                  <a:lnTo>
                    <a:pt x="0" y="13947"/>
                  </a:lnTo>
                  <a:lnTo>
                    <a:pt x="1213" y="17130"/>
                  </a:lnTo>
                  <a:lnTo>
                    <a:pt x="6064" y="19404"/>
                  </a:lnTo>
                  <a:lnTo>
                    <a:pt x="6367" y="23194"/>
                  </a:lnTo>
                  <a:lnTo>
                    <a:pt x="18949" y="27590"/>
                  </a:lnTo>
                  <a:lnTo>
                    <a:pt x="21375" y="25468"/>
                  </a:lnTo>
                  <a:lnTo>
                    <a:pt x="26377" y="27590"/>
                  </a:lnTo>
                  <a:lnTo>
                    <a:pt x="25619" y="29561"/>
                  </a:lnTo>
                  <a:lnTo>
                    <a:pt x="28196" y="33957"/>
                  </a:lnTo>
                  <a:lnTo>
                    <a:pt x="32896" y="31531"/>
                  </a:lnTo>
                  <a:lnTo>
                    <a:pt x="35928" y="34108"/>
                  </a:lnTo>
                  <a:lnTo>
                    <a:pt x="37140" y="33350"/>
                  </a:lnTo>
                  <a:lnTo>
                    <a:pt x="37292" y="34715"/>
                  </a:lnTo>
                  <a:lnTo>
                    <a:pt x="44871" y="31986"/>
                  </a:lnTo>
                  <a:lnTo>
                    <a:pt x="47297" y="26377"/>
                  </a:lnTo>
                  <a:lnTo>
                    <a:pt x="42901" y="19101"/>
                  </a:lnTo>
                  <a:lnTo>
                    <a:pt x="45175" y="16675"/>
                  </a:lnTo>
                  <a:lnTo>
                    <a:pt x="42598" y="16675"/>
                  </a:lnTo>
                  <a:lnTo>
                    <a:pt x="41688" y="17130"/>
                  </a:lnTo>
                  <a:lnTo>
                    <a:pt x="40021" y="14553"/>
                  </a:lnTo>
                  <a:lnTo>
                    <a:pt x="42143" y="12734"/>
                  </a:lnTo>
                  <a:lnTo>
                    <a:pt x="43507" y="15463"/>
                  </a:lnTo>
                  <a:lnTo>
                    <a:pt x="45629" y="14098"/>
                  </a:lnTo>
                  <a:lnTo>
                    <a:pt x="49419" y="11370"/>
                  </a:lnTo>
                  <a:lnTo>
                    <a:pt x="49419" y="6215"/>
                  </a:lnTo>
                  <a:lnTo>
                    <a:pt x="43052" y="4548"/>
                  </a:lnTo>
                  <a:lnTo>
                    <a:pt x="3835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3" name="Google Shape;80;p7">
              <a:extLst>
                <a:ext uri="{FF2B5EF4-FFF2-40B4-BE49-F238E27FC236}">
                  <a16:creationId xmlns:a16="http://schemas.microsoft.com/office/drawing/2014/main" id="{893855C8-F1F4-AD18-A688-FEA909350766}"/>
                </a:ext>
              </a:extLst>
            </p:cNvPr>
            <p:cNvSpPr/>
            <p:nvPr/>
          </p:nvSpPr>
          <p:spPr>
            <a:xfrm>
              <a:off x="6604950" y="1966875"/>
              <a:ext cx="98575" cy="94775"/>
            </a:xfrm>
            <a:custGeom>
              <a:avLst/>
              <a:gdLst/>
              <a:ahLst/>
              <a:cxnLst/>
              <a:rect l="l" t="t" r="r" b="b"/>
              <a:pathLst>
                <a:path w="3943" h="3791" extrusionOk="0">
                  <a:moveTo>
                    <a:pt x="1" y="1"/>
                  </a:moveTo>
                  <a:lnTo>
                    <a:pt x="152" y="3336"/>
                  </a:lnTo>
                  <a:lnTo>
                    <a:pt x="910" y="3790"/>
                  </a:lnTo>
                  <a:lnTo>
                    <a:pt x="1517" y="3032"/>
                  </a:lnTo>
                  <a:lnTo>
                    <a:pt x="3184" y="3032"/>
                  </a:lnTo>
                  <a:lnTo>
                    <a:pt x="3942" y="1668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4" name="Google Shape;81;p7">
              <a:extLst>
                <a:ext uri="{FF2B5EF4-FFF2-40B4-BE49-F238E27FC236}">
                  <a16:creationId xmlns:a16="http://schemas.microsoft.com/office/drawing/2014/main" id="{3DF1C79B-72BE-7B02-51A5-D647B6CA5333}"/>
                </a:ext>
              </a:extLst>
            </p:cNvPr>
            <p:cNvSpPr/>
            <p:nvPr/>
          </p:nvSpPr>
          <p:spPr>
            <a:xfrm>
              <a:off x="6510200" y="2076775"/>
              <a:ext cx="197100" cy="204675"/>
            </a:xfrm>
            <a:custGeom>
              <a:avLst/>
              <a:gdLst/>
              <a:ahLst/>
              <a:cxnLst/>
              <a:rect l="l" t="t" r="r" b="b"/>
              <a:pathLst>
                <a:path w="7884" h="8187" extrusionOk="0">
                  <a:moveTo>
                    <a:pt x="5307" y="1"/>
                  </a:moveTo>
                  <a:lnTo>
                    <a:pt x="6065" y="3184"/>
                  </a:lnTo>
                  <a:lnTo>
                    <a:pt x="3639" y="5306"/>
                  </a:lnTo>
                  <a:lnTo>
                    <a:pt x="304" y="6216"/>
                  </a:lnTo>
                  <a:lnTo>
                    <a:pt x="1" y="7277"/>
                  </a:lnTo>
                  <a:lnTo>
                    <a:pt x="3942" y="6671"/>
                  </a:lnTo>
                  <a:lnTo>
                    <a:pt x="4246" y="8187"/>
                  </a:lnTo>
                  <a:lnTo>
                    <a:pt x="5155" y="7732"/>
                  </a:lnTo>
                  <a:lnTo>
                    <a:pt x="5307" y="6519"/>
                  </a:lnTo>
                  <a:lnTo>
                    <a:pt x="7884" y="5913"/>
                  </a:lnTo>
                  <a:lnTo>
                    <a:pt x="7732" y="2426"/>
                  </a:lnTo>
                  <a:lnTo>
                    <a:pt x="6519" y="304"/>
                  </a:lnTo>
                  <a:lnTo>
                    <a:pt x="530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5" name="Google Shape;82;p7">
              <a:extLst>
                <a:ext uri="{FF2B5EF4-FFF2-40B4-BE49-F238E27FC236}">
                  <a16:creationId xmlns:a16="http://schemas.microsoft.com/office/drawing/2014/main" id="{E773A3E2-D088-7D3A-CE42-2A086318353C}"/>
                </a:ext>
              </a:extLst>
            </p:cNvPr>
            <p:cNvSpPr/>
            <p:nvPr/>
          </p:nvSpPr>
          <p:spPr>
            <a:xfrm>
              <a:off x="6498850" y="2277650"/>
              <a:ext cx="49275" cy="56850"/>
            </a:xfrm>
            <a:custGeom>
              <a:avLst/>
              <a:gdLst/>
              <a:ahLst/>
              <a:cxnLst/>
              <a:rect l="l" t="t" r="r" b="b"/>
              <a:pathLst>
                <a:path w="1971" h="2274" extrusionOk="0">
                  <a:moveTo>
                    <a:pt x="1516" y="0"/>
                  </a:moveTo>
                  <a:lnTo>
                    <a:pt x="0" y="152"/>
                  </a:lnTo>
                  <a:lnTo>
                    <a:pt x="1516" y="2274"/>
                  </a:lnTo>
                  <a:lnTo>
                    <a:pt x="1971" y="606"/>
                  </a:lnTo>
                  <a:lnTo>
                    <a:pt x="1516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6" name="Google Shape;83;p7">
              <a:extLst>
                <a:ext uri="{FF2B5EF4-FFF2-40B4-BE49-F238E27FC236}">
                  <a16:creationId xmlns:a16="http://schemas.microsoft.com/office/drawing/2014/main" id="{5EB81C8D-1871-F6D6-F3F1-9305ECBF8F79}"/>
                </a:ext>
              </a:extLst>
            </p:cNvPr>
            <p:cNvSpPr/>
            <p:nvPr/>
          </p:nvSpPr>
          <p:spPr>
            <a:xfrm>
              <a:off x="6555700" y="2262475"/>
              <a:ext cx="37900" cy="34125"/>
            </a:xfrm>
            <a:custGeom>
              <a:avLst/>
              <a:gdLst/>
              <a:ahLst/>
              <a:cxnLst/>
              <a:rect l="l" t="t" r="r" b="b"/>
              <a:pathLst>
                <a:path w="1516" h="1365" extrusionOk="0">
                  <a:moveTo>
                    <a:pt x="1516" y="1"/>
                  </a:moveTo>
                  <a:lnTo>
                    <a:pt x="0" y="304"/>
                  </a:lnTo>
                  <a:lnTo>
                    <a:pt x="910" y="1365"/>
                  </a:lnTo>
                  <a:lnTo>
                    <a:pt x="151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7" name="Google Shape;84;p7">
              <a:extLst>
                <a:ext uri="{FF2B5EF4-FFF2-40B4-BE49-F238E27FC236}">
                  <a16:creationId xmlns:a16="http://schemas.microsoft.com/office/drawing/2014/main" id="{91484578-9495-CEAF-83F3-76C5BD8723A0}"/>
                </a:ext>
              </a:extLst>
            </p:cNvPr>
            <p:cNvSpPr/>
            <p:nvPr/>
          </p:nvSpPr>
          <p:spPr>
            <a:xfrm>
              <a:off x="6370000" y="2675575"/>
              <a:ext cx="117500" cy="144025"/>
            </a:xfrm>
            <a:custGeom>
              <a:avLst/>
              <a:gdLst/>
              <a:ahLst/>
              <a:cxnLst/>
              <a:rect l="l" t="t" r="r" b="b"/>
              <a:pathLst>
                <a:path w="4700" h="5761" extrusionOk="0">
                  <a:moveTo>
                    <a:pt x="303" y="0"/>
                  </a:moveTo>
                  <a:lnTo>
                    <a:pt x="0" y="3032"/>
                  </a:lnTo>
                  <a:lnTo>
                    <a:pt x="1971" y="5457"/>
                  </a:lnTo>
                  <a:lnTo>
                    <a:pt x="4396" y="5761"/>
                  </a:lnTo>
                  <a:lnTo>
                    <a:pt x="4699" y="4851"/>
                  </a:lnTo>
                  <a:lnTo>
                    <a:pt x="2577" y="4548"/>
                  </a:lnTo>
                  <a:lnTo>
                    <a:pt x="1819" y="3638"/>
                  </a:lnTo>
                  <a:lnTo>
                    <a:pt x="2577" y="1819"/>
                  </a:lnTo>
                  <a:lnTo>
                    <a:pt x="1819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8" name="Google Shape;85;p7">
              <a:extLst>
                <a:ext uri="{FF2B5EF4-FFF2-40B4-BE49-F238E27FC236}">
                  <a16:creationId xmlns:a16="http://schemas.microsoft.com/office/drawing/2014/main" id="{1E9609DE-732C-5A69-9ABE-76EF01FA3516}"/>
                </a:ext>
              </a:extLst>
            </p:cNvPr>
            <p:cNvSpPr/>
            <p:nvPr/>
          </p:nvSpPr>
          <p:spPr>
            <a:xfrm>
              <a:off x="6316925" y="2868850"/>
              <a:ext cx="68250" cy="64450"/>
            </a:xfrm>
            <a:custGeom>
              <a:avLst/>
              <a:gdLst/>
              <a:ahLst/>
              <a:cxnLst/>
              <a:rect l="l" t="t" r="r" b="b"/>
              <a:pathLst>
                <a:path w="2730" h="2578" extrusionOk="0">
                  <a:moveTo>
                    <a:pt x="2729" y="0"/>
                  </a:moveTo>
                  <a:lnTo>
                    <a:pt x="1" y="2426"/>
                  </a:lnTo>
                  <a:lnTo>
                    <a:pt x="1062" y="2577"/>
                  </a:lnTo>
                  <a:lnTo>
                    <a:pt x="2729" y="1213"/>
                  </a:lnTo>
                  <a:lnTo>
                    <a:pt x="2729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49" name="Google Shape;86;p7">
              <a:extLst>
                <a:ext uri="{FF2B5EF4-FFF2-40B4-BE49-F238E27FC236}">
                  <a16:creationId xmlns:a16="http://schemas.microsoft.com/office/drawing/2014/main" id="{3D8F226F-68EE-451D-66A7-1D36B95B208D}"/>
                </a:ext>
              </a:extLst>
            </p:cNvPr>
            <p:cNvSpPr/>
            <p:nvPr/>
          </p:nvSpPr>
          <p:spPr>
            <a:xfrm>
              <a:off x="6457150" y="2902950"/>
              <a:ext cx="98575" cy="113725"/>
            </a:xfrm>
            <a:custGeom>
              <a:avLst/>
              <a:gdLst/>
              <a:ahLst/>
              <a:cxnLst/>
              <a:rect l="l" t="t" r="r" b="b"/>
              <a:pathLst>
                <a:path w="3943" h="4549" extrusionOk="0">
                  <a:moveTo>
                    <a:pt x="3033" y="1"/>
                  </a:moveTo>
                  <a:lnTo>
                    <a:pt x="2275" y="1820"/>
                  </a:lnTo>
                  <a:lnTo>
                    <a:pt x="1" y="1820"/>
                  </a:lnTo>
                  <a:lnTo>
                    <a:pt x="1820" y="3184"/>
                  </a:lnTo>
                  <a:lnTo>
                    <a:pt x="1820" y="4548"/>
                  </a:lnTo>
                  <a:lnTo>
                    <a:pt x="3336" y="4094"/>
                  </a:lnTo>
                  <a:lnTo>
                    <a:pt x="2881" y="3336"/>
                  </a:lnTo>
                  <a:lnTo>
                    <a:pt x="3942" y="3032"/>
                  </a:lnTo>
                  <a:lnTo>
                    <a:pt x="303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0" name="Google Shape;87;p7">
              <a:extLst>
                <a:ext uri="{FF2B5EF4-FFF2-40B4-BE49-F238E27FC236}">
                  <a16:creationId xmlns:a16="http://schemas.microsoft.com/office/drawing/2014/main" id="{274DE059-04F9-94D1-9258-DB7CAE7BB896}"/>
                </a:ext>
              </a:extLst>
            </p:cNvPr>
            <p:cNvSpPr/>
            <p:nvPr/>
          </p:nvSpPr>
          <p:spPr>
            <a:xfrm>
              <a:off x="6396525" y="2815775"/>
              <a:ext cx="30325" cy="37925"/>
            </a:xfrm>
            <a:custGeom>
              <a:avLst/>
              <a:gdLst/>
              <a:ahLst/>
              <a:cxnLst/>
              <a:rect l="l" t="t" r="r" b="b"/>
              <a:pathLst>
                <a:path w="1213" h="1517" extrusionOk="0">
                  <a:moveTo>
                    <a:pt x="152" y="1"/>
                  </a:moveTo>
                  <a:lnTo>
                    <a:pt x="0" y="759"/>
                  </a:lnTo>
                  <a:lnTo>
                    <a:pt x="758" y="1517"/>
                  </a:lnTo>
                  <a:lnTo>
                    <a:pt x="1213" y="911"/>
                  </a:lnTo>
                  <a:lnTo>
                    <a:pt x="15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1" name="Google Shape;88;p7">
              <a:extLst>
                <a:ext uri="{FF2B5EF4-FFF2-40B4-BE49-F238E27FC236}">
                  <a16:creationId xmlns:a16="http://schemas.microsoft.com/office/drawing/2014/main" id="{66B2BC4B-A9BD-BF5C-2E33-0CB77D2B389F}"/>
                </a:ext>
              </a:extLst>
            </p:cNvPr>
            <p:cNvSpPr/>
            <p:nvPr/>
          </p:nvSpPr>
          <p:spPr>
            <a:xfrm>
              <a:off x="6426825" y="2853675"/>
              <a:ext cx="34150" cy="34150"/>
            </a:xfrm>
            <a:custGeom>
              <a:avLst/>
              <a:gdLst/>
              <a:ahLst/>
              <a:cxnLst/>
              <a:rect l="l" t="t" r="r" b="b"/>
              <a:pathLst>
                <a:path w="1366" h="1366" extrusionOk="0">
                  <a:moveTo>
                    <a:pt x="456" y="1"/>
                  </a:moveTo>
                  <a:lnTo>
                    <a:pt x="1" y="910"/>
                  </a:lnTo>
                  <a:lnTo>
                    <a:pt x="607" y="1365"/>
                  </a:lnTo>
                  <a:lnTo>
                    <a:pt x="1365" y="153"/>
                  </a:lnTo>
                  <a:lnTo>
                    <a:pt x="45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2" name="Google Shape;89;p7">
              <a:extLst>
                <a:ext uri="{FF2B5EF4-FFF2-40B4-BE49-F238E27FC236}">
                  <a16:creationId xmlns:a16="http://schemas.microsoft.com/office/drawing/2014/main" id="{D66E04B8-BCDD-A126-D1D4-47861F94B5E6}"/>
                </a:ext>
              </a:extLst>
            </p:cNvPr>
            <p:cNvSpPr/>
            <p:nvPr/>
          </p:nvSpPr>
          <p:spPr>
            <a:xfrm>
              <a:off x="6491275" y="2834725"/>
              <a:ext cx="53075" cy="41725"/>
            </a:xfrm>
            <a:custGeom>
              <a:avLst/>
              <a:gdLst/>
              <a:ahLst/>
              <a:cxnLst/>
              <a:rect l="l" t="t" r="r" b="b"/>
              <a:pathLst>
                <a:path w="2123" h="1669" extrusionOk="0">
                  <a:moveTo>
                    <a:pt x="1061" y="1"/>
                  </a:moveTo>
                  <a:lnTo>
                    <a:pt x="0" y="456"/>
                  </a:lnTo>
                  <a:lnTo>
                    <a:pt x="1061" y="1668"/>
                  </a:lnTo>
                  <a:lnTo>
                    <a:pt x="2122" y="1668"/>
                  </a:lnTo>
                  <a:lnTo>
                    <a:pt x="106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3" name="Google Shape;90;p7">
              <a:extLst>
                <a:ext uri="{FF2B5EF4-FFF2-40B4-BE49-F238E27FC236}">
                  <a16:creationId xmlns:a16="http://schemas.microsoft.com/office/drawing/2014/main" id="{548579AD-36A7-A74D-EECD-828DE3B8B551}"/>
                </a:ext>
              </a:extLst>
            </p:cNvPr>
            <p:cNvSpPr/>
            <p:nvPr/>
          </p:nvSpPr>
          <p:spPr>
            <a:xfrm>
              <a:off x="6476100" y="2872625"/>
              <a:ext cx="30350" cy="37925"/>
            </a:xfrm>
            <a:custGeom>
              <a:avLst/>
              <a:gdLst/>
              <a:ahLst/>
              <a:cxnLst/>
              <a:rect l="l" t="t" r="r" b="b"/>
              <a:pathLst>
                <a:path w="1214" h="1517" extrusionOk="0">
                  <a:moveTo>
                    <a:pt x="607" y="1"/>
                  </a:moveTo>
                  <a:lnTo>
                    <a:pt x="1" y="304"/>
                  </a:lnTo>
                  <a:lnTo>
                    <a:pt x="759" y="1517"/>
                  </a:lnTo>
                  <a:lnTo>
                    <a:pt x="1213" y="910"/>
                  </a:lnTo>
                  <a:lnTo>
                    <a:pt x="60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4" name="Google Shape;91;p7">
              <a:extLst>
                <a:ext uri="{FF2B5EF4-FFF2-40B4-BE49-F238E27FC236}">
                  <a16:creationId xmlns:a16="http://schemas.microsoft.com/office/drawing/2014/main" id="{A4DB898A-FE2F-F8BF-D403-7A8FD1531639}"/>
                </a:ext>
              </a:extLst>
            </p:cNvPr>
            <p:cNvSpPr/>
            <p:nvPr/>
          </p:nvSpPr>
          <p:spPr>
            <a:xfrm>
              <a:off x="6449575" y="2895375"/>
              <a:ext cx="26550" cy="34125"/>
            </a:xfrm>
            <a:custGeom>
              <a:avLst/>
              <a:gdLst/>
              <a:ahLst/>
              <a:cxnLst/>
              <a:rect l="l" t="t" r="r" b="b"/>
              <a:pathLst>
                <a:path w="1062" h="1365" extrusionOk="0">
                  <a:moveTo>
                    <a:pt x="455" y="0"/>
                  </a:moveTo>
                  <a:lnTo>
                    <a:pt x="0" y="607"/>
                  </a:lnTo>
                  <a:lnTo>
                    <a:pt x="455" y="1365"/>
                  </a:lnTo>
                  <a:lnTo>
                    <a:pt x="1062" y="758"/>
                  </a:lnTo>
                  <a:lnTo>
                    <a:pt x="455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5" name="Google Shape;92;p7">
              <a:extLst>
                <a:ext uri="{FF2B5EF4-FFF2-40B4-BE49-F238E27FC236}">
                  <a16:creationId xmlns:a16="http://schemas.microsoft.com/office/drawing/2014/main" id="{B2A0DAA6-1577-2BE3-0DF8-93D045B4EEB4}"/>
                </a:ext>
              </a:extLst>
            </p:cNvPr>
            <p:cNvSpPr/>
            <p:nvPr/>
          </p:nvSpPr>
          <p:spPr>
            <a:xfrm>
              <a:off x="6510200" y="3391825"/>
              <a:ext cx="64450" cy="22775"/>
            </a:xfrm>
            <a:custGeom>
              <a:avLst/>
              <a:gdLst/>
              <a:ahLst/>
              <a:cxnLst/>
              <a:rect l="l" t="t" r="r" b="b"/>
              <a:pathLst>
                <a:path w="2578" h="911" extrusionOk="0">
                  <a:moveTo>
                    <a:pt x="1" y="1"/>
                  </a:moveTo>
                  <a:lnTo>
                    <a:pt x="607" y="910"/>
                  </a:lnTo>
                  <a:lnTo>
                    <a:pt x="2578" y="759"/>
                  </a:lnTo>
                  <a:lnTo>
                    <a:pt x="2578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6" name="Google Shape;93;p7">
              <a:extLst>
                <a:ext uri="{FF2B5EF4-FFF2-40B4-BE49-F238E27FC236}">
                  <a16:creationId xmlns:a16="http://schemas.microsoft.com/office/drawing/2014/main" id="{92BA9B90-4EEB-82EF-5478-D967192C2850}"/>
                </a:ext>
              </a:extLst>
            </p:cNvPr>
            <p:cNvSpPr/>
            <p:nvPr/>
          </p:nvSpPr>
          <p:spPr>
            <a:xfrm>
              <a:off x="6138800" y="3043175"/>
              <a:ext cx="216050" cy="212250"/>
            </a:xfrm>
            <a:custGeom>
              <a:avLst/>
              <a:gdLst/>
              <a:ahLst/>
              <a:cxnLst/>
              <a:rect l="l" t="t" r="r" b="b"/>
              <a:pathLst>
                <a:path w="8642" h="8490" extrusionOk="0">
                  <a:moveTo>
                    <a:pt x="8642" y="0"/>
                  </a:moveTo>
                  <a:lnTo>
                    <a:pt x="6974" y="304"/>
                  </a:lnTo>
                  <a:lnTo>
                    <a:pt x="5610" y="2881"/>
                  </a:lnTo>
                  <a:lnTo>
                    <a:pt x="911" y="3790"/>
                  </a:lnTo>
                  <a:lnTo>
                    <a:pt x="1" y="3335"/>
                  </a:lnTo>
                  <a:lnTo>
                    <a:pt x="1" y="5913"/>
                  </a:lnTo>
                  <a:lnTo>
                    <a:pt x="1517" y="8490"/>
                  </a:lnTo>
                  <a:lnTo>
                    <a:pt x="6216" y="8490"/>
                  </a:lnTo>
                  <a:lnTo>
                    <a:pt x="8642" y="5458"/>
                  </a:lnTo>
                  <a:lnTo>
                    <a:pt x="8642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7" name="Google Shape;94;p7">
              <a:extLst>
                <a:ext uri="{FF2B5EF4-FFF2-40B4-BE49-F238E27FC236}">
                  <a16:creationId xmlns:a16="http://schemas.microsoft.com/office/drawing/2014/main" id="{E282D9AA-CB0C-32DA-21FD-8EA928E063C1}"/>
                </a:ext>
              </a:extLst>
            </p:cNvPr>
            <p:cNvSpPr/>
            <p:nvPr/>
          </p:nvSpPr>
          <p:spPr>
            <a:xfrm>
              <a:off x="5790150" y="3016650"/>
              <a:ext cx="261525" cy="310775"/>
            </a:xfrm>
            <a:custGeom>
              <a:avLst/>
              <a:gdLst/>
              <a:ahLst/>
              <a:cxnLst/>
              <a:rect l="l" t="t" r="r" b="b"/>
              <a:pathLst>
                <a:path w="10461" h="12431" extrusionOk="0">
                  <a:moveTo>
                    <a:pt x="1" y="0"/>
                  </a:moveTo>
                  <a:lnTo>
                    <a:pt x="9096" y="12431"/>
                  </a:lnTo>
                  <a:lnTo>
                    <a:pt x="10460" y="11218"/>
                  </a:lnTo>
                  <a:lnTo>
                    <a:pt x="10460" y="9247"/>
                  </a:lnTo>
                  <a:lnTo>
                    <a:pt x="2729" y="1061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8" name="Google Shape;95;p7">
              <a:extLst>
                <a:ext uri="{FF2B5EF4-FFF2-40B4-BE49-F238E27FC236}">
                  <a16:creationId xmlns:a16="http://schemas.microsoft.com/office/drawing/2014/main" id="{E250FF86-1DB0-CE97-A22B-CEA031EA2636}"/>
                </a:ext>
              </a:extLst>
            </p:cNvPr>
            <p:cNvSpPr/>
            <p:nvPr/>
          </p:nvSpPr>
          <p:spPr>
            <a:xfrm>
              <a:off x="6040275" y="3331200"/>
              <a:ext cx="246375" cy="72025"/>
            </a:xfrm>
            <a:custGeom>
              <a:avLst/>
              <a:gdLst/>
              <a:ahLst/>
              <a:cxnLst/>
              <a:rect l="l" t="t" r="r" b="b"/>
              <a:pathLst>
                <a:path w="9855" h="2881" extrusionOk="0">
                  <a:moveTo>
                    <a:pt x="1517" y="0"/>
                  </a:moveTo>
                  <a:lnTo>
                    <a:pt x="1" y="1213"/>
                  </a:lnTo>
                  <a:lnTo>
                    <a:pt x="9854" y="2881"/>
                  </a:lnTo>
                  <a:lnTo>
                    <a:pt x="9702" y="2123"/>
                  </a:lnTo>
                  <a:lnTo>
                    <a:pt x="6064" y="455"/>
                  </a:lnTo>
                  <a:lnTo>
                    <a:pt x="3942" y="910"/>
                  </a:lnTo>
                  <a:lnTo>
                    <a:pt x="1517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9" name="Google Shape;96;p7">
              <a:extLst>
                <a:ext uri="{FF2B5EF4-FFF2-40B4-BE49-F238E27FC236}">
                  <a16:creationId xmlns:a16="http://schemas.microsoft.com/office/drawing/2014/main" id="{3318E139-D269-474B-EA68-B219687976C3}"/>
                </a:ext>
              </a:extLst>
            </p:cNvPr>
            <p:cNvSpPr/>
            <p:nvPr/>
          </p:nvSpPr>
          <p:spPr>
            <a:xfrm>
              <a:off x="6400300" y="3384250"/>
              <a:ext cx="56875" cy="26550"/>
            </a:xfrm>
            <a:custGeom>
              <a:avLst/>
              <a:gdLst/>
              <a:ahLst/>
              <a:cxnLst/>
              <a:rect l="l" t="t" r="r" b="b"/>
              <a:pathLst>
                <a:path w="2275" h="1062" extrusionOk="0">
                  <a:moveTo>
                    <a:pt x="1" y="1"/>
                  </a:moveTo>
                  <a:lnTo>
                    <a:pt x="304" y="1062"/>
                  </a:lnTo>
                  <a:lnTo>
                    <a:pt x="1668" y="1062"/>
                  </a:lnTo>
                  <a:lnTo>
                    <a:pt x="2275" y="455"/>
                  </a:lnTo>
                  <a:lnTo>
                    <a:pt x="151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0" name="Google Shape;97;p7">
              <a:extLst>
                <a:ext uri="{FF2B5EF4-FFF2-40B4-BE49-F238E27FC236}">
                  <a16:creationId xmlns:a16="http://schemas.microsoft.com/office/drawing/2014/main" id="{0C7E0DB3-804D-15AF-A2E8-94389C501DC3}"/>
                </a:ext>
              </a:extLst>
            </p:cNvPr>
            <p:cNvSpPr/>
            <p:nvPr/>
          </p:nvSpPr>
          <p:spPr>
            <a:xfrm>
              <a:off x="6370000" y="3418375"/>
              <a:ext cx="37900" cy="18950"/>
            </a:xfrm>
            <a:custGeom>
              <a:avLst/>
              <a:gdLst/>
              <a:ahLst/>
              <a:cxnLst/>
              <a:rect l="l" t="t" r="r" b="b"/>
              <a:pathLst>
                <a:path w="1516" h="758" extrusionOk="0">
                  <a:moveTo>
                    <a:pt x="1213" y="0"/>
                  </a:moveTo>
                  <a:lnTo>
                    <a:pt x="0" y="303"/>
                  </a:lnTo>
                  <a:lnTo>
                    <a:pt x="455" y="758"/>
                  </a:lnTo>
                  <a:lnTo>
                    <a:pt x="1516" y="758"/>
                  </a:lnTo>
                  <a:lnTo>
                    <a:pt x="121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1" name="Google Shape;98;p7">
              <a:extLst>
                <a:ext uri="{FF2B5EF4-FFF2-40B4-BE49-F238E27FC236}">
                  <a16:creationId xmlns:a16="http://schemas.microsoft.com/office/drawing/2014/main" id="{BE426F65-D155-BA3C-0DC8-2A7DB57392F4}"/>
                </a:ext>
              </a:extLst>
            </p:cNvPr>
            <p:cNvSpPr/>
            <p:nvPr/>
          </p:nvSpPr>
          <p:spPr>
            <a:xfrm>
              <a:off x="6472325" y="3391825"/>
              <a:ext cx="53075" cy="45500"/>
            </a:xfrm>
            <a:custGeom>
              <a:avLst/>
              <a:gdLst/>
              <a:ahLst/>
              <a:cxnLst/>
              <a:rect l="l" t="t" r="r" b="b"/>
              <a:pathLst>
                <a:path w="2123" h="1820" extrusionOk="0">
                  <a:moveTo>
                    <a:pt x="1516" y="1"/>
                  </a:moveTo>
                  <a:lnTo>
                    <a:pt x="0" y="1668"/>
                  </a:lnTo>
                  <a:lnTo>
                    <a:pt x="1213" y="1820"/>
                  </a:lnTo>
                  <a:lnTo>
                    <a:pt x="2122" y="910"/>
                  </a:lnTo>
                  <a:lnTo>
                    <a:pt x="151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2" name="Google Shape;99;p7">
              <a:extLst>
                <a:ext uri="{FF2B5EF4-FFF2-40B4-BE49-F238E27FC236}">
                  <a16:creationId xmlns:a16="http://schemas.microsoft.com/office/drawing/2014/main" id="{99C48599-34A2-C643-66F9-9360B1E2B5EC}"/>
                </a:ext>
              </a:extLst>
            </p:cNvPr>
            <p:cNvSpPr/>
            <p:nvPr/>
          </p:nvSpPr>
          <p:spPr>
            <a:xfrm>
              <a:off x="6370000" y="3126550"/>
              <a:ext cx="162975" cy="193300"/>
            </a:xfrm>
            <a:custGeom>
              <a:avLst/>
              <a:gdLst/>
              <a:ahLst/>
              <a:cxnLst/>
              <a:rect l="l" t="t" r="r" b="b"/>
              <a:pathLst>
                <a:path w="6519" h="7732" extrusionOk="0">
                  <a:moveTo>
                    <a:pt x="2426" y="0"/>
                  </a:moveTo>
                  <a:lnTo>
                    <a:pt x="758" y="1365"/>
                  </a:lnTo>
                  <a:lnTo>
                    <a:pt x="910" y="3639"/>
                  </a:lnTo>
                  <a:lnTo>
                    <a:pt x="0" y="4851"/>
                  </a:lnTo>
                  <a:lnTo>
                    <a:pt x="606" y="7732"/>
                  </a:lnTo>
                  <a:lnTo>
                    <a:pt x="1668" y="7277"/>
                  </a:lnTo>
                  <a:lnTo>
                    <a:pt x="1364" y="5306"/>
                  </a:lnTo>
                  <a:lnTo>
                    <a:pt x="1971" y="4548"/>
                  </a:lnTo>
                  <a:lnTo>
                    <a:pt x="2577" y="6064"/>
                  </a:lnTo>
                  <a:lnTo>
                    <a:pt x="3941" y="6519"/>
                  </a:lnTo>
                  <a:lnTo>
                    <a:pt x="3941" y="5458"/>
                  </a:lnTo>
                  <a:lnTo>
                    <a:pt x="3183" y="3790"/>
                  </a:lnTo>
                  <a:lnTo>
                    <a:pt x="4548" y="2578"/>
                  </a:lnTo>
                  <a:lnTo>
                    <a:pt x="4548" y="2578"/>
                  </a:lnTo>
                  <a:lnTo>
                    <a:pt x="2274" y="2729"/>
                  </a:lnTo>
                  <a:lnTo>
                    <a:pt x="1819" y="1971"/>
                  </a:lnTo>
                  <a:lnTo>
                    <a:pt x="2729" y="1062"/>
                  </a:lnTo>
                  <a:lnTo>
                    <a:pt x="4396" y="1668"/>
                  </a:lnTo>
                  <a:lnTo>
                    <a:pt x="5306" y="1516"/>
                  </a:lnTo>
                  <a:lnTo>
                    <a:pt x="6519" y="152"/>
                  </a:lnTo>
                  <a:lnTo>
                    <a:pt x="5457" y="0"/>
                  </a:lnTo>
                  <a:lnTo>
                    <a:pt x="4699" y="455"/>
                  </a:lnTo>
                  <a:lnTo>
                    <a:pt x="2426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3" name="Google Shape;100;p7">
              <a:extLst>
                <a:ext uri="{FF2B5EF4-FFF2-40B4-BE49-F238E27FC236}">
                  <a16:creationId xmlns:a16="http://schemas.microsoft.com/office/drawing/2014/main" id="{EAE4D2CE-F659-51C6-52CF-1AEA4D78A972}"/>
                </a:ext>
              </a:extLst>
            </p:cNvPr>
            <p:cNvSpPr/>
            <p:nvPr/>
          </p:nvSpPr>
          <p:spPr>
            <a:xfrm>
              <a:off x="6589800" y="3240250"/>
              <a:ext cx="60650" cy="22750"/>
            </a:xfrm>
            <a:custGeom>
              <a:avLst/>
              <a:gdLst/>
              <a:ahLst/>
              <a:cxnLst/>
              <a:rect l="l" t="t" r="r" b="b"/>
              <a:pathLst>
                <a:path w="2426" h="910" extrusionOk="0">
                  <a:moveTo>
                    <a:pt x="152" y="0"/>
                  </a:moveTo>
                  <a:lnTo>
                    <a:pt x="0" y="910"/>
                  </a:lnTo>
                  <a:lnTo>
                    <a:pt x="0" y="910"/>
                  </a:lnTo>
                  <a:lnTo>
                    <a:pt x="2426" y="607"/>
                  </a:lnTo>
                  <a:lnTo>
                    <a:pt x="2426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4" name="Google Shape;101;p7">
              <a:extLst>
                <a:ext uri="{FF2B5EF4-FFF2-40B4-BE49-F238E27FC236}">
                  <a16:creationId xmlns:a16="http://schemas.microsoft.com/office/drawing/2014/main" id="{2F773E3F-BCDB-843F-FA89-295E3DC228D1}"/>
                </a:ext>
              </a:extLst>
            </p:cNvPr>
            <p:cNvSpPr/>
            <p:nvPr/>
          </p:nvSpPr>
          <p:spPr>
            <a:xfrm>
              <a:off x="6582225" y="3092450"/>
              <a:ext cx="37925" cy="79600"/>
            </a:xfrm>
            <a:custGeom>
              <a:avLst/>
              <a:gdLst/>
              <a:ahLst/>
              <a:cxnLst/>
              <a:rect l="l" t="t" r="r" b="b"/>
              <a:pathLst>
                <a:path w="1517" h="3184" extrusionOk="0">
                  <a:moveTo>
                    <a:pt x="1061" y="0"/>
                  </a:moveTo>
                  <a:lnTo>
                    <a:pt x="303" y="758"/>
                  </a:lnTo>
                  <a:lnTo>
                    <a:pt x="0" y="2880"/>
                  </a:lnTo>
                  <a:lnTo>
                    <a:pt x="1061" y="3184"/>
                  </a:lnTo>
                  <a:lnTo>
                    <a:pt x="910" y="1364"/>
                  </a:lnTo>
                  <a:lnTo>
                    <a:pt x="1516" y="455"/>
                  </a:lnTo>
                  <a:lnTo>
                    <a:pt x="106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5" name="Google Shape;102;p7">
              <a:extLst>
                <a:ext uri="{FF2B5EF4-FFF2-40B4-BE49-F238E27FC236}">
                  <a16:creationId xmlns:a16="http://schemas.microsoft.com/office/drawing/2014/main" id="{C3822603-8827-9D5D-FAEC-9F0EEE0AD816}"/>
                </a:ext>
              </a:extLst>
            </p:cNvPr>
            <p:cNvSpPr/>
            <p:nvPr/>
          </p:nvSpPr>
          <p:spPr>
            <a:xfrm>
              <a:off x="6676950" y="3183400"/>
              <a:ext cx="75825" cy="45500"/>
            </a:xfrm>
            <a:custGeom>
              <a:avLst/>
              <a:gdLst/>
              <a:ahLst/>
              <a:cxnLst/>
              <a:rect l="l" t="t" r="r" b="b"/>
              <a:pathLst>
                <a:path w="3033" h="1820" extrusionOk="0">
                  <a:moveTo>
                    <a:pt x="2730" y="0"/>
                  </a:moveTo>
                  <a:lnTo>
                    <a:pt x="1" y="455"/>
                  </a:lnTo>
                  <a:lnTo>
                    <a:pt x="3033" y="1819"/>
                  </a:lnTo>
                  <a:lnTo>
                    <a:pt x="273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6" name="Google Shape;103;p7">
              <a:extLst>
                <a:ext uri="{FF2B5EF4-FFF2-40B4-BE49-F238E27FC236}">
                  <a16:creationId xmlns:a16="http://schemas.microsoft.com/office/drawing/2014/main" id="{7FEE734A-AC6A-8CE0-9B45-D3769AAA0B75}"/>
                </a:ext>
              </a:extLst>
            </p:cNvPr>
            <p:cNvSpPr/>
            <p:nvPr/>
          </p:nvSpPr>
          <p:spPr>
            <a:xfrm>
              <a:off x="6711075" y="3206125"/>
              <a:ext cx="204675" cy="200900"/>
            </a:xfrm>
            <a:custGeom>
              <a:avLst/>
              <a:gdLst/>
              <a:ahLst/>
              <a:cxnLst/>
              <a:rect l="l" t="t" r="r" b="b"/>
              <a:pathLst>
                <a:path w="8187" h="8036" extrusionOk="0">
                  <a:moveTo>
                    <a:pt x="5458" y="1"/>
                  </a:moveTo>
                  <a:lnTo>
                    <a:pt x="2881" y="2123"/>
                  </a:lnTo>
                  <a:lnTo>
                    <a:pt x="304" y="1062"/>
                  </a:lnTo>
                  <a:lnTo>
                    <a:pt x="0" y="2578"/>
                  </a:lnTo>
                  <a:lnTo>
                    <a:pt x="1516" y="2426"/>
                  </a:lnTo>
                  <a:lnTo>
                    <a:pt x="5458" y="4094"/>
                  </a:lnTo>
                  <a:lnTo>
                    <a:pt x="6064" y="6065"/>
                  </a:lnTo>
                  <a:lnTo>
                    <a:pt x="4851" y="6823"/>
                  </a:lnTo>
                  <a:lnTo>
                    <a:pt x="8186" y="8035"/>
                  </a:lnTo>
                  <a:lnTo>
                    <a:pt x="8186" y="1517"/>
                  </a:lnTo>
                  <a:lnTo>
                    <a:pt x="5458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7" name="Google Shape;104;p7">
              <a:extLst>
                <a:ext uri="{FF2B5EF4-FFF2-40B4-BE49-F238E27FC236}">
                  <a16:creationId xmlns:a16="http://schemas.microsoft.com/office/drawing/2014/main" id="{F2553FCF-821E-E40B-8D21-56A41B984522}"/>
                </a:ext>
              </a:extLst>
            </p:cNvPr>
            <p:cNvSpPr/>
            <p:nvPr/>
          </p:nvSpPr>
          <p:spPr>
            <a:xfrm>
              <a:off x="6366200" y="2133625"/>
              <a:ext cx="94775" cy="113725"/>
            </a:xfrm>
            <a:custGeom>
              <a:avLst/>
              <a:gdLst/>
              <a:ahLst/>
              <a:cxnLst/>
              <a:rect l="l" t="t" r="r" b="b"/>
              <a:pathLst>
                <a:path w="3791" h="4549" extrusionOk="0">
                  <a:moveTo>
                    <a:pt x="1213" y="1"/>
                  </a:moveTo>
                  <a:lnTo>
                    <a:pt x="0" y="1062"/>
                  </a:lnTo>
                  <a:lnTo>
                    <a:pt x="1516" y="4548"/>
                  </a:lnTo>
                  <a:lnTo>
                    <a:pt x="3487" y="4397"/>
                  </a:lnTo>
                  <a:lnTo>
                    <a:pt x="3790" y="2274"/>
                  </a:lnTo>
                  <a:lnTo>
                    <a:pt x="121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8" name="Google Shape;105;p7">
              <a:extLst>
                <a:ext uri="{FF2B5EF4-FFF2-40B4-BE49-F238E27FC236}">
                  <a16:creationId xmlns:a16="http://schemas.microsoft.com/office/drawing/2014/main" id="{CE7683F1-1C8A-2CDD-97F8-31CDEAE4D2D8}"/>
                </a:ext>
              </a:extLst>
            </p:cNvPr>
            <p:cNvSpPr/>
            <p:nvPr/>
          </p:nvSpPr>
          <p:spPr>
            <a:xfrm>
              <a:off x="6301775" y="2031300"/>
              <a:ext cx="102350" cy="128875"/>
            </a:xfrm>
            <a:custGeom>
              <a:avLst/>
              <a:gdLst/>
              <a:ahLst/>
              <a:cxnLst/>
              <a:rect l="l" t="t" r="r" b="b"/>
              <a:pathLst>
                <a:path w="4094" h="5155" extrusionOk="0">
                  <a:moveTo>
                    <a:pt x="3790" y="1"/>
                  </a:moveTo>
                  <a:lnTo>
                    <a:pt x="0" y="2729"/>
                  </a:lnTo>
                  <a:lnTo>
                    <a:pt x="1062" y="4852"/>
                  </a:lnTo>
                  <a:lnTo>
                    <a:pt x="2577" y="5155"/>
                  </a:lnTo>
                  <a:lnTo>
                    <a:pt x="3790" y="4094"/>
                  </a:lnTo>
                  <a:lnTo>
                    <a:pt x="2577" y="3184"/>
                  </a:lnTo>
                  <a:lnTo>
                    <a:pt x="4093" y="3032"/>
                  </a:lnTo>
                  <a:lnTo>
                    <a:pt x="3790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9" name="Google Shape;106;p7">
              <a:extLst>
                <a:ext uri="{FF2B5EF4-FFF2-40B4-BE49-F238E27FC236}">
                  <a16:creationId xmlns:a16="http://schemas.microsoft.com/office/drawing/2014/main" id="{0923BBAE-DFFC-87B7-6451-3515B0F14A45}"/>
                </a:ext>
              </a:extLst>
            </p:cNvPr>
            <p:cNvSpPr/>
            <p:nvPr/>
          </p:nvSpPr>
          <p:spPr>
            <a:xfrm>
              <a:off x="6138800" y="2993900"/>
              <a:ext cx="216050" cy="144050"/>
            </a:xfrm>
            <a:custGeom>
              <a:avLst/>
              <a:gdLst/>
              <a:ahLst/>
              <a:cxnLst/>
              <a:rect l="l" t="t" r="r" b="b"/>
              <a:pathLst>
                <a:path w="8642" h="5762" extrusionOk="0">
                  <a:moveTo>
                    <a:pt x="8642" y="1"/>
                  </a:moveTo>
                  <a:lnTo>
                    <a:pt x="6823" y="152"/>
                  </a:lnTo>
                  <a:lnTo>
                    <a:pt x="4852" y="3033"/>
                  </a:lnTo>
                  <a:lnTo>
                    <a:pt x="1" y="5306"/>
                  </a:lnTo>
                  <a:lnTo>
                    <a:pt x="911" y="5761"/>
                  </a:lnTo>
                  <a:lnTo>
                    <a:pt x="5610" y="4852"/>
                  </a:lnTo>
                  <a:lnTo>
                    <a:pt x="6974" y="2275"/>
                  </a:lnTo>
                  <a:lnTo>
                    <a:pt x="8642" y="1971"/>
                  </a:lnTo>
                  <a:lnTo>
                    <a:pt x="864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0" name="Google Shape;107;p7">
              <a:extLst>
                <a:ext uri="{FF2B5EF4-FFF2-40B4-BE49-F238E27FC236}">
                  <a16:creationId xmlns:a16="http://schemas.microsoft.com/office/drawing/2014/main" id="{EA2D285D-AE4E-E366-41A3-D4A5084BB129}"/>
                </a:ext>
              </a:extLst>
            </p:cNvPr>
            <p:cNvSpPr/>
            <p:nvPr/>
          </p:nvSpPr>
          <p:spPr>
            <a:xfrm>
              <a:off x="5911425" y="2993900"/>
              <a:ext cx="113725" cy="147825"/>
            </a:xfrm>
            <a:custGeom>
              <a:avLst/>
              <a:gdLst/>
              <a:ahLst/>
              <a:cxnLst/>
              <a:rect l="l" t="t" r="r" b="b"/>
              <a:pathLst>
                <a:path w="4549" h="5913" extrusionOk="0">
                  <a:moveTo>
                    <a:pt x="1365" y="1"/>
                  </a:moveTo>
                  <a:lnTo>
                    <a:pt x="1" y="152"/>
                  </a:lnTo>
                  <a:lnTo>
                    <a:pt x="910" y="2881"/>
                  </a:lnTo>
                  <a:lnTo>
                    <a:pt x="4245" y="5913"/>
                  </a:lnTo>
                  <a:lnTo>
                    <a:pt x="4548" y="4852"/>
                  </a:lnTo>
                  <a:lnTo>
                    <a:pt x="1365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1" name="Google Shape;108;p7">
              <a:extLst>
                <a:ext uri="{FF2B5EF4-FFF2-40B4-BE49-F238E27FC236}">
                  <a16:creationId xmlns:a16="http://schemas.microsoft.com/office/drawing/2014/main" id="{6EDF973C-7769-3AE4-0520-101E2C1D400A}"/>
                </a:ext>
              </a:extLst>
            </p:cNvPr>
            <p:cNvSpPr/>
            <p:nvPr/>
          </p:nvSpPr>
          <p:spPr>
            <a:xfrm>
              <a:off x="6915725" y="3244025"/>
              <a:ext cx="231200" cy="208475"/>
            </a:xfrm>
            <a:custGeom>
              <a:avLst/>
              <a:gdLst/>
              <a:ahLst/>
              <a:cxnLst/>
              <a:rect l="l" t="t" r="r" b="b"/>
              <a:pathLst>
                <a:path w="9248" h="8339" extrusionOk="0">
                  <a:moveTo>
                    <a:pt x="0" y="1"/>
                  </a:moveTo>
                  <a:lnTo>
                    <a:pt x="0" y="6519"/>
                  </a:lnTo>
                  <a:lnTo>
                    <a:pt x="1213" y="6974"/>
                  </a:lnTo>
                  <a:lnTo>
                    <a:pt x="3487" y="4852"/>
                  </a:lnTo>
                  <a:lnTo>
                    <a:pt x="6519" y="7732"/>
                  </a:lnTo>
                  <a:lnTo>
                    <a:pt x="9247" y="8338"/>
                  </a:lnTo>
                  <a:lnTo>
                    <a:pt x="5761" y="4852"/>
                  </a:lnTo>
                  <a:lnTo>
                    <a:pt x="5912" y="3033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2" name="Google Shape;109;p7">
              <a:extLst>
                <a:ext uri="{FF2B5EF4-FFF2-40B4-BE49-F238E27FC236}">
                  <a16:creationId xmlns:a16="http://schemas.microsoft.com/office/drawing/2014/main" id="{BC0567D7-B363-4C1D-A0CF-F5AB5D992B2E}"/>
                </a:ext>
              </a:extLst>
            </p:cNvPr>
            <p:cNvSpPr/>
            <p:nvPr/>
          </p:nvSpPr>
          <p:spPr>
            <a:xfrm>
              <a:off x="7101425" y="3285725"/>
              <a:ext cx="83400" cy="60650"/>
            </a:xfrm>
            <a:custGeom>
              <a:avLst/>
              <a:gdLst/>
              <a:ahLst/>
              <a:cxnLst/>
              <a:rect l="l" t="t" r="r" b="b"/>
              <a:pathLst>
                <a:path w="3336" h="2426" extrusionOk="0">
                  <a:moveTo>
                    <a:pt x="3335" y="0"/>
                  </a:moveTo>
                  <a:lnTo>
                    <a:pt x="0" y="1819"/>
                  </a:lnTo>
                  <a:lnTo>
                    <a:pt x="1213" y="2426"/>
                  </a:lnTo>
                  <a:lnTo>
                    <a:pt x="3335" y="1365"/>
                  </a:lnTo>
                  <a:lnTo>
                    <a:pt x="3335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3" name="Google Shape;110;p7">
              <a:extLst>
                <a:ext uri="{FF2B5EF4-FFF2-40B4-BE49-F238E27FC236}">
                  <a16:creationId xmlns:a16="http://schemas.microsoft.com/office/drawing/2014/main" id="{26DC2D01-B141-D1F7-3E6E-DF4E5288C42A}"/>
                </a:ext>
              </a:extLst>
            </p:cNvPr>
            <p:cNvSpPr/>
            <p:nvPr/>
          </p:nvSpPr>
          <p:spPr>
            <a:xfrm>
              <a:off x="7146900" y="3240250"/>
              <a:ext cx="83400" cy="45500"/>
            </a:xfrm>
            <a:custGeom>
              <a:avLst/>
              <a:gdLst/>
              <a:ahLst/>
              <a:cxnLst/>
              <a:rect l="l" t="t" r="r" b="b"/>
              <a:pathLst>
                <a:path w="3336" h="1820" extrusionOk="0">
                  <a:moveTo>
                    <a:pt x="910" y="0"/>
                  </a:moveTo>
                  <a:lnTo>
                    <a:pt x="0" y="152"/>
                  </a:lnTo>
                  <a:lnTo>
                    <a:pt x="2426" y="1819"/>
                  </a:lnTo>
                  <a:lnTo>
                    <a:pt x="3335" y="1516"/>
                  </a:lnTo>
                  <a:lnTo>
                    <a:pt x="91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4" name="Google Shape;111;p7">
              <a:extLst>
                <a:ext uri="{FF2B5EF4-FFF2-40B4-BE49-F238E27FC236}">
                  <a16:creationId xmlns:a16="http://schemas.microsoft.com/office/drawing/2014/main" id="{AB315000-527D-41FC-94B4-B6B9A1297DA1}"/>
                </a:ext>
              </a:extLst>
            </p:cNvPr>
            <p:cNvSpPr/>
            <p:nvPr/>
          </p:nvSpPr>
          <p:spPr>
            <a:xfrm>
              <a:off x="5706775" y="2421650"/>
              <a:ext cx="178150" cy="485125"/>
            </a:xfrm>
            <a:custGeom>
              <a:avLst/>
              <a:gdLst/>
              <a:ahLst/>
              <a:cxnLst/>
              <a:rect l="l" t="t" r="r" b="b"/>
              <a:pathLst>
                <a:path w="7126" h="19405" extrusionOk="0">
                  <a:moveTo>
                    <a:pt x="2881" y="1"/>
                  </a:moveTo>
                  <a:lnTo>
                    <a:pt x="910" y="1516"/>
                  </a:lnTo>
                  <a:lnTo>
                    <a:pt x="1" y="8186"/>
                  </a:lnTo>
                  <a:lnTo>
                    <a:pt x="1516" y="9399"/>
                  </a:lnTo>
                  <a:lnTo>
                    <a:pt x="1971" y="12431"/>
                  </a:lnTo>
                  <a:lnTo>
                    <a:pt x="3184" y="12734"/>
                  </a:lnTo>
                  <a:lnTo>
                    <a:pt x="3942" y="11825"/>
                  </a:lnTo>
                  <a:lnTo>
                    <a:pt x="5306" y="13341"/>
                  </a:lnTo>
                  <a:lnTo>
                    <a:pt x="6064" y="16372"/>
                  </a:lnTo>
                  <a:lnTo>
                    <a:pt x="5913" y="19404"/>
                  </a:lnTo>
                  <a:lnTo>
                    <a:pt x="7125" y="16979"/>
                  </a:lnTo>
                  <a:lnTo>
                    <a:pt x="5003" y="8944"/>
                  </a:lnTo>
                  <a:lnTo>
                    <a:pt x="6367" y="7883"/>
                  </a:lnTo>
                  <a:lnTo>
                    <a:pt x="6367" y="6822"/>
                  </a:lnTo>
                  <a:lnTo>
                    <a:pt x="3790" y="2426"/>
                  </a:lnTo>
                  <a:lnTo>
                    <a:pt x="4548" y="607"/>
                  </a:lnTo>
                  <a:lnTo>
                    <a:pt x="288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5" name="Google Shape;112;p7">
              <a:extLst>
                <a:ext uri="{FF2B5EF4-FFF2-40B4-BE49-F238E27FC236}">
                  <a16:creationId xmlns:a16="http://schemas.microsoft.com/office/drawing/2014/main" id="{003ED3A7-3495-9820-A18C-6083C6C86382}"/>
                </a:ext>
              </a:extLst>
            </p:cNvPr>
            <p:cNvSpPr/>
            <p:nvPr/>
          </p:nvSpPr>
          <p:spPr>
            <a:xfrm>
              <a:off x="5865950" y="2577025"/>
              <a:ext cx="208450" cy="212250"/>
            </a:xfrm>
            <a:custGeom>
              <a:avLst/>
              <a:gdLst/>
              <a:ahLst/>
              <a:cxnLst/>
              <a:rect l="l" t="t" r="r" b="b"/>
              <a:pathLst>
                <a:path w="8338" h="8490" extrusionOk="0">
                  <a:moveTo>
                    <a:pt x="1365" y="1"/>
                  </a:moveTo>
                  <a:lnTo>
                    <a:pt x="0" y="607"/>
                  </a:lnTo>
                  <a:lnTo>
                    <a:pt x="0" y="1668"/>
                  </a:lnTo>
                  <a:lnTo>
                    <a:pt x="1365" y="2426"/>
                  </a:lnTo>
                  <a:lnTo>
                    <a:pt x="1365" y="4397"/>
                  </a:lnTo>
                  <a:lnTo>
                    <a:pt x="4548" y="4397"/>
                  </a:lnTo>
                  <a:lnTo>
                    <a:pt x="6216" y="6822"/>
                  </a:lnTo>
                  <a:lnTo>
                    <a:pt x="4548" y="8490"/>
                  </a:lnTo>
                  <a:lnTo>
                    <a:pt x="8338" y="8490"/>
                  </a:lnTo>
                  <a:lnTo>
                    <a:pt x="8338" y="7580"/>
                  </a:lnTo>
                  <a:lnTo>
                    <a:pt x="4700" y="3639"/>
                  </a:lnTo>
                  <a:lnTo>
                    <a:pt x="3942" y="1213"/>
                  </a:lnTo>
                  <a:lnTo>
                    <a:pt x="1365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6" name="Google Shape;113;p7">
              <a:extLst>
                <a:ext uri="{FF2B5EF4-FFF2-40B4-BE49-F238E27FC236}">
                  <a16:creationId xmlns:a16="http://schemas.microsoft.com/office/drawing/2014/main" id="{104C0318-3EED-9FD6-F74A-28BC1D0F6893}"/>
                </a:ext>
              </a:extLst>
            </p:cNvPr>
            <p:cNvSpPr/>
            <p:nvPr/>
          </p:nvSpPr>
          <p:spPr>
            <a:xfrm>
              <a:off x="5831850" y="2618725"/>
              <a:ext cx="189500" cy="379000"/>
            </a:xfrm>
            <a:custGeom>
              <a:avLst/>
              <a:gdLst/>
              <a:ahLst/>
              <a:cxnLst/>
              <a:rect l="l" t="t" r="r" b="b"/>
              <a:pathLst>
                <a:path w="7580" h="15160" extrusionOk="0">
                  <a:moveTo>
                    <a:pt x="1364" y="0"/>
                  </a:moveTo>
                  <a:lnTo>
                    <a:pt x="0" y="1061"/>
                  </a:lnTo>
                  <a:lnTo>
                    <a:pt x="2122" y="9096"/>
                  </a:lnTo>
                  <a:lnTo>
                    <a:pt x="910" y="11521"/>
                  </a:lnTo>
                  <a:lnTo>
                    <a:pt x="910" y="12734"/>
                  </a:lnTo>
                  <a:lnTo>
                    <a:pt x="3032" y="14553"/>
                  </a:lnTo>
                  <a:lnTo>
                    <a:pt x="3184" y="15159"/>
                  </a:lnTo>
                  <a:lnTo>
                    <a:pt x="4548" y="15008"/>
                  </a:lnTo>
                  <a:lnTo>
                    <a:pt x="2426" y="11976"/>
                  </a:lnTo>
                  <a:lnTo>
                    <a:pt x="2880" y="7125"/>
                  </a:lnTo>
                  <a:lnTo>
                    <a:pt x="5306" y="9551"/>
                  </a:lnTo>
                  <a:lnTo>
                    <a:pt x="5306" y="7580"/>
                  </a:lnTo>
                  <a:lnTo>
                    <a:pt x="7580" y="5154"/>
                  </a:lnTo>
                  <a:lnTo>
                    <a:pt x="5912" y="2729"/>
                  </a:lnTo>
                  <a:lnTo>
                    <a:pt x="2729" y="2729"/>
                  </a:lnTo>
                  <a:lnTo>
                    <a:pt x="2729" y="758"/>
                  </a:lnTo>
                  <a:lnTo>
                    <a:pt x="136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7" name="Google Shape;114;p7">
              <a:extLst>
                <a:ext uri="{FF2B5EF4-FFF2-40B4-BE49-F238E27FC236}">
                  <a16:creationId xmlns:a16="http://schemas.microsoft.com/office/drawing/2014/main" id="{3383D614-02C9-AC93-76E5-1F46C53A46D7}"/>
                </a:ext>
              </a:extLst>
            </p:cNvPr>
            <p:cNvSpPr/>
            <p:nvPr/>
          </p:nvSpPr>
          <p:spPr>
            <a:xfrm>
              <a:off x="5964475" y="2789250"/>
              <a:ext cx="109925" cy="94775"/>
            </a:xfrm>
            <a:custGeom>
              <a:avLst/>
              <a:gdLst/>
              <a:ahLst/>
              <a:cxnLst/>
              <a:rect l="l" t="t" r="r" b="b"/>
              <a:pathLst>
                <a:path w="4397" h="3791" extrusionOk="0">
                  <a:moveTo>
                    <a:pt x="607" y="1"/>
                  </a:moveTo>
                  <a:lnTo>
                    <a:pt x="1" y="759"/>
                  </a:lnTo>
                  <a:lnTo>
                    <a:pt x="1" y="2730"/>
                  </a:lnTo>
                  <a:lnTo>
                    <a:pt x="1062" y="3791"/>
                  </a:lnTo>
                  <a:lnTo>
                    <a:pt x="2426" y="3639"/>
                  </a:lnTo>
                  <a:lnTo>
                    <a:pt x="4397" y="2275"/>
                  </a:lnTo>
                  <a:lnTo>
                    <a:pt x="439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8" name="Google Shape;115;p7">
              <a:extLst>
                <a:ext uri="{FF2B5EF4-FFF2-40B4-BE49-F238E27FC236}">
                  <a16:creationId xmlns:a16="http://schemas.microsoft.com/office/drawing/2014/main" id="{8B305515-02AF-DD8C-8CF1-EBE3866FAB73}"/>
                </a:ext>
              </a:extLst>
            </p:cNvPr>
            <p:cNvSpPr/>
            <p:nvPr/>
          </p:nvSpPr>
          <p:spPr>
            <a:xfrm>
              <a:off x="5900050" y="2535350"/>
              <a:ext cx="219850" cy="397950"/>
            </a:xfrm>
            <a:custGeom>
              <a:avLst/>
              <a:gdLst/>
              <a:ahLst/>
              <a:cxnLst/>
              <a:rect l="l" t="t" r="r" b="b"/>
              <a:pathLst>
                <a:path w="8794" h="15918" extrusionOk="0">
                  <a:moveTo>
                    <a:pt x="3336" y="0"/>
                  </a:moveTo>
                  <a:lnTo>
                    <a:pt x="1" y="1668"/>
                  </a:lnTo>
                  <a:lnTo>
                    <a:pt x="2578" y="2880"/>
                  </a:lnTo>
                  <a:lnTo>
                    <a:pt x="3336" y="5306"/>
                  </a:lnTo>
                  <a:lnTo>
                    <a:pt x="6974" y="9247"/>
                  </a:lnTo>
                  <a:lnTo>
                    <a:pt x="6974" y="12431"/>
                  </a:lnTo>
                  <a:lnTo>
                    <a:pt x="5003" y="13795"/>
                  </a:lnTo>
                  <a:lnTo>
                    <a:pt x="5003" y="15917"/>
                  </a:lnTo>
                  <a:lnTo>
                    <a:pt x="8793" y="13492"/>
                  </a:lnTo>
                  <a:lnTo>
                    <a:pt x="8641" y="9702"/>
                  </a:lnTo>
                  <a:lnTo>
                    <a:pt x="4700" y="5609"/>
                  </a:lnTo>
                  <a:lnTo>
                    <a:pt x="5003" y="3335"/>
                  </a:lnTo>
                  <a:lnTo>
                    <a:pt x="6368" y="2577"/>
                  </a:lnTo>
                  <a:lnTo>
                    <a:pt x="3336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9" name="Google Shape;116;p7">
              <a:extLst>
                <a:ext uri="{FF2B5EF4-FFF2-40B4-BE49-F238E27FC236}">
                  <a16:creationId xmlns:a16="http://schemas.microsoft.com/office/drawing/2014/main" id="{333C469B-B1C3-FD8E-EF6E-FF51E5334CAA}"/>
                </a:ext>
              </a:extLst>
            </p:cNvPr>
            <p:cNvSpPr/>
            <p:nvPr/>
          </p:nvSpPr>
          <p:spPr>
            <a:xfrm>
              <a:off x="5574125" y="2470925"/>
              <a:ext cx="136475" cy="155400"/>
            </a:xfrm>
            <a:custGeom>
              <a:avLst/>
              <a:gdLst/>
              <a:ahLst/>
              <a:cxnLst/>
              <a:rect l="l" t="t" r="r" b="b"/>
              <a:pathLst>
                <a:path w="5459" h="6216" extrusionOk="0">
                  <a:moveTo>
                    <a:pt x="759" y="0"/>
                  </a:moveTo>
                  <a:lnTo>
                    <a:pt x="1" y="303"/>
                  </a:lnTo>
                  <a:lnTo>
                    <a:pt x="1062" y="4093"/>
                  </a:lnTo>
                  <a:lnTo>
                    <a:pt x="1820" y="3335"/>
                  </a:lnTo>
                  <a:lnTo>
                    <a:pt x="5307" y="6215"/>
                  </a:lnTo>
                  <a:lnTo>
                    <a:pt x="5458" y="4700"/>
                  </a:lnTo>
                  <a:lnTo>
                    <a:pt x="3639" y="3032"/>
                  </a:lnTo>
                  <a:lnTo>
                    <a:pt x="3336" y="1061"/>
                  </a:lnTo>
                  <a:lnTo>
                    <a:pt x="1972" y="1516"/>
                  </a:lnTo>
                  <a:lnTo>
                    <a:pt x="759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0" name="Google Shape;117;p7">
              <a:extLst>
                <a:ext uri="{FF2B5EF4-FFF2-40B4-BE49-F238E27FC236}">
                  <a16:creationId xmlns:a16="http://schemas.microsoft.com/office/drawing/2014/main" id="{BCE3B361-E142-2624-99BE-0C57A67527DB}"/>
                </a:ext>
              </a:extLst>
            </p:cNvPr>
            <p:cNvSpPr/>
            <p:nvPr/>
          </p:nvSpPr>
          <p:spPr>
            <a:xfrm>
              <a:off x="5096625" y="2213200"/>
              <a:ext cx="682175" cy="720100"/>
            </a:xfrm>
            <a:custGeom>
              <a:avLst/>
              <a:gdLst/>
              <a:ahLst/>
              <a:cxnLst/>
              <a:rect l="l" t="t" r="r" b="b"/>
              <a:pathLst>
                <a:path w="27287" h="28804" extrusionOk="0">
                  <a:moveTo>
                    <a:pt x="5761" y="1"/>
                  </a:moveTo>
                  <a:lnTo>
                    <a:pt x="3790" y="1517"/>
                  </a:lnTo>
                  <a:lnTo>
                    <a:pt x="3639" y="2730"/>
                  </a:lnTo>
                  <a:lnTo>
                    <a:pt x="4851" y="3488"/>
                  </a:lnTo>
                  <a:lnTo>
                    <a:pt x="5458" y="5913"/>
                  </a:lnTo>
                  <a:lnTo>
                    <a:pt x="2729" y="8339"/>
                  </a:lnTo>
                  <a:lnTo>
                    <a:pt x="1061" y="8339"/>
                  </a:lnTo>
                  <a:lnTo>
                    <a:pt x="1061" y="10158"/>
                  </a:lnTo>
                  <a:lnTo>
                    <a:pt x="2426" y="10612"/>
                  </a:lnTo>
                  <a:lnTo>
                    <a:pt x="2426" y="12280"/>
                  </a:lnTo>
                  <a:lnTo>
                    <a:pt x="0" y="12886"/>
                  </a:lnTo>
                  <a:lnTo>
                    <a:pt x="152" y="13189"/>
                  </a:lnTo>
                  <a:lnTo>
                    <a:pt x="2123" y="13796"/>
                  </a:lnTo>
                  <a:lnTo>
                    <a:pt x="1213" y="14705"/>
                  </a:lnTo>
                  <a:lnTo>
                    <a:pt x="2123" y="15766"/>
                  </a:lnTo>
                  <a:lnTo>
                    <a:pt x="3639" y="15918"/>
                  </a:lnTo>
                  <a:lnTo>
                    <a:pt x="3942" y="14705"/>
                  </a:lnTo>
                  <a:lnTo>
                    <a:pt x="4548" y="14705"/>
                  </a:lnTo>
                  <a:lnTo>
                    <a:pt x="9399" y="28803"/>
                  </a:lnTo>
                  <a:lnTo>
                    <a:pt x="12582" y="26984"/>
                  </a:lnTo>
                  <a:lnTo>
                    <a:pt x="13037" y="21224"/>
                  </a:lnTo>
                  <a:lnTo>
                    <a:pt x="20162" y="14402"/>
                  </a:lnTo>
                  <a:lnTo>
                    <a:pt x="19101" y="10612"/>
                  </a:lnTo>
                  <a:lnTo>
                    <a:pt x="19859" y="10309"/>
                  </a:lnTo>
                  <a:lnTo>
                    <a:pt x="21072" y="11825"/>
                  </a:lnTo>
                  <a:lnTo>
                    <a:pt x="22436" y="11370"/>
                  </a:lnTo>
                  <a:lnTo>
                    <a:pt x="22739" y="13341"/>
                  </a:lnTo>
                  <a:lnTo>
                    <a:pt x="24558" y="15009"/>
                  </a:lnTo>
                  <a:lnTo>
                    <a:pt x="25316" y="9854"/>
                  </a:lnTo>
                  <a:lnTo>
                    <a:pt x="27287" y="8339"/>
                  </a:lnTo>
                  <a:lnTo>
                    <a:pt x="23952" y="6823"/>
                  </a:lnTo>
                  <a:lnTo>
                    <a:pt x="21526" y="8945"/>
                  </a:lnTo>
                  <a:lnTo>
                    <a:pt x="21072" y="10006"/>
                  </a:lnTo>
                  <a:lnTo>
                    <a:pt x="19101" y="9551"/>
                  </a:lnTo>
                  <a:lnTo>
                    <a:pt x="19252" y="8187"/>
                  </a:lnTo>
                  <a:lnTo>
                    <a:pt x="18798" y="8035"/>
                  </a:lnTo>
                  <a:lnTo>
                    <a:pt x="17433" y="10006"/>
                  </a:lnTo>
                  <a:lnTo>
                    <a:pt x="10612" y="7429"/>
                  </a:lnTo>
                  <a:lnTo>
                    <a:pt x="10612" y="5155"/>
                  </a:lnTo>
                  <a:lnTo>
                    <a:pt x="8944" y="4549"/>
                  </a:lnTo>
                  <a:lnTo>
                    <a:pt x="8641" y="759"/>
                  </a:lnTo>
                  <a:lnTo>
                    <a:pt x="7125" y="1"/>
                  </a:lnTo>
                  <a:close/>
                </a:path>
              </a:pathLst>
            </a:custGeom>
            <a:solidFill>
              <a:srgbClr val="FFFFA7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1081" name="Google Shape;118;p7">
              <a:extLst>
                <a:ext uri="{FF2B5EF4-FFF2-40B4-BE49-F238E27FC236}">
                  <a16:creationId xmlns:a16="http://schemas.microsoft.com/office/drawing/2014/main" id="{87BB223C-87C9-F414-EF4A-30969495C237}"/>
                </a:ext>
              </a:extLst>
            </p:cNvPr>
            <p:cNvSpPr/>
            <p:nvPr/>
          </p:nvSpPr>
          <p:spPr>
            <a:xfrm>
              <a:off x="5361900" y="2342075"/>
              <a:ext cx="204675" cy="121300"/>
            </a:xfrm>
            <a:custGeom>
              <a:avLst/>
              <a:gdLst/>
              <a:ahLst/>
              <a:cxnLst/>
              <a:rect l="l" t="t" r="r" b="b"/>
              <a:pathLst>
                <a:path w="8187" h="4852" extrusionOk="0">
                  <a:moveTo>
                    <a:pt x="1" y="0"/>
                  </a:moveTo>
                  <a:lnTo>
                    <a:pt x="1" y="2274"/>
                  </a:lnTo>
                  <a:lnTo>
                    <a:pt x="6822" y="4851"/>
                  </a:lnTo>
                  <a:lnTo>
                    <a:pt x="8187" y="2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2" name="Google Shape;119;p7">
              <a:extLst>
                <a:ext uri="{FF2B5EF4-FFF2-40B4-BE49-F238E27FC236}">
                  <a16:creationId xmlns:a16="http://schemas.microsoft.com/office/drawing/2014/main" id="{5E349BCB-845A-9C8A-61B1-100FB126A760}"/>
                </a:ext>
              </a:extLst>
            </p:cNvPr>
            <p:cNvSpPr/>
            <p:nvPr/>
          </p:nvSpPr>
          <p:spPr>
            <a:xfrm>
              <a:off x="5574125" y="2417850"/>
              <a:ext cx="60675" cy="45525"/>
            </a:xfrm>
            <a:custGeom>
              <a:avLst/>
              <a:gdLst/>
              <a:ahLst/>
              <a:cxnLst/>
              <a:rect l="l" t="t" r="r" b="b"/>
              <a:pathLst>
                <a:path w="2427" h="1821" extrusionOk="0">
                  <a:moveTo>
                    <a:pt x="152" y="1"/>
                  </a:moveTo>
                  <a:lnTo>
                    <a:pt x="1" y="1365"/>
                  </a:lnTo>
                  <a:lnTo>
                    <a:pt x="1972" y="1820"/>
                  </a:lnTo>
                  <a:lnTo>
                    <a:pt x="2426" y="759"/>
                  </a:lnTo>
                  <a:lnTo>
                    <a:pt x="15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3" name="Google Shape;120;p7">
              <a:extLst>
                <a:ext uri="{FF2B5EF4-FFF2-40B4-BE49-F238E27FC236}">
                  <a16:creationId xmlns:a16="http://schemas.microsoft.com/office/drawing/2014/main" id="{058D3B05-5FFB-107E-F3E8-85EE0C423C9F}"/>
                </a:ext>
              </a:extLst>
            </p:cNvPr>
            <p:cNvSpPr/>
            <p:nvPr/>
          </p:nvSpPr>
          <p:spPr>
            <a:xfrm>
              <a:off x="4501625" y="1705375"/>
              <a:ext cx="867875" cy="360050"/>
            </a:xfrm>
            <a:custGeom>
              <a:avLst/>
              <a:gdLst/>
              <a:ahLst/>
              <a:cxnLst/>
              <a:rect l="l" t="t" r="r" b="b"/>
              <a:pathLst>
                <a:path w="34715" h="14402" extrusionOk="0">
                  <a:moveTo>
                    <a:pt x="16676" y="1"/>
                  </a:moveTo>
                  <a:lnTo>
                    <a:pt x="10763" y="1365"/>
                  </a:lnTo>
                  <a:lnTo>
                    <a:pt x="10763" y="4094"/>
                  </a:lnTo>
                  <a:lnTo>
                    <a:pt x="0" y="4094"/>
                  </a:lnTo>
                  <a:lnTo>
                    <a:pt x="0" y="7580"/>
                  </a:lnTo>
                  <a:lnTo>
                    <a:pt x="1516" y="9399"/>
                  </a:lnTo>
                  <a:lnTo>
                    <a:pt x="4548" y="8187"/>
                  </a:lnTo>
                  <a:lnTo>
                    <a:pt x="6367" y="9399"/>
                  </a:lnTo>
                  <a:lnTo>
                    <a:pt x="4093" y="10461"/>
                  </a:lnTo>
                  <a:lnTo>
                    <a:pt x="4093" y="11976"/>
                  </a:lnTo>
                  <a:lnTo>
                    <a:pt x="5458" y="13189"/>
                  </a:lnTo>
                  <a:lnTo>
                    <a:pt x="7428" y="12734"/>
                  </a:lnTo>
                  <a:lnTo>
                    <a:pt x="9096" y="14099"/>
                  </a:lnTo>
                  <a:lnTo>
                    <a:pt x="9096" y="14099"/>
                  </a:lnTo>
                  <a:lnTo>
                    <a:pt x="8793" y="10612"/>
                  </a:lnTo>
                  <a:lnTo>
                    <a:pt x="11218" y="10006"/>
                  </a:lnTo>
                  <a:lnTo>
                    <a:pt x="14705" y="12280"/>
                  </a:lnTo>
                  <a:lnTo>
                    <a:pt x="17433" y="11673"/>
                  </a:lnTo>
                  <a:lnTo>
                    <a:pt x="19556" y="14402"/>
                  </a:lnTo>
                  <a:lnTo>
                    <a:pt x="21526" y="14402"/>
                  </a:lnTo>
                  <a:lnTo>
                    <a:pt x="23346" y="12734"/>
                  </a:lnTo>
                  <a:lnTo>
                    <a:pt x="27893" y="12583"/>
                  </a:lnTo>
                  <a:lnTo>
                    <a:pt x="30925" y="13947"/>
                  </a:lnTo>
                  <a:lnTo>
                    <a:pt x="30167" y="10309"/>
                  </a:lnTo>
                  <a:lnTo>
                    <a:pt x="34715" y="6974"/>
                  </a:lnTo>
                  <a:lnTo>
                    <a:pt x="31986" y="5306"/>
                  </a:lnTo>
                  <a:lnTo>
                    <a:pt x="1667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4" name="Google Shape;121;p7">
              <a:extLst>
                <a:ext uri="{FF2B5EF4-FFF2-40B4-BE49-F238E27FC236}">
                  <a16:creationId xmlns:a16="http://schemas.microsoft.com/office/drawing/2014/main" id="{9E2EE19D-5165-625F-4213-10F893A53D79}"/>
                </a:ext>
              </a:extLst>
            </p:cNvPr>
            <p:cNvSpPr/>
            <p:nvPr/>
          </p:nvSpPr>
          <p:spPr>
            <a:xfrm>
              <a:off x="4494050" y="2114675"/>
              <a:ext cx="466175" cy="382800"/>
            </a:xfrm>
            <a:custGeom>
              <a:avLst/>
              <a:gdLst/>
              <a:ahLst/>
              <a:cxnLst/>
              <a:rect l="l" t="t" r="r" b="b"/>
              <a:pathLst>
                <a:path w="18647" h="15312" extrusionOk="0">
                  <a:moveTo>
                    <a:pt x="3942" y="1"/>
                  </a:moveTo>
                  <a:lnTo>
                    <a:pt x="0" y="455"/>
                  </a:lnTo>
                  <a:lnTo>
                    <a:pt x="0" y="1668"/>
                  </a:lnTo>
                  <a:lnTo>
                    <a:pt x="4851" y="9854"/>
                  </a:lnTo>
                  <a:lnTo>
                    <a:pt x="6216" y="10006"/>
                  </a:lnTo>
                  <a:lnTo>
                    <a:pt x="9551" y="13492"/>
                  </a:lnTo>
                  <a:lnTo>
                    <a:pt x="15614" y="15311"/>
                  </a:lnTo>
                  <a:lnTo>
                    <a:pt x="17433" y="15311"/>
                  </a:lnTo>
                  <a:lnTo>
                    <a:pt x="18646" y="13189"/>
                  </a:lnTo>
                  <a:lnTo>
                    <a:pt x="17282" y="11370"/>
                  </a:lnTo>
                  <a:lnTo>
                    <a:pt x="15311" y="5761"/>
                  </a:lnTo>
                  <a:lnTo>
                    <a:pt x="16069" y="4094"/>
                  </a:lnTo>
                  <a:lnTo>
                    <a:pt x="15008" y="2426"/>
                  </a:lnTo>
                  <a:lnTo>
                    <a:pt x="11066" y="1213"/>
                  </a:lnTo>
                  <a:lnTo>
                    <a:pt x="8641" y="1971"/>
                  </a:lnTo>
                  <a:lnTo>
                    <a:pt x="8641" y="3032"/>
                  </a:lnTo>
                  <a:lnTo>
                    <a:pt x="5609" y="3032"/>
                  </a:lnTo>
                  <a:lnTo>
                    <a:pt x="394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5" name="Google Shape;122;p7">
              <a:extLst>
                <a:ext uri="{FF2B5EF4-FFF2-40B4-BE49-F238E27FC236}">
                  <a16:creationId xmlns:a16="http://schemas.microsoft.com/office/drawing/2014/main" id="{44956C4C-D7C4-EF7E-54D7-F399CA91335C}"/>
                </a:ext>
              </a:extLst>
            </p:cNvPr>
            <p:cNvSpPr/>
            <p:nvPr/>
          </p:nvSpPr>
          <p:spPr>
            <a:xfrm>
              <a:off x="4638050" y="2023725"/>
              <a:ext cx="352475" cy="193300"/>
            </a:xfrm>
            <a:custGeom>
              <a:avLst/>
              <a:gdLst/>
              <a:ahLst/>
              <a:cxnLst/>
              <a:rect l="l" t="t" r="r" b="b"/>
              <a:pathLst>
                <a:path w="14099" h="7732" extrusionOk="0">
                  <a:moveTo>
                    <a:pt x="1971" y="0"/>
                  </a:moveTo>
                  <a:lnTo>
                    <a:pt x="1" y="455"/>
                  </a:lnTo>
                  <a:lnTo>
                    <a:pt x="3033" y="3032"/>
                  </a:lnTo>
                  <a:lnTo>
                    <a:pt x="2881" y="5609"/>
                  </a:lnTo>
                  <a:lnTo>
                    <a:pt x="5306" y="4851"/>
                  </a:lnTo>
                  <a:lnTo>
                    <a:pt x="9248" y="6064"/>
                  </a:lnTo>
                  <a:lnTo>
                    <a:pt x="10309" y="7732"/>
                  </a:lnTo>
                  <a:lnTo>
                    <a:pt x="14099" y="5761"/>
                  </a:lnTo>
                  <a:lnTo>
                    <a:pt x="7884" y="758"/>
                  </a:lnTo>
                  <a:lnTo>
                    <a:pt x="5155" y="758"/>
                  </a:lnTo>
                  <a:lnTo>
                    <a:pt x="3639" y="1365"/>
                  </a:lnTo>
                  <a:lnTo>
                    <a:pt x="197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6" name="Google Shape;123;p7">
              <a:extLst>
                <a:ext uri="{FF2B5EF4-FFF2-40B4-BE49-F238E27FC236}">
                  <a16:creationId xmlns:a16="http://schemas.microsoft.com/office/drawing/2014/main" id="{EF21DD6D-88FA-317A-0A08-E64B257A92F7}"/>
                </a:ext>
              </a:extLst>
            </p:cNvPr>
            <p:cNvSpPr/>
            <p:nvPr/>
          </p:nvSpPr>
          <p:spPr>
            <a:xfrm>
              <a:off x="4918500" y="2179100"/>
              <a:ext cx="356275" cy="356275"/>
            </a:xfrm>
            <a:custGeom>
              <a:avLst/>
              <a:gdLst/>
              <a:ahLst/>
              <a:cxnLst/>
              <a:rect l="l" t="t" r="r" b="b"/>
              <a:pathLst>
                <a:path w="14251" h="14251" extrusionOk="0">
                  <a:moveTo>
                    <a:pt x="11370" y="1"/>
                  </a:moveTo>
                  <a:lnTo>
                    <a:pt x="8338" y="455"/>
                  </a:lnTo>
                  <a:lnTo>
                    <a:pt x="7277" y="4700"/>
                  </a:lnTo>
                  <a:lnTo>
                    <a:pt x="3790" y="8035"/>
                  </a:lnTo>
                  <a:lnTo>
                    <a:pt x="1" y="8035"/>
                  </a:lnTo>
                  <a:lnTo>
                    <a:pt x="304" y="8793"/>
                  </a:lnTo>
                  <a:lnTo>
                    <a:pt x="1668" y="10612"/>
                  </a:lnTo>
                  <a:lnTo>
                    <a:pt x="455" y="12734"/>
                  </a:lnTo>
                  <a:lnTo>
                    <a:pt x="5761" y="12734"/>
                  </a:lnTo>
                  <a:lnTo>
                    <a:pt x="7125" y="14250"/>
                  </a:lnTo>
                  <a:lnTo>
                    <a:pt x="9551" y="13644"/>
                  </a:lnTo>
                  <a:lnTo>
                    <a:pt x="9551" y="11976"/>
                  </a:lnTo>
                  <a:lnTo>
                    <a:pt x="8186" y="11522"/>
                  </a:lnTo>
                  <a:lnTo>
                    <a:pt x="8186" y="9703"/>
                  </a:lnTo>
                  <a:lnTo>
                    <a:pt x="9854" y="9703"/>
                  </a:lnTo>
                  <a:lnTo>
                    <a:pt x="12583" y="7277"/>
                  </a:lnTo>
                  <a:lnTo>
                    <a:pt x="11976" y="4852"/>
                  </a:lnTo>
                  <a:lnTo>
                    <a:pt x="10764" y="4094"/>
                  </a:lnTo>
                  <a:lnTo>
                    <a:pt x="10915" y="2881"/>
                  </a:lnTo>
                  <a:lnTo>
                    <a:pt x="12886" y="1365"/>
                  </a:lnTo>
                  <a:lnTo>
                    <a:pt x="14250" y="1365"/>
                  </a:lnTo>
                  <a:lnTo>
                    <a:pt x="11370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7" name="Google Shape;124;p7">
              <a:extLst>
                <a:ext uri="{FF2B5EF4-FFF2-40B4-BE49-F238E27FC236}">
                  <a16:creationId xmlns:a16="http://schemas.microsoft.com/office/drawing/2014/main" id="{D28C1C26-619B-30C5-E892-767F148FA060}"/>
                </a:ext>
              </a:extLst>
            </p:cNvPr>
            <p:cNvSpPr/>
            <p:nvPr/>
          </p:nvSpPr>
          <p:spPr>
            <a:xfrm>
              <a:off x="4721425" y="1955500"/>
              <a:ext cx="375225" cy="227425"/>
            </a:xfrm>
            <a:custGeom>
              <a:avLst/>
              <a:gdLst/>
              <a:ahLst/>
              <a:cxnLst/>
              <a:rect l="l" t="t" r="r" b="b"/>
              <a:pathLst>
                <a:path w="15009" h="9097" extrusionOk="0">
                  <a:moveTo>
                    <a:pt x="2426" y="1"/>
                  </a:moveTo>
                  <a:lnTo>
                    <a:pt x="1" y="607"/>
                  </a:lnTo>
                  <a:lnTo>
                    <a:pt x="304" y="4094"/>
                  </a:lnTo>
                  <a:lnTo>
                    <a:pt x="1820" y="3487"/>
                  </a:lnTo>
                  <a:lnTo>
                    <a:pt x="4549" y="3487"/>
                  </a:lnTo>
                  <a:lnTo>
                    <a:pt x="10764" y="8490"/>
                  </a:lnTo>
                  <a:lnTo>
                    <a:pt x="12886" y="9096"/>
                  </a:lnTo>
                  <a:lnTo>
                    <a:pt x="12886" y="9096"/>
                  </a:lnTo>
                  <a:lnTo>
                    <a:pt x="11976" y="6368"/>
                  </a:lnTo>
                  <a:lnTo>
                    <a:pt x="14857" y="5458"/>
                  </a:lnTo>
                  <a:lnTo>
                    <a:pt x="15008" y="4245"/>
                  </a:lnTo>
                  <a:lnTo>
                    <a:pt x="10764" y="4397"/>
                  </a:lnTo>
                  <a:lnTo>
                    <a:pt x="8641" y="1668"/>
                  </a:lnTo>
                  <a:lnTo>
                    <a:pt x="5913" y="2275"/>
                  </a:lnTo>
                  <a:lnTo>
                    <a:pt x="242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8" name="Google Shape;125;p7">
              <a:extLst>
                <a:ext uri="{FF2B5EF4-FFF2-40B4-BE49-F238E27FC236}">
                  <a16:creationId xmlns:a16="http://schemas.microsoft.com/office/drawing/2014/main" id="{F29A74C9-47BE-E362-E65F-CA80922F6D47}"/>
                </a:ext>
              </a:extLst>
            </p:cNvPr>
            <p:cNvSpPr/>
            <p:nvPr/>
          </p:nvSpPr>
          <p:spPr>
            <a:xfrm>
              <a:off x="4876825" y="2145000"/>
              <a:ext cx="250150" cy="234975"/>
            </a:xfrm>
            <a:custGeom>
              <a:avLst/>
              <a:gdLst/>
              <a:ahLst/>
              <a:cxnLst/>
              <a:rect l="l" t="t" r="r" b="b"/>
              <a:pathLst>
                <a:path w="10006" h="9399" extrusionOk="0">
                  <a:moveTo>
                    <a:pt x="9399" y="0"/>
                  </a:moveTo>
                  <a:lnTo>
                    <a:pt x="6670" y="1516"/>
                  </a:lnTo>
                  <a:lnTo>
                    <a:pt x="4548" y="910"/>
                  </a:lnTo>
                  <a:lnTo>
                    <a:pt x="758" y="2881"/>
                  </a:lnTo>
                  <a:lnTo>
                    <a:pt x="0" y="4548"/>
                  </a:lnTo>
                  <a:lnTo>
                    <a:pt x="1668" y="9399"/>
                  </a:lnTo>
                  <a:lnTo>
                    <a:pt x="5457" y="9399"/>
                  </a:lnTo>
                  <a:lnTo>
                    <a:pt x="8944" y="6064"/>
                  </a:lnTo>
                  <a:lnTo>
                    <a:pt x="10005" y="1819"/>
                  </a:lnTo>
                  <a:lnTo>
                    <a:pt x="9399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9" name="Google Shape;126;p7">
              <a:extLst>
                <a:ext uri="{FF2B5EF4-FFF2-40B4-BE49-F238E27FC236}">
                  <a16:creationId xmlns:a16="http://schemas.microsoft.com/office/drawing/2014/main" id="{9273F0A7-B4E3-3A34-74AA-585F6F0413F0}"/>
                </a:ext>
              </a:extLst>
            </p:cNvPr>
            <p:cNvSpPr/>
            <p:nvPr/>
          </p:nvSpPr>
          <p:spPr>
            <a:xfrm>
              <a:off x="5020825" y="2107100"/>
              <a:ext cx="181925" cy="83400"/>
            </a:xfrm>
            <a:custGeom>
              <a:avLst/>
              <a:gdLst/>
              <a:ahLst/>
              <a:cxnLst/>
              <a:rect l="l" t="t" r="r" b="b"/>
              <a:pathLst>
                <a:path w="7277" h="3336" extrusionOk="0">
                  <a:moveTo>
                    <a:pt x="910" y="0"/>
                  </a:moveTo>
                  <a:lnTo>
                    <a:pt x="0" y="304"/>
                  </a:lnTo>
                  <a:lnTo>
                    <a:pt x="910" y="3032"/>
                  </a:lnTo>
                  <a:lnTo>
                    <a:pt x="3639" y="1516"/>
                  </a:lnTo>
                  <a:lnTo>
                    <a:pt x="4245" y="3335"/>
                  </a:lnTo>
                  <a:lnTo>
                    <a:pt x="7277" y="2881"/>
                  </a:lnTo>
                  <a:lnTo>
                    <a:pt x="6822" y="2729"/>
                  </a:lnTo>
                  <a:lnTo>
                    <a:pt x="5913" y="455"/>
                  </a:lnTo>
                  <a:lnTo>
                    <a:pt x="3336" y="758"/>
                  </a:lnTo>
                  <a:lnTo>
                    <a:pt x="91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0" name="Google Shape;127;p7">
              <a:extLst>
                <a:ext uri="{FF2B5EF4-FFF2-40B4-BE49-F238E27FC236}">
                  <a16:creationId xmlns:a16="http://schemas.microsoft.com/office/drawing/2014/main" id="{695814AC-8896-A537-7C0B-EF7656711953}"/>
                </a:ext>
              </a:extLst>
            </p:cNvPr>
            <p:cNvSpPr/>
            <p:nvPr/>
          </p:nvSpPr>
          <p:spPr>
            <a:xfrm>
              <a:off x="5039775" y="2019925"/>
              <a:ext cx="235000" cy="106150"/>
            </a:xfrm>
            <a:custGeom>
              <a:avLst/>
              <a:gdLst/>
              <a:ahLst/>
              <a:cxnLst/>
              <a:rect l="l" t="t" r="r" b="b"/>
              <a:pathLst>
                <a:path w="9400" h="4246" extrusionOk="0">
                  <a:moveTo>
                    <a:pt x="6367" y="1"/>
                  </a:moveTo>
                  <a:lnTo>
                    <a:pt x="1820" y="152"/>
                  </a:lnTo>
                  <a:lnTo>
                    <a:pt x="0" y="1820"/>
                  </a:lnTo>
                  <a:lnTo>
                    <a:pt x="2274" y="1668"/>
                  </a:lnTo>
                  <a:lnTo>
                    <a:pt x="2123" y="2881"/>
                  </a:lnTo>
                  <a:lnTo>
                    <a:pt x="152" y="3487"/>
                  </a:lnTo>
                  <a:lnTo>
                    <a:pt x="2578" y="4245"/>
                  </a:lnTo>
                  <a:lnTo>
                    <a:pt x="5155" y="3942"/>
                  </a:lnTo>
                  <a:lnTo>
                    <a:pt x="4851" y="3033"/>
                  </a:lnTo>
                  <a:lnTo>
                    <a:pt x="9399" y="1365"/>
                  </a:lnTo>
                  <a:lnTo>
                    <a:pt x="636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1" name="Google Shape;128;p7">
              <a:extLst>
                <a:ext uri="{FF2B5EF4-FFF2-40B4-BE49-F238E27FC236}">
                  <a16:creationId xmlns:a16="http://schemas.microsoft.com/office/drawing/2014/main" id="{F69858BB-FB49-76AB-C1E6-E11E12FB3ECB}"/>
                </a:ext>
              </a:extLst>
            </p:cNvPr>
            <p:cNvSpPr/>
            <p:nvPr/>
          </p:nvSpPr>
          <p:spPr>
            <a:xfrm>
              <a:off x="4501625" y="2050250"/>
              <a:ext cx="90975" cy="72025"/>
            </a:xfrm>
            <a:custGeom>
              <a:avLst/>
              <a:gdLst/>
              <a:ahLst/>
              <a:cxnLst/>
              <a:rect l="l" t="t" r="r" b="b"/>
              <a:pathLst>
                <a:path w="3639" h="2881" extrusionOk="0">
                  <a:moveTo>
                    <a:pt x="910" y="1"/>
                  </a:moveTo>
                  <a:lnTo>
                    <a:pt x="0" y="1213"/>
                  </a:lnTo>
                  <a:lnTo>
                    <a:pt x="1820" y="2881"/>
                  </a:lnTo>
                  <a:lnTo>
                    <a:pt x="3639" y="2578"/>
                  </a:lnTo>
                  <a:lnTo>
                    <a:pt x="2274" y="304"/>
                  </a:lnTo>
                  <a:lnTo>
                    <a:pt x="910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2" name="Google Shape;129;p7">
              <a:extLst>
                <a:ext uri="{FF2B5EF4-FFF2-40B4-BE49-F238E27FC236}">
                  <a16:creationId xmlns:a16="http://schemas.microsoft.com/office/drawing/2014/main" id="{32E84710-5147-A389-186B-FF6155EE780C}"/>
                </a:ext>
              </a:extLst>
            </p:cNvPr>
            <p:cNvSpPr/>
            <p:nvPr/>
          </p:nvSpPr>
          <p:spPr>
            <a:xfrm>
              <a:off x="4406875" y="2012350"/>
              <a:ext cx="117500" cy="68250"/>
            </a:xfrm>
            <a:custGeom>
              <a:avLst/>
              <a:gdLst/>
              <a:ahLst/>
              <a:cxnLst/>
              <a:rect l="l" t="t" r="r" b="b"/>
              <a:pathLst>
                <a:path w="4700" h="2730" extrusionOk="0">
                  <a:moveTo>
                    <a:pt x="1365" y="1"/>
                  </a:moveTo>
                  <a:lnTo>
                    <a:pt x="1" y="304"/>
                  </a:lnTo>
                  <a:lnTo>
                    <a:pt x="1" y="2123"/>
                  </a:lnTo>
                  <a:lnTo>
                    <a:pt x="2578" y="2729"/>
                  </a:lnTo>
                  <a:lnTo>
                    <a:pt x="3790" y="2729"/>
                  </a:lnTo>
                  <a:lnTo>
                    <a:pt x="4700" y="1517"/>
                  </a:lnTo>
                  <a:lnTo>
                    <a:pt x="1365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3" name="Google Shape;130;p7">
              <a:extLst>
                <a:ext uri="{FF2B5EF4-FFF2-40B4-BE49-F238E27FC236}">
                  <a16:creationId xmlns:a16="http://schemas.microsoft.com/office/drawing/2014/main" id="{3DE58FB4-1145-DDD6-328E-871073E36679}"/>
                </a:ext>
              </a:extLst>
            </p:cNvPr>
            <p:cNvSpPr/>
            <p:nvPr/>
          </p:nvSpPr>
          <p:spPr>
            <a:xfrm>
              <a:off x="4471300" y="2080575"/>
              <a:ext cx="75825" cy="45500"/>
            </a:xfrm>
            <a:custGeom>
              <a:avLst/>
              <a:gdLst/>
              <a:ahLst/>
              <a:cxnLst/>
              <a:rect l="l" t="t" r="r" b="b"/>
              <a:pathLst>
                <a:path w="3033" h="1820" extrusionOk="0">
                  <a:moveTo>
                    <a:pt x="1" y="0"/>
                  </a:moveTo>
                  <a:lnTo>
                    <a:pt x="910" y="1819"/>
                  </a:lnTo>
                  <a:lnTo>
                    <a:pt x="3033" y="1668"/>
                  </a:lnTo>
                  <a:lnTo>
                    <a:pt x="121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4" name="Google Shape;131;p7">
              <a:extLst>
                <a:ext uri="{FF2B5EF4-FFF2-40B4-BE49-F238E27FC236}">
                  <a16:creationId xmlns:a16="http://schemas.microsoft.com/office/drawing/2014/main" id="{1D2616ED-83E7-4867-638D-19416AB7CADD}"/>
                </a:ext>
              </a:extLst>
            </p:cNvPr>
            <p:cNvSpPr/>
            <p:nvPr/>
          </p:nvSpPr>
          <p:spPr>
            <a:xfrm>
              <a:off x="3933150" y="1629575"/>
              <a:ext cx="132675" cy="75825"/>
            </a:xfrm>
            <a:custGeom>
              <a:avLst/>
              <a:gdLst/>
              <a:ahLst/>
              <a:cxnLst/>
              <a:rect l="l" t="t" r="r" b="b"/>
              <a:pathLst>
                <a:path w="5307" h="3033" extrusionOk="0">
                  <a:moveTo>
                    <a:pt x="2729" y="1"/>
                  </a:moveTo>
                  <a:lnTo>
                    <a:pt x="1971" y="153"/>
                  </a:lnTo>
                  <a:lnTo>
                    <a:pt x="2123" y="304"/>
                  </a:lnTo>
                  <a:lnTo>
                    <a:pt x="1971" y="1214"/>
                  </a:lnTo>
                  <a:lnTo>
                    <a:pt x="1" y="304"/>
                  </a:lnTo>
                  <a:lnTo>
                    <a:pt x="1" y="1517"/>
                  </a:lnTo>
                  <a:lnTo>
                    <a:pt x="2729" y="2123"/>
                  </a:lnTo>
                  <a:lnTo>
                    <a:pt x="4548" y="3033"/>
                  </a:lnTo>
                  <a:lnTo>
                    <a:pt x="5306" y="2275"/>
                  </a:lnTo>
                  <a:lnTo>
                    <a:pt x="5003" y="456"/>
                  </a:lnTo>
                  <a:lnTo>
                    <a:pt x="4094" y="759"/>
                  </a:lnTo>
                  <a:lnTo>
                    <a:pt x="2729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5" name="Google Shape;132;p7">
              <a:extLst>
                <a:ext uri="{FF2B5EF4-FFF2-40B4-BE49-F238E27FC236}">
                  <a16:creationId xmlns:a16="http://schemas.microsoft.com/office/drawing/2014/main" id="{59E86009-CC20-52B9-0E61-C30181C88888}"/>
                </a:ext>
              </a:extLst>
            </p:cNvPr>
            <p:cNvSpPr/>
            <p:nvPr/>
          </p:nvSpPr>
          <p:spPr>
            <a:xfrm>
              <a:off x="3933150" y="1667475"/>
              <a:ext cx="113725" cy="87200"/>
            </a:xfrm>
            <a:custGeom>
              <a:avLst/>
              <a:gdLst/>
              <a:ahLst/>
              <a:cxnLst/>
              <a:rect l="l" t="t" r="r" b="b"/>
              <a:pathLst>
                <a:path w="4549" h="3488" extrusionOk="0">
                  <a:moveTo>
                    <a:pt x="1" y="1"/>
                  </a:moveTo>
                  <a:lnTo>
                    <a:pt x="152" y="1214"/>
                  </a:lnTo>
                  <a:lnTo>
                    <a:pt x="1517" y="1668"/>
                  </a:lnTo>
                  <a:lnTo>
                    <a:pt x="1971" y="2578"/>
                  </a:lnTo>
                  <a:lnTo>
                    <a:pt x="2275" y="3487"/>
                  </a:lnTo>
                  <a:lnTo>
                    <a:pt x="4548" y="1517"/>
                  </a:lnTo>
                  <a:lnTo>
                    <a:pt x="2729" y="607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6" name="Google Shape;133;p7">
              <a:extLst>
                <a:ext uri="{FF2B5EF4-FFF2-40B4-BE49-F238E27FC236}">
                  <a16:creationId xmlns:a16="http://schemas.microsoft.com/office/drawing/2014/main" id="{EBEDD776-5C11-238B-962F-DD07F4983A63}"/>
                </a:ext>
              </a:extLst>
            </p:cNvPr>
            <p:cNvSpPr/>
            <p:nvPr/>
          </p:nvSpPr>
          <p:spPr>
            <a:xfrm>
              <a:off x="3990000" y="1686425"/>
              <a:ext cx="189525" cy="117525"/>
            </a:xfrm>
            <a:custGeom>
              <a:avLst/>
              <a:gdLst/>
              <a:ahLst/>
              <a:cxnLst/>
              <a:rect l="l" t="t" r="r" b="b"/>
              <a:pathLst>
                <a:path w="7581" h="4701" extrusionOk="0">
                  <a:moveTo>
                    <a:pt x="3032" y="1"/>
                  </a:moveTo>
                  <a:lnTo>
                    <a:pt x="1" y="2729"/>
                  </a:lnTo>
                  <a:lnTo>
                    <a:pt x="455" y="3942"/>
                  </a:lnTo>
                  <a:lnTo>
                    <a:pt x="4852" y="4700"/>
                  </a:lnTo>
                  <a:lnTo>
                    <a:pt x="7580" y="4094"/>
                  </a:lnTo>
                  <a:lnTo>
                    <a:pt x="5913" y="3487"/>
                  </a:lnTo>
                  <a:lnTo>
                    <a:pt x="6974" y="2881"/>
                  </a:lnTo>
                  <a:lnTo>
                    <a:pt x="5155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7" name="Google Shape;134;p7">
              <a:extLst>
                <a:ext uri="{FF2B5EF4-FFF2-40B4-BE49-F238E27FC236}">
                  <a16:creationId xmlns:a16="http://schemas.microsoft.com/office/drawing/2014/main" id="{AA8503FD-C668-010B-ACA7-0784B477C8F3}"/>
                </a:ext>
              </a:extLst>
            </p:cNvPr>
            <p:cNvSpPr/>
            <p:nvPr/>
          </p:nvSpPr>
          <p:spPr>
            <a:xfrm>
              <a:off x="3963475" y="1587900"/>
              <a:ext cx="94775" cy="60650"/>
            </a:xfrm>
            <a:custGeom>
              <a:avLst/>
              <a:gdLst/>
              <a:ahLst/>
              <a:cxnLst/>
              <a:rect l="l" t="t" r="r" b="b"/>
              <a:pathLst>
                <a:path w="3791" h="2426" extrusionOk="0">
                  <a:moveTo>
                    <a:pt x="3487" y="0"/>
                  </a:moveTo>
                  <a:lnTo>
                    <a:pt x="3032" y="607"/>
                  </a:lnTo>
                  <a:lnTo>
                    <a:pt x="152" y="607"/>
                  </a:lnTo>
                  <a:lnTo>
                    <a:pt x="0" y="1213"/>
                  </a:lnTo>
                  <a:lnTo>
                    <a:pt x="758" y="1820"/>
                  </a:lnTo>
                  <a:lnTo>
                    <a:pt x="1516" y="1668"/>
                  </a:lnTo>
                  <a:lnTo>
                    <a:pt x="2881" y="2426"/>
                  </a:lnTo>
                  <a:lnTo>
                    <a:pt x="3790" y="2123"/>
                  </a:lnTo>
                  <a:lnTo>
                    <a:pt x="3487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8" name="Google Shape;135;p7">
              <a:extLst>
                <a:ext uri="{FF2B5EF4-FFF2-40B4-BE49-F238E27FC236}">
                  <a16:creationId xmlns:a16="http://schemas.microsoft.com/office/drawing/2014/main" id="{596084F4-D090-C048-EBAA-258C4125A2B9}"/>
                </a:ext>
              </a:extLst>
            </p:cNvPr>
            <p:cNvSpPr/>
            <p:nvPr/>
          </p:nvSpPr>
          <p:spPr>
            <a:xfrm>
              <a:off x="3971050" y="1784975"/>
              <a:ext cx="375225" cy="189500"/>
            </a:xfrm>
            <a:custGeom>
              <a:avLst/>
              <a:gdLst/>
              <a:ahLst/>
              <a:cxnLst/>
              <a:rect l="l" t="t" r="r" b="b"/>
              <a:pathLst>
                <a:path w="15009" h="7580" extrusionOk="0">
                  <a:moveTo>
                    <a:pt x="1213" y="0"/>
                  </a:moveTo>
                  <a:lnTo>
                    <a:pt x="1517" y="758"/>
                  </a:lnTo>
                  <a:lnTo>
                    <a:pt x="1" y="2729"/>
                  </a:lnTo>
                  <a:lnTo>
                    <a:pt x="1" y="3942"/>
                  </a:lnTo>
                  <a:lnTo>
                    <a:pt x="5913" y="3942"/>
                  </a:lnTo>
                  <a:lnTo>
                    <a:pt x="6367" y="5003"/>
                  </a:lnTo>
                  <a:lnTo>
                    <a:pt x="5458" y="6519"/>
                  </a:lnTo>
                  <a:lnTo>
                    <a:pt x="6216" y="6973"/>
                  </a:lnTo>
                  <a:lnTo>
                    <a:pt x="6519" y="6215"/>
                  </a:lnTo>
                  <a:lnTo>
                    <a:pt x="10006" y="6215"/>
                  </a:lnTo>
                  <a:lnTo>
                    <a:pt x="9248" y="6973"/>
                  </a:lnTo>
                  <a:lnTo>
                    <a:pt x="10309" y="7580"/>
                  </a:lnTo>
                  <a:lnTo>
                    <a:pt x="11825" y="7428"/>
                  </a:lnTo>
                  <a:lnTo>
                    <a:pt x="10460" y="5761"/>
                  </a:lnTo>
                  <a:lnTo>
                    <a:pt x="14099" y="5003"/>
                  </a:lnTo>
                  <a:lnTo>
                    <a:pt x="15008" y="2880"/>
                  </a:lnTo>
                  <a:lnTo>
                    <a:pt x="8338" y="152"/>
                  </a:lnTo>
                  <a:lnTo>
                    <a:pt x="5610" y="758"/>
                  </a:lnTo>
                  <a:lnTo>
                    <a:pt x="121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9" name="Google Shape;136;p7">
              <a:extLst>
                <a:ext uri="{FF2B5EF4-FFF2-40B4-BE49-F238E27FC236}">
                  <a16:creationId xmlns:a16="http://schemas.microsoft.com/office/drawing/2014/main" id="{BC1B8EE8-998D-02EC-DA45-1BF10C3AF356}"/>
                </a:ext>
              </a:extLst>
            </p:cNvPr>
            <p:cNvSpPr/>
            <p:nvPr/>
          </p:nvSpPr>
          <p:spPr>
            <a:xfrm>
              <a:off x="3728500" y="1375675"/>
              <a:ext cx="227425" cy="314575"/>
            </a:xfrm>
            <a:custGeom>
              <a:avLst/>
              <a:gdLst/>
              <a:ahLst/>
              <a:cxnLst/>
              <a:rect l="l" t="t" r="r" b="b"/>
              <a:pathLst>
                <a:path w="9097" h="12583" extrusionOk="0">
                  <a:moveTo>
                    <a:pt x="6974" y="0"/>
                  </a:moveTo>
                  <a:lnTo>
                    <a:pt x="910" y="4548"/>
                  </a:lnTo>
                  <a:lnTo>
                    <a:pt x="910" y="8489"/>
                  </a:lnTo>
                  <a:lnTo>
                    <a:pt x="1" y="9854"/>
                  </a:lnTo>
                  <a:lnTo>
                    <a:pt x="2275" y="12582"/>
                  </a:lnTo>
                  <a:lnTo>
                    <a:pt x="6064" y="9247"/>
                  </a:lnTo>
                  <a:lnTo>
                    <a:pt x="4245" y="6974"/>
                  </a:lnTo>
                  <a:lnTo>
                    <a:pt x="8338" y="2729"/>
                  </a:lnTo>
                  <a:lnTo>
                    <a:pt x="9096" y="2729"/>
                  </a:lnTo>
                  <a:lnTo>
                    <a:pt x="8035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0" name="Google Shape;137;p7">
              <a:extLst>
                <a:ext uri="{FF2B5EF4-FFF2-40B4-BE49-F238E27FC236}">
                  <a16:creationId xmlns:a16="http://schemas.microsoft.com/office/drawing/2014/main" id="{145EAC21-486C-E555-C930-76E88918F0A4}"/>
                </a:ext>
              </a:extLst>
            </p:cNvPr>
            <p:cNvSpPr/>
            <p:nvPr/>
          </p:nvSpPr>
          <p:spPr>
            <a:xfrm>
              <a:off x="3603450" y="1349150"/>
              <a:ext cx="382775" cy="280450"/>
            </a:xfrm>
            <a:custGeom>
              <a:avLst/>
              <a:gdLst/>
              <a:ahLst/>
              <a:cxnLst/>
              <a:rect l="l" t="t" r="r" b="b"/>
              <a:pathLst>
                <a:path w="15311" h="11218" extrusionOk="0">
                  <a:moveTo>
                    <a:pt x="15311" y="0"/>
                  </a:moveTo>
                  <a:lnTo>
                    <a:pt x="11824" y="152"/>
                  </a:lnTo>
                  <a:lnTo>
                    <a:pt x="0" y="8489"/>
                  </a:lnTo>
                  <a:lnTo>
                    <a:pt x="1213" y="11218"/>
                  </a:lnTo>
                  <a:lnTo>
                    <a:pt x="4700" y="10612"/>
                  </a:lnTo>
                  <a:lnTo>
                    <a:pt x="5003" y="10915"/>
                  </a:lnTo>
                  <a:lnTo>
                    <a:pt x="5912" y="9550"/>
                  </a:lnTo>
                  <a:lnTo>
                    <a:pt x="5912" y="5609"/>
                  </a:lnTo>
                  <a:lnTo>
                    <a:pt x="11976" y="1061"/>
                  </a:lnTo>
                  <a:lnTo>
                    <a:pt x="15311" y="1061"/>
                  </a:lnTo>
                  <a:lnTo>
                    <a:pt x="1531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1" name="Google Shape;138;p7">
              <a:extLst>
                <a:ext uri="{FF2B5EF4-FFF2-40B4-BE49-F238E27FC236}">
                  <a16:creationId xmlns:a16="http://schemas.microsoft.com/office/drawing/2014/main" id="{553D0580-67BA-5B53-249C-E0A63D5D79CD}"/>
                </a:ext>
              </a:extLst>
            </p:cNvPr>
            <p:cNvSpPr/>
            <p:nvPr/>
          </p:nvSpPr>
          <p:spPr>
            <a:xfrm>
              <a:off x="3921775" y="1345350"/>
              <a:ext cx="189525" cy="235000"/>
            </a:xfrm>
            <a:custGeom>
              <a:avLst/>
              <a:gdLst/>
              <a:ahLst/>
              <a:cxnLst/>
              <a:rect l="l" t="t" r="r" b="b"/>
              <a:pathLst>
                <a:path w="7581" h="9400" extrusionOk="0">
                  <a:moveTo>
                    <a:pt x="4397" y="1"/>
                  </a:moveTo>
                  <a:lnTo>
                    <a:pt x="2578" y="152"/>
                  </a:lnTo>
                  <a:lnTo>
                    <a:pt x="2578" y="1213"/>
                  </a:lnTo>
                  <a:lnTo>
                    <a:pt x="304" y="1213"/>
                  </a:lnTo>
                  <a:lnTo>
                    <a:pt x="1365" y="3942"/>
                  </a:lnTo>
                  <a:lnTo>
                    <a:pt x="1972" y="3942"/>
                  </a:lnTo>
                  <a:lnTo>
                    <a:pt x="1" y="8187"/>
                  </a:lnTo>
                  <a:lnTo>
                    <a:pt x="2275" y="9399"/>
                  </a:lnTo>
                  <a:lnTo>
                    <a:pt x="5610" y="9399"/>
                  </a:lnTo>
                  <a:lnTo>
                    <a:pt x="7581" y="7125"/>
                  </a:lnTo>
                  <a:lnTo>
                    <a:pt x="439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2" name="Google Shape;139;p7">
              <a:extLst>
                <a:ext uri="{FF2B5EF4-FFF2-40B4-BE49-F238E27FC236}">
                  <a16:creationId xmlns:a16="http://schemas.microsoft.com/office/drawing/2014/main" id="{3E7DA063-B1CD-FA4C-472A-783D4208655E}"/>
                </a:ext>
              </a:extLst>
            </p:cNvPr>
            <p:cNvSpPr/>
            <p:nvPr/>
          </p:nvSpPr>
          <p:spPr>
            <a:xfrm>
              <a:off x="6453375" y="1762225"/>
              <a:ext cx="151600" cy="178150"/>
            </a:xfrm>
            <a:custGeom>
              <a:avLst/>
              <a:gdLst/>
              <a:ahLst/>
              <a:cxnLst/>
              <a:rect l="l" t="t" r="r" b="b"/>
              <a:pathLst>
                <a:path w="6064" h="7126" extrusionOk="0">
                  <a:moveTo>
                    <a:pt x="0" y="1"/>
                  </a:moveTo>
                  <a:lnTo>
                    <a:pt x="3335" y="4094"/>
                  </a:lnTo>
                  <a:lnTo>
                    <a:pt x="4851" y="7125"/>
                  </a:lnTo>
                  <a:lnTo>
                    <a:pt x="6064" y="7125"/>
                  </a:lnTo>
                  <a:lnTo>
                    <a:pt x="4093" y="4245"/>
                  </a:lnTo>
                  <a:lnTo>
                    <a:pt x="5306" y="4245"/>
                  </a:lnTo>
                  <a:lnTo>
                    <a:pt x="106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3" name="Google Shape;140;p7">
              <a:extLst>
                <a:ext uri="{FF2B5EF4-FFF2-40B4-BE49-F238E27FC236}">
                  <a16:creationId xmlns:a16="http://schemas.microsoft.com/office/drawing/2014/main" id="{3E04F544-1E8D-7131-F3DA-C7C13CADD636}"/>
                </a:ext>
              </a:extLst>
            </p:cNvPr>
            <p:cNvSpPr/>
            <p:nvPr/>
          </p:nvSpPr>
          <p:spPr>
            <a:xfrm>
              <a:off x="3933150" y="1697800"/>
              <a:ext cx="49300" cy="34125"/>
            </a:xfrm>
            <a:custGeom>
              <a:avLst/>
              <a:gdLst/>
              <a:ahLst/>
              <a:cxnLst/>
              <a:rect l="l" t="t" r="r" b="b"/>
              <a:pathLst>
                <a:path w="1972" h="1365" extrusionOk="0">
                  <a:moveTo>
                    <a:pt x="1" y="1"/>
                  </a:moveTo>
                  <a:lnTo>
                    <a:pt x="1" y="1062"/>
                  </a:lnTo>
                  <a:lnTo>
                    <a:pt x="1971" y="1365"/>
                  </a:lnTo>
                  <a:lnTo>
                    <a:pt x="1517" y="455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4" name="Google Shape;141;p7">
              <a:extLst>
                <a:ext uri="{FF2B5EF4-FFF2-40B4-BE49-F238E27FC236}">
                  <a16:creationId xmlns:a16="http://schemas.microsoft.com/office/drawing/2014/main" id="{BDCDD23F-D392-E22F-FF48-9DBC1BDA32CD}"/>
                </a:ext>
              </a:extLst>
            </p:cNvPr>
            <p:cNvSpPr/>
            <p:nvPr/>
          </p:nvSpPr>
          <p:spPr>
            <a:xfrm>
              <a:off x="4031700" y="1208925"/>
              <a:ext cx="2990150" cy="848925"/>
            </a:xfrm>
            <a:custGeom>
              <a:avLst/>
              <a:gdLst/>
              <a:ahLst/>
              <a:cxnLst/>
              <a:rect l="l" t="t" r="r" b="b"/>
              <a:pathLst>
                <a:path w="119606" h="33957" extrusionOk="0">
                  <a:moveTo>
                    <a:pt x="41839" y="0"/>
                  </a:moveTo>
                  <a:lnTo>
                    <a:pt x="31380" y="4548"/>
                  </a:lnTo>
                  <a:lnTo>
                    <a:pt x="33653" y="7428"/>
                  </a:lnTo>
                  <a:lnTo>
                    <a:pt x="31834" y="9399"/>
                  </a:lnTo>
                  <a:lnTo>
                    <a:pt x="30015" y="3638"/>
                  </a:lnTo>
                  <a:lnTo>
                    <a:pt x="26832" y="3335"/>
                  </a:lnTo>
                  <a:lnTo>
                    <a:pt x="28348" y="6822"/>
                  </a:lnTo>
                  <a:lnTo>
                    <a:pt x="16372" y="7125"/>
                  </a:lnTo>
                  <a:lnTo>
                    <a:pt x="5003" y="11824"/>
                  </a:lnTo>
                  <a:lnTo>
                    <a:pt x="3638" y="8944"/>
                  </a:lnTo>
                  <a:lnTo>
                    <a:pt x="3638" y="8944"/>
                  </a:lnTo>
                  <a:lnTo>
                    <a:pt x="7883" y="9096"/>
                  </a:lnTo>
                  <a:lnTo>
                    <a:pt x="10005" y="8035"/>
                  </a:lnTo>
                  <a:lnTo>
                    <a:pt x="1819" y="5458"/>
                  </a:lnTo>
                  <a:lnTo>
                    <a:pt x="0" y="5458"/>
                  </a:lnTo>
                  <a:lnTo>
                    <a:pt x="3184" y="12582"/>
                  </a:lnTo>
                  <a:lnTo>
                    <a:pt x="1213" y="14856"/>
                  </a:lnTo>
                  <a:lnTo>
                    <a:pt x="758" y="15159"/>
                  </a:lnTo>
                  <a:lnTo>
                    <a:pt x="1061" y="17282"/>
                  </a:lnTo>
                  <a:lnTo>
                    <a:pt x="1364" y="19252"/>
                  </a:lnTo>
                  <a:lnTo>
                    <a:pt x="3487" y="19252"/>
                  </a:lnTo>
                  <a:lnTo>
                    <a:pt x="5306" y="21981"/>
                  </a:lnTo>
                  <a:lnTo>
                    <a:pt x="4245" y="22587"/>
                  </a:lnTo>
                  <a:lnTo>
                    <a:pt x="5912" y="23194"/>
                  </a:lnTo>
                  <a:lnTo>
                    <a:pt x="12582" y="25922"/>
                  </a:lnTo>
                  <a:lnTo>
                    <a:pt x="11673" y="28045"/>
                  </a:lnTo>
                  <a:lnTo>
                    <a:pt x="11976" y="29106"/>
                  </a:lnTo>
                  <a:lnTo>
                    <a:pt x="10915" y="29409"/>
                  </a:lnTo>
                  <a:lnTo>
                    <a:pt x="11218" y="31077"/>
                  </a:lnTo>
                  <a:lnTo>
                    <a:pt x="15008" y="32441"/>
                  </a:lnTo>
                  <a:lnTo>
                    <a:pt x="16372" y="32138"/>
                  </a:lnTo>
                  <a:lnTo>
                    <a:pt x="19707" y="33654"/>
                  </a:lnTo>
                  <a:lnTo>
                    <a:pt x="21071" y="33957"/>
                  </a:lnTo>
                  <a:lnTo>
                    <a:pt x="20162" y="32441"/>
                  </a:lnTo>
                  <a:lnTo>
                    <a:pt x="20162" y="29257"/>
                  </a:lnTo>
                  <a:lnTo>
                    <a:pt x="18797" y="27438"/>
                  </a:lnTo>
                  <a:lnTo>
                    <a:pt x="18797" y="23952"/>
                  </a:lnTo>
                  <a:lnTo>
                    <a:pt x="29560" y="23952"/>
                  </a:lnTo>
                  <a:lnTo>
                    <a:pt x="29560" y="21223"/>
                  </a:lnTo>
                  <a:lnTo>
                    <a:pt x="35473" y="19859"/>
                  </a:lnTo>
                  <a:lnTo>
                    <a:pt x="50783" y="25164"/>
                  </a:lnTo>
                  <a:lnTo>
                    <a:pt x="53512" y="26832"/>
                  </a:lnTo>
                  <a:lnTo>
                    <a:pt x="56695" y="24255"/>
                  </a:lnTo>
                  <a:lnTo>
                    <a:pt x="61091" y="25619"/>
                  </a:lnTo>
                  <a:lnTo>
                    <a:pt x="62153" y="23042"/>
                  </a:lnTo>
                  <a:lnTo>
                    <a:pt x="72916" y="25619"/>
                  </a:lnTo>
                  <a:lnTo>
                    <a:pt x="78070" y="25619"/>
                  </a:lnTo>
                  <a:lnTo>
                    <a:pt x="80040" y="25164"/>
                  </a:lnTo>
                  <a:lnTo>
                    <a:pt x="78979" y="21526"/>
                  </a:lnTo>
                  <a:lnTo>
                    <a:pt x="83527" y="21526"/>
                  </a:lnTo>
                  <a:lnTo>
                    <a:pt x="88226" y="26074"/>
                  </a:lnTo>
                  <a:lnTo>
                    <a:pt x="94593" y="27741"/>
                  </a:lnTo>
                  <a:lnTo>
                    <a:pt x="94593" y="32896"/>
                  </a:lnTo>
                  <a:lnTo>
                    <a:pt x="97322" y="32441"/>
                  </a:lnTo>
                  <a:lnTo>
                    <a:pt x="98838" y="30167"/>
                  </a:lnTo>
                  <a:lnTo>
                    <a:pt x="98838" y="26074"/>
                  </a:lnTo>
                  <a:lnTo>
                    <a:pt x="94593" y="21071"/>
                  </a:lnTo>
                  <a:lnTo>
                    <a:pt x="90349" y="21071"/>
                  </a:lnTo>
                  <a:lnTo>
                    <a:pt x="91107" y="15917"/>
                  </a:lnTo>
                  <a:lnTo>
                    <a:pt x="99747" y="15917"/>
                  </a:lnTo>
                  <a:lnTo>
                    <a:pt x="100657" y="13037"/>
                  </a:lnTo>
                  <a:lnTo>
                    <a:pt x="104295" y="14401"/>
                  </a:lnTo>
                  <a:lnTo>
                    <a:pt x="104295" y="13037"/>
                  </a:lnTo>
                  <a:lnTo>
                    <a:pt x="105205" y="13189"/>
                  </a:lnTo>
                  <a:lnTo>
                    <a:pt x="106721" y="14705"/>
                  </a:lnTo>
                  <a:lnTo>
                    <a:pt x="105205" y="15766"/>
                  </a:lnTo>
                  <a:lnTo>
                    <a:pt x="105053" y="18798"/>
                  </a:lnTo>
                  <a:lnTo>
                    <a:pt x="111117" y="24558"/>
                  </a:lnTo>
                  <a:lnTo>
                    <a:pt x="111117" y="18949"/>
                  </a:lnTo>
                  <a:lnTo>
                    <a:pt x="107782" y="15614"/>
                  </a:lnTo>
                  <a:lnTo>
                    <a:pt x="115968" y="13037"/>
                  </a:lnTo>
                  <a:lnTo>
                    <a:pt x="115968" y="12279"/>
                  </a:lnTo>
                  <a:lnTo>
                    <a:pt x="111875" y="11066"/>
                  </a:lnTo>
                  <a:lnTo>
                    <a:pt x="113542" y="9854"/>
                  </a:lnTo>
                  <a:lnTo>
                    <a:pt x="117180" y="10612"/>
                  </a:lnTo>
                  <a:lnTo>
                    <a:pt x="119606" y="10612"/>
                  </a:lnTo>
                  <a:lnTo>
                    <a:pt x="117635" y="8489"/>
                  </a:lnTo>
                  <a:lnTo>
                    <a:pt x="104901" y="6064"/>
                  </a:lnTo>
                  <a:lnTo>
                    <a:pt x="84891" y="5458"/>
                  </a:lnTo>
                  <a:lnTo>
                    <a:pt x="83830" y="3942"/>
                  </a:lnTo>
                  <a:lnTo>
                    <a:pt x="76857" y="2729"/>
                  </a:lnTo>
                  <a:lnTo>
                    <a:pt x="74886" y="4548"/>
                  </a:lnTo>
                  <a:lnTo>
                    <a:pt x="69277" y="4548"/>
                  </a:lnTo>
                  <a:lnTo>
                    <a:pt x="67004" y="2729"/>
                  </a:lnTo>
                  <a:lnTo>
                    <a:pt x="54270" y="2729"/>
                  </a:lnTo>
                  <a:lnTo>
                    <a:pt x="53512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5" name="Google Shape;142;p7">
              <a:extLst>
                <a:ext uri="{FF2B5EF4-FFF2-40B4-BE49-F238E27FC236}">
                  <a16:creationId xmlns:a16="http://schemas.microsoft.com/office/drawing/2014/main" id="{D31D5DBD-7ECC-3F99-3A13-1121A3F342C4}"/>
                </a:ext>
              </a:extLst>
            </p:cNvPr>
            <p:cNvSpPr/>
            <p:nvPr/>
          </p:nvSpPr>
          <p:spPr>
            <a:xfrm>
              <a:off x="3827050" y="1872125"/>
              <a:ext cx="159175" cy="68250"/>
            </a:xfrm>
            <a:custGeom>
              <a:avLst/>
              <a:gdLst/>
              <a:ahLst/>
              <a:cxnLst/>
              <a:rect l="l" t="t" r="r" b="b"/>
              <a:pathLst>
                <a:path w="6367" h="2730" extrusionOk="0">
                  <a:moveTo>
                    <a:pt x="5609" y="1"/>
                  </a:moveTo>
                  <a:lnTo>
                    <a:pt x="1516" y="759"/>
                  </a:lnTo>
                  <a:lnTo>
                    <a:pt x="0" y="1971"/>
                  </a:lnTo>
                  <a:lnTo>
                    <a:pt x="2274" y="2729"/>
                  </a:lnTo>
                  <a:lnTo>
                    <a:pt x="4548" y="2275"/>
                  </a:lnTo>
                  <a:lnTo>
                    <a:pt x="6367" y="456"/>
                  </a:lnTo>
                  <a:lnTo>
                    <a:pt x="5609" y="456"/>
                  </a:lnTo>
                  <a:lnTo>
                    <a:pt x="5609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6" name="Google Shape;143;p7">
              <a:extLst>
                <a:ext uri="{FF2B5EF4-FFF2-40B4-BE49-F238E27FC236}">
                  <a16:creationId xmlns:a16="http://schemas.microsoft.com/office/drawing/2014/main" id="{278403E0-A241-8DAC-5218-B86B6F300AF0}"/>
                </a:ext>
              </a:extLst>
            </p:cNvPr>
            <p:cNvSpPr/>
            <p:nvPr/>
          </p:nvSpPr>
          <p:spPr>
            <a:xfrm>
              <a:off x="3838400" y="1841825"/>
              <a:ext cx="128900" cy="49275"/>
            </a:xfrm>
            <a:custGeom>
              <a:avLst/>
              <a:gdLst/>
              <a:ahLst/>
              <a:cxnLst/>
              <a:rect l="l" t="t" r="r" b="b"/>
              <a:pathLst>
                <a:path w="5156" h="1971" extrusionOk="0">
                  <a:moveTo>
                    <a:pt x="1365" y="0"/>
                  </a:moveTo>
                  <a:lnTo>
                    <a:pt x="1" y="910"/>
                  </a:lnTo>
                  <a:lnTo>
                    <a:pt x="1062" y="1971"/>
                  </a:lnTo>
                  <a:lnTo>
                    <a:pt x="5155" y="1213"/>
                  </a:lnTo>
                  <a:lnTo>
                    <a:pt x="5155" y="455"/>
                  </a:lnTo>
                  <a:lnTo>
                    <a:pt x="1517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7" name="Google Shape;144;p7">
              <a:extLst>
                <a:ext uri="{FF2B5EF4-FFF2-40B4-BE49-F238E27FC236}">
                  <a16:creationId xmlns:a16="http://schemas.microsoft.com/office/drawing/2014/main" id="{1022BC6A-F560-E770-F585-C2C74792CE9C}"/>
                </a:ext>
              </a:extLst>
            </p:cNvPr>
            <p:cNvSpPr/>
            <p:nvPr/>
          </p:nvSpPr>
          <p:spPr>
            <a:xfrm>
              <a:off x="3637550" y="1902450"/>
              <a:ext cx="64450" cy="37925"/>
            </a:xfrm>
            <a:custGeom>
              <a:avLst/>
              <a:gdLst/>
              <a:ahLst/>
              <a:cxnLst/>
              <a:rect l="l" t="t" r="r" b="b"/>
              <a:pathLst>
                <a:path w="2578" h="1517" extrusionOk="0">
                  <a:moveTo>
                    <a:pt x="1062" y="0"/>
                  </a:moveTo>
                  <a:lnTo>
                    <a:pt x="304" y="304"/>
                  </a:lnTo>
                  <a:lnTo>
                    <a:pt x="1" y="1365"/>
                  </a:lnTo>
                  <a:lnTo>
                    <a:pt x="1365" y="1516"/>
                  </a:lnTo>
                  <a:lnTo>
                    <a:pt x="2578" y="1213"/>
                  </a:lnTo>
                  <a:lnTo>
                    <a:pt x="212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8" name="Google Shape;145;p7">
              <a:extLst>
                <a:ext uri="{FF2B5EF4-FFF2-40B4-BE49-F238E27FC236}">
                  <a16:creationId xmlns:a16="http://schemas.microsoft.com/office/drawing/2014/main" id="{EEB60B6A-0C11-3AA7-B262-75730B639F56}"/>
                </a:ext>
              </a:extLst>
            </p:cNvPr>
            <p:cNvSpPr/>
            <p:nvPr/>
          </p:nvSpPr>
          <p:spPr>
            <a:xfrm>
              <a:off x="3743675" y="1815275"/>
              <a:ext cx="128875" cy="49300"/>
            </a:xfrm>
            <a:custGeom>
              <a:avLst/>
              <a:gdLst/>
              <a:ahLst/>
              <a:cxnLst/>
              <a:rect l="l" t="t" r="r" b="b"/>
              <a:pathLst>
                <a:path w="5155" h="1972" extrusionOk="0">
                  <a:moveTo>
                    <a:pt x="2426" y="1"/>
                  </a:moveTo>
                  <a:lnTo>
                    <a:pt x="0" y="759"/>
                  </a:lnTo>
                  <a:lnTo>
                    <a:pt x="910" y="1972"/>
                  </a:lnTo>
                  <a:lnTo>
                    <a:pt x="3790" y="1972"/>
                  </a:lnTo>
                  <a:lnTo>
                    <a:pt x="5154" y="1062"/>
                  </a:lnTo>
                  <a:lnTo>
                    <a:pt x="242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9" name="Google Shape;146;p7">
              <a:extLst>
                <a:ext uri="{FF2B5EF4-FFF2-40B4-BE49-F238E27FC236}">
                  <a16:creationId xmlns:a16="http://schemas.microsoft.com/office/drawing/2014/main" id="{69991078-2B95-2E13-BA40-3E028561FE57}"/>
                </a:ext>
              </a:extLst>
            </p:cNvPr>
            <p:cNvSpPr/>
            <p:nvPr/>
          </p:nvSpPr>
          <p:spPr>
            <a:xfrm>
              <a:off x="3277525" y="2038875"/>
              <a:ext cx="56875" cy="144050"/>
            </a:xfrm>
            <a:custGeom>
              <a:avLst/>
              <a:gdLst/>
              <a:ahLst/>
              <a:cxnLst/>
              <a:rect l="l" t="t" r="r" b="b"/>
              <a:pathLst>
                <a:path w="2275" h="5762" extrusionOk="0">
                  <a:moveTo>
                    <a:pt x="152" y="1"/>
                  </a:moveTo>
                  <a:lnTo>
                    <a:pt x="0" y="3942"/>
                  </a:lnTo>
                  <a:lnTo>
                    <a:pt x="1062" y="5610"/>
                  </a:lnTo>
                  <a:lnTo>
                    <a:pt x="1516" y="5761"/>
                  </a:lnTo>
                  <a:lnTo>
                    <a:pt x="2274" y="456"/>
                  </a:lnTo>
                  <a:lnTo>
                    <a:pt x="15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0" name="Google Shape;147;p7">
              <a:extLst>
                <a:ext uri="{FF2B5EF4-FFF2-40B4-BE49-F238E27FC236}">
                  <a16:creationId xmlns:a16="http://schemas.microsoft.com/office/drawing/2014/main" id="{5AD1301A-49E2-293B-CF91-774B35E2EA83}"/>
                </a:ext>
              </a:extLst>
            </p:cNvPr>
            <p:cNvSpPr/>
            <p:nvPr/>
          </p:nvSpPr>
          <p:spPr>
            <a:xfrm>
              <a:off x="4073375" y="1883500"/>
              <a:ext cx="56875" cy="64450"/>
            </a:xfrm>
            <a:custGeom>
              <a:avLst/>
              <a:gdLst/>
              <a:ahLst/>
              <a:cxnLst/>
              <a:rect l="l" t="t" r="r" b="b"/>
              <a:pathLst>
                <a:path w="2275" h="2578" extrusionOk="0">
                  <a:moveTo>
                    <a:pt x="1" y="1"/>
                  </a:moveTo>
                  <a:lnTo>
                    <a:pt x="1213" y="2578"/>
                  </a:lnTo>
                  <a:lnTo>
                    <a:pt x="2274" y="1062"/>
                  </a:lnTo>
                  <a:lnTo>
                    <a:pt x="1668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1" name="Google Shape;148;p7">
              <a:extLst>
                <a:ext uri="{FF2B5EF4-FFF2-40B4-BE49-F238E27FC236}">
                  <a16:creationId xmlns:a16="http://schemas.microsoft.com/office/drawing/2014/main" id="{37B8F3F3-9CCE-3312-21D9-2C59EBB97775}"/>
                </a:ext>
              </a:extLst>
            </p:cNvPr>
            <p:cNvSpPr/>
            <p:nvPr/>
          </p:nvSpPr>
          <p:spPr>
            <a:xfrm>
              <a:off x="3796725" y="1712950"/>
              <a:ext cx="212250" cy="140250"/>
            </a:xfrm>
            <a:custGeom>
              <a:avLst/>
              <a:gdLst/>
              <a:ahLst/>
              <a:cxnLst/>
              <a:rect l="l" t="t" r="r" b="b"/>
              <a:pathLst>
                <a:path w="8490" h="5610" extrusionOk="0">
                  <a:moveTo>
                    <a:pt x="3184" y="1"/>
                  </a:moveTo>
                  <a:lnTo>
                    <a:pt x="304" y="759"/>
                  </a:lnTo>
                  <a:lnTo>
                    <a:pt x="0" y="759"/>
                  </a:lnTo>
                  <a:lnTo>
                    <a:pt x="304" y="4094"/>
                  </a:lnTo>
                  <a:lnTo>
                    <a:pt x="3032" y="5155"/>
                  </a:lnTo>
                  <a:lnTo>
                    <a:pt x="3184" y="5155"/>
                  </a:lnTo>
                  <a:lnTo>
                    <a:pt x="6822" y="5610"/>
                  </a:lnTo>
                  <a:lnTo>
                    <a:pt x="8490" y="3639"/>
                  </a:lnTo>
                  <a:lnTo>
                    <a:pt x="8186" y="2881"/>
                  </a:lnTo>
                  <a:lnTo>
                    <a:pt x="7732" y="1668"/>
                  </a:lnTo>
                  <a:lnTo>
                    <a:pt x="7428" y="759"/>
                  </a:lnTo>
                  <a:lnTo>
                    <a:pt x="5458" y="456"/>
                  </a:lnTo>
                  <a:lnTo>
                    <a:pt x="3487" y="456"/>
                  </a:lnTo>
                  <a:lnTo>
                    <a:pt x="3184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2" name="Google Shape;149;p7">
              <a:extLst>
                <a:ext uri="{FF2B5EF4-FFF2-40B4-BE49-F238E27FC236}">
                  <a16:creationId xmlns:a16="http://schemas.microsoft.com/office/drawing/2014/main" id="{45BCC024-1857-DB8C-54FA-0F5D85531D42}"/>
                </a:ext>
              </a:extLst>
            </p:cNvPr>
            <p:cNvSpPr/>
            <p:nvPr/>
          </p:nvSpPr>
          <p:spPr>
            <a:xfrm>
              <a:off x="3940725" y="1883500"/>
              <a:ext cx="185725" cy="117500"/>
            </a:xfrm>
            <a:custGeom>
              <a:avLst/>
              <a:gdLst/>
              <a:ahLst/>
              <a:cxnLst/>
              <a:rect l="l" t="t" r="r" b="b"/>
              <a:pathLst>
                <a:path w="7429" h="4700" extrusionOk="0">
                  <a:moveTo>
                    <a:pt x="1820" y="1"/>
                  </a:moveTo>
                  <a:lnTo>
                    <a:pt x="1" y="1820"/>
                  </a:lnTo>
                  <a:lnTo>
                    <a:pt x="1668" y="4700"/>
                  </a:lnTo>
                  <a:lnTo>
                    <a:pt x="5761" y="4245"/>
                  </a:lnTo>
                  <a:lnTo>
                    <a:pt x="6974" y="4548"/>
                  </a:lnTo>
                  <a:lnTo>
                    <a:pt x="7429" y="3032"/>
                  </a:lnTo>
                  <a:lnTo>
                    <a:pt x="6519" y="2578"/>
                  </a:lnTo>
                  <a:lnTo>
                    <a:pt x="530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3" name="Google Shape;150;p7">
              <a:extLst>
                <a:ext uri="{FF2B5EF4-FFF2-40B4-BE49-F238E27FC236}">
                  <a16:creationId xmlns:a16="http://schemas.microsoft.com/office/drawing/2014/main" id="{93AA5148-8401-30D2-B755-305FC8DDB446}"/>
                </a:ext>
              </a:extLst>
            </p:cNvPr>
            <p:cNvSpPr/>
            <p:nvPr/>
          </p:nvSpPr>
          <p:spPr>
            <a:xfrm>
              <a:off x="3626175" y="1712950"/>
              <a:ext cx="178150" cy="197100"/>
            </a:xfrm>
            <a:custGeom>
              <a:avLst/>
              <a:gdLst/>
              <a:ahLst/>
              <a:cxnLst/>
              <a:rect l="l" t="t" r="r" b="b"/>
              <a:pathLst>
                <a:path w="7126" h="7884" extrusionOk="0">
                  <a:moveTo>
                    <a:pt x="1820" y="1"/>
                  </a:moveTo>
                  <a:lnTo>
                    <a:pt x="2123" y="607"/>
                  </a:lnTo>
                  <a:lnTo>
                    <a:pt x="152" y="1820"/>
                  </a:lnTo>
                  <a:lnTo>
                    <a:pt x="1" y="5003"/>
                  </a:lnTo>
                  <a:lnTo>
                    <a:pt x="1214" y="5610"/>
                  </a:lnTo>
                  <a:lnTo>
                    <a:pt x="759" y="7884"/>
                  </a:lnTo>
                  <a:lnTo>
                    <a:pt x="1517" y="7580"/>
                  </a:lnTo>
                  <a:lnTo>
                    <a:pt x="4094" y="7580"/>
                  </a:lnTo>
                  <a:lnTo>
                    <a:pt x="4397" y="7429"/>
                  </a:lnTo>
                  <a:lnTo>
                    <a:pt x="6368" y="6823"/>
                  </a:lnTo>
                  <a:lnTo>
                    <a:pt x="5610" y="6065"/>
                  </a:lnTo>
                  <a:lnTo>
                    <a:pt x="4700" y="4852"/>
                  </a:lnTo>
                  <a:lnTo>
                    <a:pt x="7126" y="4094"/>
                  </a:lnTo>
                  <a:lnTo>
                    <a:pt x="6822" y="759"/>
                  </a:lnTo>
                  <a:lnTo>
                    <a:pt x="3336" y="607"/>
                  </a:lnTo>
                  <a:lnTo>
                    <a:pt x="3184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4" name="Google Shape;151;p7">
              <a:extLst>
                <a:ext uri="{FF2B5EF4-FFF2-40B4-BE49-F238E27FC236}">
                  <a16:creationId xmlns:a16="http://schemas.microsoft.com/office/drawing/2014/main" id="{F2787CAA-5CE4-F915-B8F7-643A7CFF6C08}"/>
                </a:ext>
              </a:extLst>
            </p:cNvPr>
            <p:cNvSpPr/>
            <p:nvPr/>
          </p:nvSpPr>
          <p:spPr>
            <a:xfrm>
              <a:off x="3664075" y="1648525"/>
              <a:ext cx="49300" cy="64450"/>
            </a:xfrm>
            <a:custGeom>
              <a:avLst/>
              <a:gdLst/>
              <a:ahLst/>
              <a:cxnLst/>
              <a:rect l="l" t="t" r="r" b="b"/>
              <a:pathLst>
                <a:path w="1972" h="2578" extrusionOk="0">
                  <a:moveTo>
                    <a:pt x="759" y="1"/>
                  </a:moveTo>
                  <a:lnTo>
                    <a:pt x="1" y="1820"/>
                  </a:lnTo>
                  <a:lnTo>
                    <a:pt x="304" y="2578"/>
                  </a:lnTo>
                  <a:lnTo>
                    <a:pt x="1668" y="2578"/>
                  </a:lnTo>
                  <a:lnTo>
                    <a:pt x="1517" y="2275"/>
                  </a:lnTo>
                  <a:lnTo>
                    <a:pt x="197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5" name="Google Shape;152;p7">
              <a:extLst>
                <a:ext uri="{FF2B5EF4-FFF2-40B4-BE49-F238E27FC236}">
                  <a16:creationId xmlns:a16="http://schemas.microsoft.com/office/drawing/2014/main" id="{68EDD576-7A4A-9341-58ED-91A2BEC160B3}"/>
                </a:ext>
              </a:extLst>
            </p:cNvPr>
            <p:cNvSpPr/>
            <p:nvPr/>
          </p:nvSpPr>
          <p:spPr>
            <a:xfrm>
              <a:off x="3717150" y="1675075"/>
              <a:ext cx="37900" cy="34125"/>
            </a:xfrm>
            <a:custGeom>
              <a:avLst/>
              <a:gdLst/>
              <a:ahLst/>
              <a:cxnLst/>
              <a:rect l="l" t="t" r="r" b="b"/>
              <a:pathLst>
                <a:path w="1516" h="1365" extrusionOk="0">
                  <a:moveTo>
                    <a:pt x="910" y="0"/>
                  </a:moveTo>
                  <a:lnTo>
                    <a:pt x="303" y="303"/>
                  </a:lnTo>
                  <a:lnTo>
                    <a:pt x="0" y="1364"/>
                  </a:lnTo>
                  <a:lnTo>
                    <a:pt x="1213" y="1213"/>
                  </a:lnTo>
                  <a:lnTo>
                    <a:pt x="1516" y="758"/>
                  </a:lnTo>
                  <a:lnTo>
                    <a:pt x="91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6" name="Google Shape;153;p7">
              <a:extLst>
                <a:ext uri="{FF2B5EF4-FFF2-40B4-BE49-F238E27FC236}">
                  <a16:creationId xmlns:a16="http://schemas.microsoft.com/office/drawing/2014/main" id="{3FDCE24E-ECC2-62A4-7DC7-CD1B2B21291C}"/>
                </a:ext>
              </a:extLst>
            </p:cNvPr>
            <p:cNvSpPr/>
            <p:nvPr/>
          </p:nvSpPr>
          <p:spPr>
            <a:xfrm>
              <a:off x="3690600" y="1864550"/>
              <a:ext cx="174375" cy="68250"/>
            </a:xfrm>
            <a:custGeom>
              <a:avLst/>
              <a:gdLst/>
              <a:ahLst/>
              <a:cxnLst/>
              <a:rect l="l" t="t" r="r" b="b"/>
              <a:pathLst>
                <a:path w="6975" h="2730" extrusionOk="0">
                  <a:moveTo>
                    <a:pt x="3033" y="1"/>
                  </a:moveTo>
                  <a:lnTo>
                    <a:pt x="3791" y="759"/>
                  </a:lnTo>
                  <a:lnTo>
                    <a:pt x="1517" y="1516"/>
                  </a:lnTo>
                  <a:lnTo>
                    <a:pt x="1" y="1516"/>
                  </a:lnTo>
                  <a:lnTo>
                    <a:pt x="456" y="2729"/>
                  </a:lnTo>
                  <a:lnTo>
                    <a:pt x="2881" y="2274"/>
                  </a:lnTo>
                  <a:lnTo>
                    <a:pt x="5458" y="2274"/>
                  </a:lnTo>
                  <a:lnTo>
                    <a:pt x="6519" y="1365"/>
                  </a:lnTo>
                  <a:lnTo>
                    <a:pt x="6974" y="1062"/>
                  </a:lnTo>
                  <a:lnTo>
                    <a:pt x="591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7" name="Google Shape;154;p7">
              <a:extLst>
                <a:ext uri="{FF2B5EF4-FFF2-40B4-BE49-F238E27FC236}">
                  <a16:creationId xmlns:a16="http://schemas.microsoft.com/office/drawing/2014/main" id="{3BDFFA49-ADC5-62FF-9582-7846E287645D}"/>
                </a:ext>
              </a:extLst>
            </p:cNvPr>
            <p:cNvSpPr/>
            <p:nvPr/>
          </p:nvSpPr>
          <p:spPr>
            <a:xfrm>
              <a:off x="3758825" y="2148775"/>
              <a:ext cx="56875" cy="34150"/>
            </a:xfrm>
            <a:custGeom>
              <a:avLst/>
              <a:gdLst/>
              <a:ahLst/>
              <a:cxnLst/>
              <a:rect l="l" t="t" r="r" b="b"/>
              <a:pathLst>
                <a:path w="2275" h="1366" extrusionOk="0">
                  <a:moveTo>
                    <a:pt x="1" y="1"/>
                  </a:moveTo>
                  <a:lnTo>
                    <a:pt x="1" y="607"/>
                  </a:lnTo>
                  <a:lnTo>
                    <a:pt x="910" y="1214"/>
                  </a:lnTo>
                  <a:lnTo>
                    <a:pt x="2274" y="1365"/>
                  </a:lnTo>
                  <a:lnTo>
                    <a:pt x="2274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8" name="Google Shape;155;p7">
              <a:extLst>
                <a:ext uri="{FF2B5EF4-FFF2-40B4-BE49-F238E27FC236}">
                  <a16:creationId xmlns:a16="http://schemas.microsoft.com/office/drawing/2014/main" id="{67B2FE00-D0EA-BD8D-2D43-7E96DC56CD77}"/>
                </a:ext>
              </a:extLst>
            </p:cNvPr>
            <p:cNvSpPr/>
            <p:nvPr/>
          </p:nvSpPr>
          <p:spPr>
            <a:xfrm>
              <a:off x="3664075" y="2065400"/>
              <a:ext cx="26550" cy="60675"/>
            </a:xfrm>
            <a:custGeom>
              <a:avLst/>
              <a:gdLst/>
              <a:ahLst/>
              <a:cxnLst/>
              <a:rect l="l" t="t" r="r" b="b"/>
              <a:pathLst>
                <a:path w="1062" h="2427" extrusionOk="0">
                  <a:moveTo>
                    <a:pt x="1" y="1"/>
                  </a:moveTo>
                  <a:lnTo>
                    <a:pt x="1" y="2426"/>
                  </a:lnTo>
                  <a:lnTo>
                    <a:pt x="1062" y="2426"/>
                  </a:lnTo>
                  <a:lnTo>
                    <a:pt x="1062" y="304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9" name="Google Shape;156;p7">
              <a:extLst>
                <a:ext uri="{FF2B5EF4-FFF2-40B4-BE49-F238E27FC236}">
                  <a16:creationId xmlns:a16="http://schemas.microsoft.com/office/drawing/2014/main" id="{427C9C03-6233-205A-5C3F-B7B6AC016112}"/>
                </a:ext>
              </a:extLst>
            </p:cNvPr>
            <p:cNvSpPr/>
            <p:nvPr/>
          </p:nvSpPr>
          <p:spPr>
            <a:xfrm>
              <a:off x="3633775" y="1921400"/>
              <a:ext cx="257725" cy="231200"/>
            </a:xfrm>
            <a:custGeom>
              <a:avLst/>
              <a:gdLst/>
              <a:ahLst/>
              <a:cxnLst/>
              <a:rect l="l" t="t" r="r" b="b"/>
              <a:pathLst>
                <a:path w="10309" h="9248" extrusionOk="0">
                  <a:moveTo>
                    <a:pt x="5154" y="0"/>
                  </a:moveTo>
                  <a:lnTo>
                    <a:pt x="1516" y="758"/>
                  </a:lnTo>
                  <a:lnTo>
                    <a:pt x="152" y="607"/>
                  </a:lnTo>
                  <a:lnTo>
                    <a:pt x="0" y="1668"/>
                  </a:lnTo>
                  <a:lnTo>
                    <a:pt x="1364" y="2274"/>
                  </a:lnTo>
                  <a:lnTo>
                    <a:pt x="2880" y="2274"/>
                  </a:lnTo>
                  <a:lnTo>
                    <a:pt x="7731" y="7125"/>
                  </a:lnTo>
                  <a:lnTo>
                    <a:pt x="8034" y="9248"/>
                  </a:lnTo>
                  <a:lnTo>
                    <a:pt x="8944" y="8641"/>
                  </a:lnTo>
                  <a:lnTo>
                    <a:pt x="9247" y="7277"/>
                  </a:lnTo>
                  <a:lnTo>
                    <a:pt x="10308" y="6974"/>
                  </a:lnTo>
                  <a:lnTo>
                    <a:pt x="4396" y="1820"/>
                  </a:lnTo>
                  <a:lnTo>
                    <a:pt x="6064" y="1820"/>
                  </a:lnTo>
                  <a:lnTo>
                    <a:pt x="515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0" name="Google Shape;157;p7">
              <a:extLst>
                <a:ext uri="{FF2B5EF4-FFF2-40B4-BE49-F238E27FC236}">
                  <a16:creationId xmlns:a16="http://schemas.microsoft.com/office/drawing/2014/main" id="{F5E3F45E-0F62-7F05-8B78-D3138E9387B4}"/>
                </a:ext>
              </a:extLst>
            </p:cNvPr>
            <p:cNvSpPr/>
            <p:nvPr/>
          </p:nvSpPr>
          <p:spPr>
            <a:xfrm>
              <a:off x="3679250" y="2023725"/>
              <a:ext cx="18975" cy="30350"/>
            </a:xfrm>
            <a:custGeom>
              <a:avLst/>
              <a:gdLst/>
              <a:ahLst/>
              <a:cxnLst/>
              <a:rect l="l" t="t" r="r" b="b"/>
              <a:pathLst>
                <a:path w="759" h="1214" extrusionOk="0">
                  <a:moveTo>
                    <a:pt x="0" y="0"/>
                  </a:moveTo>
                  <a:lnTo>
                    <a:pt x="0" y="1062"/>
                  </a:lnTo>
                  <a:lnTo>
                    <a:pt x="455" y="1213"/>
                  </a:lnTo>
                  <a:lnTo>
                    <a:pt x="75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1" name="Google Shape;158;p7">
              <a:extLst>
                <a:ext uri="{FF2B5EF4-FFF2-40B4-BE49-F238E27FC236}">
                  <a16:creationId xmlns:a16="http://schemas.microsoft.com/office/drawing/2014/main" id="{180871A1-4FC6-D445-440A-27B6113168F2}"/>
                </a:ext>
              </a:extLst>
            </p:cNvPr>
            <p:cNvSpPr/>
            <p:nvPr/>
          </p:nvSpPr>
          <p:spPr>
            <a:xfrm>
              <a:off x="3398800" y="1803925"/>
              <a:ext cx="269100" cy="250150"/>
            </a:xfrm>
            <a:custGeom>
              <a:avLst/>
              <a:gdLst/>
              <a:ahLst/>
              <a:cxnLst/>
              <a:rect l="l" t="t" r="r" b="b"/>
              <a:pathLst>
                <a:path w="10764" h="10006" extrusionOk="0">
                  <a:moveTo>
                    <a:pt x="6367" y="0"/>
                  </a:moveTo>
                  <a:lnTo>
                    <a:pt x="1668" y="2729"/>
                  </a:lnTo>
                  <a:lnTo>
                    <a:pt x="0" y="2729"/>
                  </a:lnTo>
                  <a:lnTo>
                    <a:pt x="0" y="3487"/>
                  </a:lnTo>
                  <a:lnTo>
                    <a:pt x="1971" y="4548"/>
                  </a:lnTo>
                  <a:lnTo>
                    <a:pt x="2274" y="8034"/>
                  </a:lnTo>
                  <a:lnTo>
                    <a:pt x="5154" y="10005"/>
                  </a:lnTo>
                  <a:lnTo>
                    <a:pt x="6216" y="8792"/>
                  </a:lnTo>
                  <a:lnTo>
                    <a:pt x="10460" y="8792"/>
                  </a:lnTo>
                  <a:lnTo>
                    <a:pt x="10612" y="6973"/>
                  </a:lnTo>
                  <a:lnTo>
                    <a:pt x="10763" y="6973"/>
                  </a:lnTo>
                  <a:lnTo>
                    <a:pt x="9399" y="6367"/>
                  </a:lnTo>
                  <a:lnTo>
                    <a:pt x="10309" y="1971"/>
                  </a:lnTo>
                  <a:lnTo>
                    <a:pt x="6367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2" name="Google Shape;159;p7">
              <a:extLst>
                <a:ext uri="{FF2B5EF4-FFF2-40B4-BE49-F238E27FC236}">
                  <a16:creationId xmlns:a16="http://schemas.microsoft.com/office/drawing/2014/main" id="{CB07F582-794F-2813-110F-E716ECD8B586}"/>
                </a:ext>
              </a:extLst>
            </p:cNvPr>
            <p:cNvSpPr/>
            <p:nvPr/>
          </p:nvSpPr>
          <p:spPr>
            <a:xfrm>
              <a:off x="3557975" y="1784975"/>
              <a:ext cx="72025" cy="45500"/>
            </a:xfrm>
            <a:custGeom>
              <a:avLst/>
              <a:gdLst/>
              <a:ahLst/>
              <a:cxnLst/>
              <a:rect l="l" t="t" r="r" b="b"/>
              <a:pathLst>
                <a:path w="2881" h="1820" extrusionOk="0">
                  <a:moveTo>
                    <a:pt x="1061" y="0"/>
                  </a:moveTo>
                  <a:lnTo>
                    <a:pt x="0" y="758"/>
                  </a:lnTo>
                  <a:lnTo>
                    <a:pt x="2122" y="1819"/>
                  </a:lnTo>
                  <a:lnTo>
                    <a:pt x="2880" y="1516"/>
                  </a:lnTo>
                  <a:lnTo>
                    <a:pt x="2880" y="910"/>
                  </a:lnTo>
                  <a:lnTo>
                    <a:pt x="106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3" name="Google Shape;160;p7">
              <a:extLst>
                <a:ext uri="{FF2B5EF4-FFF2-40B4-BE49-F238E27FC236}">
                  <a16:creationId xmlns:a16="http://schemas.microsoft.com/office/drawing/2014/main" id="{575D4E85-0831-ED4E-2A08-4E216EDE7F47}"/>
                </a:ext>
              </a:extLst>
            </p:cNvPr>
            <p:cNvSpPr/>
            <p:nvPr/>
          </p:nvSpPr>
          <p:spPr>
            <a:xfrm>
              <a:off x="3584500" y="1758450"/>
              <a:ext cx="45500" cy="49275"/>
            </a:xfrm>
            <a:custGeom>
              <a:avLst/>
              <a:gdLst/>
              <a:ahLst/>
              <a:cxnLst/>
              <a:rect l="l" t="t" r="r" b="b"/>
              <a:pathLst>
                <a:path w="1820" h="1971" extrusionOk="0">
                  <a:moveTo>
                    <a:pt x="1819" y="0"/>
                  </a:moveTo>
                  <a:lnTo>
                    <a:pt x="0" y="1061"/>
                  </a:lnTo>
                  <a:lnTo>
                    <a:pt x="1819" y="1971"/>
                  </a:lnTo>
                  <a:lnTo>
                    <a:pt x="1819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4" name="Google Shape;161;p7">
              <a:extLst>
                <a:ext uri="{FF2B5EF4-FFF2-40B4-BE49-F238E27FC236}">
                  <a16:creationId xmlns:a16="http://schemas.microsoft.com/office/drawing/2014/main" id="{1F34A016-F0D8-1481-6BC5-C344A129BFFA}"/>
                </a:ext>
              </a:extLst>
            </p:cNvPr>
            <p:cNvSpPr/>
            <p:nvPr/>
          </p:nvSpPr>
          <p:spPr>
            <a:xfrm>
              <a:off x="3611025" y="1822875"/>
              <a:ext cx="18975" cy="15175"/>
            </a:xfrm>
            <a:custGeom>
              <a:avLst/>
              <a:gdLst/>
              <a:ahLst/>
              <a:cxnLst/>
              <a:rect l="l" t="t" r="r" b="b"/>
              <a:pathLst>
                <a:path w="759" h="607" extrusionOk="0">
                  <a:moveTo>
                    <a:pt x="758" y="0"/>
                  </a:moveTo>
                  <a:lnTo>
                    <a:pt x="0" y="303"/>
                  </a:lnTo>
                  <a:lnTo>
                    <a:pt x="607" y="606"/>
                  </a:lnTo>
                  <a:lnTo>
                    <a:pt x="75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5" name="Google Shape;162;p7">
              <a:extLst>
                <a:ext uri="{FF2B5EF4-FFF2-40B4-BE49-F238E27FC236}">
                  <a16:creationId xmlns:a16="http://schemas.microsoft.com/office/drawing/2014/main" id="{3082EC85-91B3-2A24-B90C-6D66F6C3BCF1}"/>
                </a:ext>
              </a:extLst>
            </p:cNvPr>
            <p:cNvSpPr/>
            <p:nvPr/>
          </p:nvSpPr>
          <p:spPr>
            <a:xfrm>
              <a:off x="3383625" y="1640950"/>
              <a:ext cx="140250" cy="189525"/>
            </a:xfrm>
            <a:custGeom>
              <a:avLst/>
              <a:gdLst/>
              <a:ahLst/>
              <a:cxnLst/>
              <a:rect l="l" t="t" r="r" b="b"/>
              <a:pathLst>
                <a:path w="5610" h="7581" extrusionOk="0">
                  <a:moveTo>
                    <a:pt x="456" y="1"/>
                  </a:moveTo>
                  <a:lnTo>
                    <a:pt x="456" y="2426"/>
                  </a:lnTo>
                  <a:lnTo>
                    <a:pt x="1820" y="2578"/>
                  </a:lnTo>
                  <a:lnTo>
                    <a:pt x="1820" y="4094"/>
                  </a:lnTo>
                  <a:lnTo>
                    <a:pt x="911" y="4548"/>
                  </a:lnTo>
                  <a:lnTo>
                    <a:pt x="1820" y="5913"/>
                  </a:lnTo>
                  <a:lnTo>
                    <a:pt x="1" y="7580"/>
                  </a:lnTo>
                  <a:lnTo>
                    <a:pt x="1" y="7580"/>
                  </a:lnTo>
                  <a:lnTo>
                    <a:pt x="2426" y="7277"/>
                  </a:lnTo>
                  <a:lnTo>
                    <a:pt x="4852" y="6822"/>
                  </a:lnTo>
                  <a:lnTo>
                    <a:pt x="5003" y="5913"/>
                  </a:lnTo>
                  <a:lnTo>
                    <a:pt x="5458" y="5913"/>
                  </a:lnTo>
                  <a:lnTo>
                    <a:pt x="5610" y="4852"/>
                  </a:lnTo>
                  <a:lnTo>
                    <a:pt x="3942" y="4548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FFFF6D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6" name="Google Shape;163;p7">
              <a:extLst>
                <a:ext uri="{FF2B5EF4-FFF2-40B4-BE49-F238E27FC236}">
                  <a16:creationId xmlns:a16="http://schemas.microsoft.com/office/drawing/2014/main" id="{E27B859E-D32B-D22F-FA10-FD0FC1901EAE}"/>
                </a:ext>
              </a:extLst>
            </p:cNvPr>
            <p:cNvSpPr/>
            <p:nvPr/>
          </p:nvSpPr>
          <p:spPr>
            <a:xfrm>
              <a:off x="3338150" y="1705375"/>
              <a:ext cx="45500" cy="34150"/>
            </a:xfrm>
            <a:custGeom>
              <a:avLst/>
              <a:gdLst/>
              <a:ahLst/>
              <a:cxnLst/>
              <a:rect l="l" t="t" r="r" b="b"/>
              <a:pathLst>
                <a:path w="1820" h="1366" extrusionOk="0">
                  <a:moveTo>
                    <a:pt x="1" y="1"/>
                  </a:moveTo>
                  <a:lnTo>
                    <a:pt x="1062" y="1365"/>
                  </a:lnTo>
                  <a:lnTo>
                    <a:pt x="1820" y="1062"/>
                  </a:lnTo>
                  <a:lnTo>
                    <a:pt x="1820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7" name="Google Shape;164;p7">
              <a:extLst>
                <a:ext uri="{FF2B5EF4-FFF2-40B4-BE49-F238E27FC236}">
                  <a16:creationId xmlns:a16="http://schemas.microsoft.com/office/drawing/2014/main" id="{98B48FCB-D1B3-E57D-5668-BB88BE4307C4}"/>
                </a:ext>
              </a:extLst>
            </p:cNvPr>
            <p:cNvSpPr/>
            <p:nvPr/>
          </p:nvSpPr>
          <p:spPr>
            <a:xfrm>
              <a:off x="3292675" y="1705375"/>
              <a:ext cx="75825" cy="98575"/>
            </a:xfrm>
            <a:custGeom>
              <a:avLst/>
              <a:gdLst/>
              <a:ahLst/>
              <a:cxnLst/>
              <a:rect l="l" t="t" r="r" b="b"/>
              <a:pathLst>
                <a:path w="3033" h="3943" extrusionOk="0">
                  <a:moveTo>
                    <a:pt x="1820" y="1"/>
                  </a:moveTo>
                  <a:lnTo>
                    <a:pt x="1" y="1213"/>
                  </a:lnTo>
                  <a:lnTo>
                    <a:pt x="1" y="3942"/>
                  </a:lnTo>
                  <a:lnTo>
                    <a:pt x="1062" y="3942"/>
                  </a:lnTo>
                  <a:lnTo>
                    <a:pt x="1062" y="3033"/>
                  </a:lnTo>
                  <a:lnTo>
                    <a:pt x="3033" y="3336"/>
                  </a:lnTo>
                  <a:lnTo>
                    <a:pt x="2881" y="1365"/>
                  </a:lnTo>
                  <a:lnTo>
                    <a:pt x="1820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8" name="Google Shape;165;p7">
              <a:extLst>
                <a:ext uri="{FF2B5EF4-FFF2-40B4-BE49-F238E27FC236}">
                  <a16:creationId xmlns:a16="http://schemas.microsoft.com/office/drawing/2014/main" id="{D4538B37-94E9-E508-9A45-FAB7EE83C181}"/>
                </a:ext>
              </a:extLst>
            </p:cNvPr>
            <p:cNvSpPr/>
            <p:nvPr/>
          </p:nvSpPr>
          <p:spPr>
            <a:xfrm>
              <a:off x="3281300" y="2004775"/>
              <a:ext cx="246375" cy="185725"/>
            </a:xfrm>
            <a:custGeom>
              <a:avLst/>
              <a:gdLst/>
              <a:ahLst/>
              <a:cxnLst/>
              <a:rect l="l" t="t" r="r" b="b"/>
              <a:pathLst>
                <a:path w="9855" h="7429" extrusionOk="0">
                  <a:moveTo>
                    <a:pt x="6974" y="0"/>
                  </a:moveTo>
                  <a:lnTo>
                    <a:pt x="1" y="152"/>
                  </a:lnTo>
                  <a:lnTo>
                    <a:pt x="1" y="1365"/>
                  </a:lnTo>
                  <a:lnTo>
                    <a:pt x="2123" y="1820"/>
                  </a:lnTo>
                  <a:lnTo>
                    <a:pt x="1365" y="7125"/>
                  </a:lnTo>
                  <a:lnTo>
                    <a:pt x="5761" y="7428"/>
                  </a:lnTo>
                  <a:lnTo>
                    <a:pt x="9854" y="1971"/>
                  </a:lnTo>
                  <a:lnTo>
                    <a:pt x="697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9" name="Google Shape;166;p7">
              <a:extLst>
                <a:ext uri="{FF2B5EF4-FFF2-40B4-BE49-F238E27FC236}">
                  <a16:creationId xmlns:a16="http://schemas.microsoft.com/office/drawing/2014/main" id="{C25C3F24-6F1F-3AF8-C88E-76DCC418C77F}"/>
                </a:ext>
              </a:extLst>
            </p:cNvPr>
            <p:cNvSpPr/>
            <p:nvPr/>
          </p:nvSpPr>
          <p:spPr>
            <a:xfrm>
              <a:off x="3520075" y="2095725"/>
              <a:ext cx="34125" cy="30350"/>
            </a:xfrm>
            <a:custGeom>
              <a:avLst/>
              <a:gdLst/>
              <a:ahLst/>
              <a:cxnLst/>
              <a:rect l="l" t="t" r="r" b="b"/>
              <a:pathLst>
                <a:path w="1365" h="1214" extrusionOk="0">
                  <a:moveTo>
                    <a:pt x="1365" y="1"/>
                  </a:moveTo>
                  <a:lnTo>
                    <a:pt x="0" y="1213"/>
                  </a:lnTo>
                  <a:lnTo>
                    <a:pt x="1365" y="1213"/>
                  </a:lnTo>
                  <a:lnTo>
                    <a:pt x="1365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0" name="Google Shape;167;p7">
              <a:extLst>
                <a:ext uri="{FF2B5EF4-FFF2-40B4-BE49-F238E27FC236}">
                  <a16:creationId xmlns:a16="http://schemas.microsoft.com/office/drawing/2014/main" id="{A62A0B50-DD6D-6A50-920F-0495EDC64BA5}"/>
                </a:ext>
              </a:extLst>
            </p:cNvPr>
            <p:cNvSpPr/>
            <p:nvPr/>
          </p:nvSpPr>
          <p:spPr>
            <a:xfrm>
              <a:off x="3940725" y="2031300"/>
              <a:ext cx="72050" cy="60675"/>
            </a:xfrm>
            <a:custGeom>
              <a:avLst/>
              <a:gdLst/>
              <a:ahLst/>
              <a:cxnLst/>
              <a:rect l="l" t="t" r="r" b="b"/>
              <a:pathLst>
                <a:path w="2882" h="2427" extrusionOk="0">
                  <a:moveTo>
                    <a:pt x="2275" y="1"/>
                  </a:moveTo>
                  <a:lnTo>
                    <a:pt x="1" y="455"/>
                  </a:lnTo>
                  <a:lnTo>
                    <a:pt x="153" y="2426"/>
                  </a:lnTo>
                  <a:lnTo>
                    <a:pt x="2881" y="1517"/>
                  </a:lnTo>
                  <a:lnTo>
                    <a:pt x="2275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1" name="Google Shape;168;p7">
              <a:extLst>
                <a:ext uri="{FF2B5EF4-FFF2-40B4-BE49-F238E27FC236}">
                  <a16:creationId xmlns:a16="http://schemas.microsoft.com/office/drawing/2014/main" id="{02BEDB93-5B66-1239-462F-EA8C634175D0}"/>
                </a:ext>
              </a:extLst>
            </p:cNvPr>
            <p:cNvSpPr/>
            <p:nvPr/>
          </p:nvSpPr>
          <p:spPr>
            <a:xfrm>
              <a:off x="3902825" y="1928975"/>
              <a:ext cx="94775" cy="113725"/>
            </a:xfrm>
            <a:custGeom>
              <a:avLst/>
              <a:gdLst/>
              <a:ahLst/>
              <a:cxnLst/>
              <a:rect l="l" t="t" r="r" b="b"/>
              <a:pathLst>
                <a:path w="3791" h="4549" extrusionOk="0">
                  <a:moveTo>
                    <a:pt x="1517" y="1"/>
                  </a:moveTo>
                  <a:lnTo>
                    <a:pt x="1" y="304"/>
                  </a:lnTo>
                  <a:lnTo>
                    <a:pt x="456" y="3032"/>
                  </a:lnTo>
                  <a:lnTo>
                    <a:pt x="1517" y="4548"/>
                  </a:lnTo>
                  <a:lnTo>
                    <a:pt x="3791" y="4094"/>
                  </a:lnTo>
                  <a:lnTo>
                    <a:pt x="3184" y="2881"/>
                  </a:lnTo>
                  <a:lnTo>
                    <a:pt x="151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2" name="Google Shape;169;p7">
              <a:extLst>
                <a:ext uri="{FF2B5EF4-FFF2-40B4-BE49-F238E27FC236}">
                  <a16:creationId xmlns:a16="http://schemas.microsoft.com/office/drawing/2014/main" id="{2805E96E-9ED7-FC20-389D-382319E79893}"/>
                </a:ext>
              </a:extLst>
            </p:cNvPr>
            <p:cNvSpPr/>
            <p:nvPr/>
          </p:nvSpPr>
          <p:spPr>
            <a:xfrm>
              <a:off x="3762625" y="1921400"/>
              <a:ext cx="75800" cy="45500"/>
            </a:xfrm>
            <a:custGeom>
              <a:avLst/>
              <a:gdLst/>
              <a:ahLst/>
              <a:cxnLst/>
              <a:rect l="l" t="t" r="r" b="b"/>
              <a:pathLst>
                <a:path w="3032" h="1820" extrusionOk="0">
                  <a:moveTo>
                    <a:pt x="0" y="0"/>
                  </a:moveTo>
                  <a:lnTo>
                    <a:pt x="910" y="1820"/>
                  </a:lnTo>
                  <a:lnTo>
                    <a:pt x="1213" y="1820"/>
                  </a:lnTo>
                  <a:lnTo>
                    <a:pt x="2426" y="1062"/>
                  </a:lnTo>
                  <a:lnTo>
                    <a:pt x="3032" y="152"/>
                  </a:lnTo>
                  <a:lnTo>
                    <a:pt x="2577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3" name="Google Shape;170;p7">
              <a:extLst>
                <a:ext uri="{FF2B5EF4-FFF2-40B4-BE49-F238E27FC236}">
                  <a16:creationId xmlns:a16="http://schemas.microsoft.com/office/drawing/2014/main" id="{ADE6265D-7F7D-81FE-1003-83189906CB97}"/>
                </a:ext>
              </a:extLst>
            </p:cNvPr>
            <p:cNvSpPr/>
            <p:nvPr/>
          </p:nvSpPr>
          <p:spPr>
            <a:xfrm>
              <a:off x="4073375" y="2065400"/>
              <a:ext cx="420700" cy="128900"/>
            </a:xfrm>
            <a:custGeom>
              <a:avLst/>
              <a:gdLst/>
              <a:ahLst/>
              <a:cxnLst/>
              <a:rect l="l" t="t" r="r" b="b"/>
              <a:pathLst>
                <a:path w="16828" h="5156" extrusionOk="0">
                  <a:moveTo>
                    <a:pt x="13341" y="1"/>
                  </a:moveTo>
                  <a:lnTo>
                    <a:pt x="2881" y="304"/>
                  </a:lnTo>
                  <a:lnTo>
                    <a:pt x="1971" y="1365"/>
                  </a:lnTo>
                  <a:lnTo>
                    <a:pt x="1" y="1365"/>
                  </a:lnTo>
                  <a:lnTo>
                    <a:pt x="1668" y="4700"/>
                  </a:lnTo>
                  <a:lnTo>
                    <a:pt x="9248" y="5155"/>
                  </a:lnTo>
                  <a:lnTo>
                    <a:pt x="16827" y="3639"/>
                  </a:lnTo>
                  <a:lnTo>
                    <a:pt x="16827" y="2426"/>
                  </a:lnTo>
                  <a:lnTo>
                    <a:pt x="15918" y="607"/>
                  </a:lnTo>
                  <a:lnTo>
                    <a:pt x="1334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4" name="Google Shape;171;p7">
              <a:extLst>
                <a:ext uri="{FF2B5EF4-FFF2-40B4-BE49-F238E27FC236}">
                  <a16:creationId xmlns:a16="http://schemas.microsoft.com/office/drawing/2014/main" id="{BA0B806B-53D5-BB1F-FFBF-4FC88BBBD2E1}"/>
                </a:ext>
              </a:extLst>
            </p:cNvPr>
            <p:cNvSpPr/>
            <p:nvPr/>
          </p:nvSpPr>
          <p:spPr>
            <a:xfrm>
              <a:off x="4073375" y="2038875"/>
              <a:ext cx="45500" cy="41725"/>
            </a:xfrm>
            <a:custGeom>
              <a:avLst/>
              <a:gdLst/>
              <a:ahLst/>
              <a:cxnLst/>
              <a:rect l="l" t="t" r="r" b="b"/>
              <a:pathLst>
                <a:path w="1820" h="1669" extrusionOk="0">
                  <a:moveTo>
                    <a:pt x="1062" y="1"/>
                  </a:moveTo>
                  <a:lnTo>
                    <a:pt x="1" y="456"/>
                  </a:lnTo>
                  <a:lnTo>
                    <a:pt x="1" y="1668"/>
                  </a:lnTo>
                  <a:lnTo>
                    <a:pt x="1820" y="1668"/>
                  </a:lnTo>
                  <a:lnTo>
                    <a:pt x="106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5" name="Google Shape;172;p7">
              <a:extLst>
                <a:ext uri="{FF2B5EF4-FFF2-40B4-BE49-F238E27FC236}">
                  <a16:creationId xmlns:a16="http://schemas.microsoft.com/office/drawing/2014/main" id="{369C451B-DBED-46CF-DDB9-0429AEDBEC04}"/>
                </a:ext>
              </a:extLst>
            </p:cNvPr>
            <p:cNvSpPr/>
            <p:nvPr/>
          </p:nvSpPr>
          <p:spPr>
            <a:xfrm>
              <a:off x="3834625" y="1955500"/>
              <a:ext cx="79600" cy="75825"/>
            </a:xfrm>
            <a:custGeom>
              <a:avLst/>
              <a:gdLst/>
              <a:ahLst/>
              <a:cxnLst/>
              <a:rect l="l" t="t" r="r" b="b"/>
              <a:pathLst>
                <a:path w="3184" h="3033" extrusionOk="0">
                  <a:moveTo>
                    <a:pt x="2729" y="1"/>
                  </a:moveTo>
                  <a:lnTo>
                    <a:pt x="0" y="456"/>
                  </a:lnTo>
                  <a:lnTo>
                    <a:pt x="1213" y="2881"/>
                  </a:lnTo>
                  <a:lnTo>
                    <a:pt x="1819" y="3033"/>
                  </a:lnTo>
                  <a:lnTo>
                    <a:pt x="3184" y="1971"/>
                  </a:lnTo>
                  <a:lnTo>
                    <a:pt x="2729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6" name="Google Shape;173;p7">
              <a:extLst>
                <a:ext uri="{FF2B5EF4-FFF2-40B4-BE49-F238E27FC236}">
                  <a16:creationId xmlns:a16="http://schemas.microsoft.com/office/drawing/2014/main" id="{011286EA-FD39-DA3C-5970-91B6883AC757}"/>
                </a:ext>
              </a:extLst>
            </p:cNvPr>
            <p:cNvSpPr/>
            <p:nvPr/>
          </p:nvSpPr>
          <p:spPr>
            <a:xfrm>
              <a:off x="3918000" y="2050250"/>
              <a:ext cx="155400" cy="140250"/>
            </a:xfrm>
            <a:custGeom>
              <a:avLst/>
              <a:gdLst/>
              <a:ahLst/>
              <a:cxnLst/>
              <a:rect l="l" t="t" r="r" b="b"/>
              <a:pathLst>
                <a:path w="6216" h="5610" extrusionOk="0">
                  <a:moveTo>
                    <a:pt x="6216" y="1"/>
                  </a:moveTo>
                  <a:lnTo>
                    <a:pt x="0" y="1971"/>
                  </a:lnTo>
                  <a:lnTo>
                    <a:pt x="910" y="3032"/>
                  </a:lnTo>
                  <a:lnTo>
                    <a:pt x="2577" y="3487"/>
                  </a:lnTo>
                  <a:lnTo>
                    <a:pt x="1516" y="3790"/>
                  </a:lnTo>
                  <a:lnTo>
                    <a:pt x="2881" y="5609"/>
                  </a:lnTo>
                  <a:lnTo>
                    <a:pt x="3790" y="4245"/>
                  </a:lnTo>
                  <a:lnTo>
                    <a:pt x="2729" y="2123"/>
                  </a:lnTo>
                  <a:lnTo>
                    <a:pt x="4700" y="1213"/>
                  </a:lnTo>
                  <a:lnTo>
                    <a:pt x="6216" y="1213"/>
                  </a:lnTo>
                  <a:lnTo>
                    <a:pt x="621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7" name="Google Shape;174;p7">
              <a:extLst>
                <a:ext uri="{FF2B5EF4-FFF2-40B4-BE49-F238E27FC236}">
                  <a16:creationId xmlns:a16="http://schemas.microsoft.com/office/drawing/2014/main" id="{388033F5-AE32-8BF1-F4E0-840DAF498472}"/>
                </a:ext>
              </a:extLst>
            </p:cNvPr>
            <p:cNvSpPr/>
            <p:nvPr/>
          </p:nvSpPr>
          <p:spPr>
            <a:xfrm>
              <a:off x="3792925" y="1925200"/>
              <a:ext cx="109925" cy="102350"/>
            </a:xfrm>
            <a:custGeom>
              <a:avLst/>
              <a:gdLst/>
              <a:ahLst/>
              <a:cxnLst/>
              <a:rect l="l" t="t" r="r" b="b"/>
              <a:pathLst>
                <a:path w="4397" h="4094" extrusionOk="0">
                  <a:moveTo>
                    <a:pt x="1820" y="0"/>
                  </a:moveTo>
                  <a:lnTo>
                    <a:pt x="1214" y="910"/>
                  </a:lnTo>
                  <a:lnTo>
                    <a:pt x="1" y="1668"/>
                  </a:lnTo>
                  <a:lnTo>
                    <a:pt x="456" y="1668"/>
                  </a:lnTo>
                  <a:lnTo>
                    <a:pt x="2426" y="3941"/>
                  </a:lnTo>
                  <a:lnTo>
                    <a:pt x="2881" y="4093"/>
                  </a:lnTo>
                  <a:lnTo>
                    <a:pt x="1668" y="1668"/>
                  </a:lnTo>
                  <a:lnTo>
                    <a:pt x="4397" y="1213"/>
                  </a:lnTo>
                  <a:lnTo>
                    <a:pt x="4397" y="455"/>
                  </a:lnTo>
                  <a:lnTo>
                    <a:pt x="3639" y="606"/>
                  </a:lnTo>
                  <a:lnTo>
                    <a:pt x="182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8" name="Google Shape;175;p7">
              <a:extLst>
                <a:ext uri="{FF2B5EF4-FFF2-40B4-BE49-F238E27FC236}">
                  <a16:creationId xmlns:a16="http://schemas.microsoft.com/office/drawing/2014/main" id="{EE7ED145-BC0B-A973-99A8-11F1E8A2309A}"/>
                </a:ext>
              </a:extLst>
            </p:cNvPr>
            <p:cNvSpPr/>
            <p:nvPr/>
          </p:nvSpPr>
          <p:spPr>
            <a:xfrm>
              <a:off x="3880100" y="2004775"/>
              <a:ext cx="64450" cy="94775"/>
            </a:xfrm>
            <a:custGeom>
              <a:avLst/>
              <a:gdLst/>
              <a:ahLst/>
              <a:cxnLst/>
              <a:rect l="l" t="t" r="r" b="b"/>
              <a:pathLst>
                <a:path w="2578" h="3791" extrusionOk="0">
                  <a:moveTo>
                    <a:pt x="1365" y="0"/>
                  </a:moveTo>
                  <a:lnTo>
                    <a:pt x="0" y="1062"/>
                  </a:lnTo>
                  <a:lnTo>
                    <a:pt x="1365" y="3639"/>
                  </a:lnTo>
                  <a:lnTo>
                    <a:pt x="1516" y="3790"/>
                  </a:lnTo>
                  <a:lnTo>
                    <a:pt x="2578" y="3487"/>
                  </a:lnTo>
                  <a:lnTo>
                    <a:pt x="2426" y="1516"/>
                  </a:lnTo>
                  <a:lnTo>
                    <a:pt x="1820" y="758"/>
                  </a:lnTo>
                  <a:lnTo>
                    <a:pt x="1365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39" name="Google Shape;176;p7">
              <a:extLst>
                <a:ext uri="{FF2B5EF4-FFF2-40B4-BE49-F238E27FC236}">
                  <a16:creationId xmlns:a16="http://schemas.microsoft.com/office/drawing/2014/main" id="{6AAF703D-0EF2-836A-4BE7-067A54069571}"/>
                </a:ext>
              </a:extLst>
            </p:cNvPr>
            <p:cNvSpPr/>
            <p:nvPr/>
          </p:nvSpPr>
          <p:spPr>
            <a:xfrm>
              <a:off x="3982425" y="1989625"/>
              <a:ext cx="132675" cy="79600"/>
            </a:xfrm>
            <a:custGeom>
              <a:avLst/>
              <a:gdLst/>
              <a:ahLst/>
              <a:cxnLst/>
              <a:rect l="l" t="t" r="r" b="b"/>
              <a:pathLst>
                <a:path w="5307" h="3184" extrusionOk="0">
                  <a:moveTo>
                    <a:pt x="4093" y="0"/>
                  </a:moveTo>
                  <a:lnTo>
                    <a:pt x="0" y="455"/>
                  </a:lnTo>
                  <a:lnTo>
                    <a:pt x="1213" y="3184"/>
                  </a:lnTo>
                  <a:lnTo>
                    <a:pt x="4700" y="1971"/>
                  </a:lnTo>
                  <a:lnTo>
                    <a:pt x="5306" y="303"/>
                  </a:lnTo>
                  <a:lnTo>
                    <a:pt x="409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0" name="Google Shape;177;p7">
              <a:extLst>
                <a:ext uri="{FF2B5EF4-FFF2-40B4-BE49-F238E27FC236}">
                  <a16:creationId xmlns:a16="http://schemas.microsoft.com/office/drawing/2014/main" id="{54E532D0-3B4D-F9B4-1F5D-9A4E9041E41C}"/>
                </a:ext>
              </a:extLst>
            </p:cNvPr>
            <p:cNvSpPr/>
            <p:nvPr/>
          </p:nvSpPr>
          <p:spPr>
            <a:xfrm>
              <a:off x="4675950" y="2463350"/>
              <a:ext cx="34125" cy="45500"/>
            </a:xfrm>
            <a:custGeom>
              <a:avLst/>
              <a:gdLst/>
              <a:ahLst/>
              <a:cxnLst/>
              <a:rect l="l" t="t" r="r" b="b"/>
              <a:pathLst>
                <a:path w="1365" h="1820" extrusionOk="0">
                  <a:moveTo>
                    <a:pt x="304" y="0"/>
                  </a:moveTo>
                  <a:lnTo>
                    <a:pt x="1" y="1364"/>
                  </a:lnTo>
                  <a:lnTo>
                    <a:pt x="759" y="1819"/>
                  </a:lnTo>
                  <a:lnTo>
                    <a:pt x="1365" y="1364"/>
                  </a:lnTo>
                  <a:lnTo>
                    <a:pt x="30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1" name="Google Shape;178;p7">
              <a:extLst>
                <a:ext uri="{FF2B5EF4-FFF2-40B4-BE49-F238E27FC236}">
                  <a16:creationId xmlns:a16="http://schemas.microsoft.com/office/drawing/2014/main" id="{C808597A-7546-A5D8-00DA-FA3ABB01E0C2}"/>
                </a:ext>
              </a:extLst>
            </p:cNvPr>
            <p:cNvSpPr/>
            <p:nvPr/>
          </p:nvSpPr>
          <p:spPr>
            <a:xfrm>
              <a:off x="4209800" y="2217000"/>
              <a:ext cx="53100" cy="26550"/>
            </a:xfrm>
            <a:custGeom>
              <a:avLst/>
              <a:gdLst/>
              <a:ahLst/>
              <a:cxnLst/>
              <a:rect l="l" t="t" r="r" b="b"/>
              <a:pathLst>
                <a:path w="2124" h="1062" extrusionOk="0">
                  <a:moveTo>
                    <a:pt x="2123" y="1"/>
                  </a:moveTo>
                  <a:lnTo>
                    <a:pt x="1" y="759"/>
                  </a:lnTo>
                  <a:lnTo>
                    <a:pt x="1517" y="1062"/>
                  </a:lnTo>
                  <a:lnTo>
                    <a:pt x="212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2" name="Google Shape;179;p7">
              <a:extLst>
                <a:ext uri="{FF2B5EF4-FFF2-40B4-BE49-F238E27FC236}">
                  <a16:creationId xmlns:a16="http://schemas.microsoft.com/office/drawing/2014/main" id="{A2A889EB-1301-AAA0-8546-D67284E6006F}"/>
                </a:ext>
              </a:extLst>
            </p:cNvPr>
            <p:cNvSpPr/>
            <p:nvPr/>
          </p:nvSpPr>
          <p:spPr>
            <a:xfrm>
              <a:off x="4296975" y="2277650"/>
              <a:ext cx="87200" cy="106125"/>
            </a:xfrm>
            <a:custGeom>
              <a:avLst/>
              <a:gdLst/>
              <a:ahLst/>
              <a:cxnLst/>
              <a:rect l="l" t="t" r="r" b="b"/>
              <a:pathLst>
                <a:path w="3488" h="4245" extrusionOk="0">
                  <a:moveTo>
                    <a:pt x="3184" y="0"/>
                  </a:moveTo>
                  <a:lnTo>
                    <a:pt x="1213" y="1061"/>
                  </a:lnTo>
                  <a:lnTo>
                    <a:pt x="1" y="303"/>
                  </a:lnTo>
                  <a:lnTo>
                    <a:pt x="1" y="4245"/>
                  </a:lnTo>
                  <a:lnTo>
                    <a:pt x="910" y="4245"/>
                  </a:lnTo>
                  <a:lnTo>
                    <a:pt x="2123" y="3790"/>
                  </a:lnTo>
                  <a:lnTo>
                    <a:pt x="2426" y="1516"/>
                  </a:lnTo>
                  <a:lnTo>
                    <a:pt x="3487" y="1061"/>
                  </a:lnTo>
                  <a:lnTo>
                    <a:pt x="318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3" name="Google Shape;180;p7">
              <a:extLst>
                <a:ext uri="{FF2B5EF4-FFF2-40B4-BE49-F238E27FC236}">
                  <a16:creationId xmlns:a16="http://schemas.microsoft.com/office/drawing/2014/main" id="{1228ADB4-FC6A-B198-BB66-DE5EEEC5EEB4}"/>
                </a:ext>
              </a:extLst>
            </p:cNvPr>
            <p:cNvSpPr/>
            <p:nvPr/>
          </p:nvSpPr>
          <p:spPr>
            <a:xfrm>
              <a:off x="4296975" y="2304175"/>
              <a:ext cx="504075" cy="420675"/>
            </a:xfrm>
            <a:custGeom>
              <a:avLst/>
              <a:gdLst/>
              <a:ahLst/>
              <a:cxnLst/>
              <a:rect l="l" t="t" r="r" b="b"/>
              <a:pathLst>
                <a:path w="20163" h="16827" extrusionOk="0">
                  <a:moveTo>
                    <a:pt x="3487" y="0"/>
                  </a:moveTo>
                  <a:lnTo>
                    <a:pt x="2426" y="455"/>
                  </a:lnTo>
                  <a:lnTo>
                    <a:pt x="2123" y="2729"/>
                  </a:lnTo>
                  <a:lnTo>
                    <a:pt x="910" y="3184"/>
                  </a:lnTo>
                  <a:lnTo>
                    <a:pt x="1" y="3184"/>
                  </a:lnTo>
                  <a:lnTo>
                    <a:pt x="7580" y="16372"/>
                  </a:lnTo>
                  <a:lnTo>
                    <a:pt x="7732" y="16827"/>
                  </a:lnTo>
                  <a:lnTo>
                    <a:pt x="8641" y="15462"/>
                  </a:lnTo>
                  <a:lnTo>
                    <a:pt x="11218" y="15766"/>
                  </a:lnTo>
                  <a:lnTo>
                    <a:pt x="11067" y="16827"/>
                  </a:lnTo>
                  <a:lnTo>
                    <a:pt x="14856" y="14856"/>
                  </a:lnTo>
                  <a:lnTo>
                    <a:pt x="20162" y="13340"/>
                  </a:lnTo>
                  <a:lnTo>
                    <a:pt x="20162" y="10612"/>
                  </a:lnTo>
                  <a:lnTo>
                    <a:pt x="17434" y="10157"/>
                  </a:lnTo>
                  <a:lnTo>
                    <a:pt x="16524" y="8641"/>
                  </a:lnTo>
                  <a:lnTo>
                    <a:pt x="14856" y="7428"/>
                  </a:lnTo>
                  <a:lnTo>
                    <a:pt x="12734" y="3942"/>
                  </a:lnTo>
                  <a:lnTo>
                    <a:pt x="11825" y="3942"/>
                  </a:lnTo>
                  <a:lnTo>
                    <a:pt x="11067" y="3184"/>
                  </a:lnTo>
                  <a:lnTo>
                    <a:pt x="9248" y="3032"/>
                  </a:lnTo>
                  <a:lnTo>
                    <a:pt x="3487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4" name="Google Shape;181;p7">
              <a:extLst>
                <a:ext uri="{FF2B5EF4-FFF2-40B4-BE49-F238E27FC236}">
                  <a16:creationId xmlns:a16="http://schemas.microsoft.com/office/drawing/2014/main" id="{CB2AFC93-1235-B05E-DC7B-8AF9AE067E84}"/>
                </a:ext>
              </a:extLst>
            </p:cNvPr>
            <p:cNvSpPr/>
            <p:nvPr/>
          </p:nvSpPr>
          <p:spPr>
            <a:xfrm>
              <a:off x="4554675" y="2357225"/>
              <a:ext cx="60675" cy="45500"/>
            </a:xfrm>
            <a:custGeom>
              <a:avLst/>
              <a:gdLst/>
              <a:ahLst/>
              <a:cxnLst/>
              <a:rect l="l" t="t" r="r" b="b"/>
              <a:pathLst>
                <a:path w="2427" h="1820" extrusionOk="0">
                  <a:moveTo>
                    <a:pt x="152" y="0"/>
                  </a:moveTo>
                  <a:lnTo>
                    <a:pt x="1" y="1062"/>
                  </a:lnTo>
                  <a:lnTo>
                    <a:pt x="759" y="1062"/>
                  </a:lnTo>
                  <a:lnTo>
                    <a:pt x="1517" y="1820"/>
                  </a:lnTo>
                  <a:lnTo>
                    <a:pt x="2426" y="1820"/>
                  </a:lnTo>
                  <a:lnTo>
                    <a:pt x="121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5" name="Google Shape;182;p7">
              <a:extLst>
                <a:ext uri="{FF2B5EF4-FFF2-40B4-BE49-F238E27FC236}">
                  <a16:creationId xmlns:a16="http://schemas.microsoft.com/office/drawing/2014/main" id="{DEF572EB-62D3-F45C-8FE4-AA1A8725DA22}"/>
                </a:ext>
              </a:extLst>
            </p:cNvPr>
            <p:cNvSpPr/>
            <p:nvPr/>
          </p:nvSpPr>
          <p:spPr>
            <a:xfrm>
              <a:off x="4376550" y="2156375"/>
              <a:ext cx="235000" cy="227400"/>
            </a:xfrm>
            <a:custGeom>
              <a:avLst/>
              <a:gdLst/>
              <a:ahLst/>
              <a:cxnLst/>
              <a:rect l="l" t="t" r="r" b="b"/>
              <a:pathLst>
                <a:path w="9400" h="9096" extrusionOk="0">
                  <a:moveTo>
                    <a:pt x="4700" y="0"/>
                  </a:moveTo>
                  <a:lnTo>
                    <a:pt x="2426" y="455"/>
                  </a:lnTo>
                  <a:lnTo>
                    <a:pt x="1668" y="3790"/>
                  </a:lnTo>
                  <a:lnTo>
                    <a:pt x="1" y="4851"/>
                  </a:lnTo>
                  <a:lnTo>
                    <a:pt x="304" y="6064"/>
                  </a:lnTo>
                  <a:lnTo>
                    <a:pt x="6065" y="8944"/>
                  </a:lnTo>
                  <a:lnTo>
                    <a:pt x="7126" y="9096"/>
                  </a:lnTo>
                  <a:lnTo>
                    <a:pt x="7277" y="8034"/>
                  </a:lnTo>
                  <a:lnTo>
                    <a:pt x="9400" y="8034"/>
                  </a:lnTo>
                  <a:lnTo>
                    <a:pt x="470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6" name="Google Shape;183;p7">
              <a:extLst>
                <a:ext uri="{FF2B5EF4-FFF2-40B4-BE49-F238E27FC236}">
                  <a16:creationId xmlns:a16="http://schemas.microsoft.com/office/drawing/2014/main" id="{5AC3B983-E743-0EF3-2ABE-B2D41B74B897}"/>
                </a:ext>
              </a:extLst>
            </p:cNvPr>
            <p:cNvSpPr/>
            <p:nvPr/>
          </p:nvSpPr>
          <p:spPr>
            <a:xfrm>
              <a:off x="4710050" y="2486075"/>
              <a:ext cx="117525" cy="79600"/>
            </a:xfrm>
            <a:custGeom>
              <a:avLst/>
              <a:gdLst/>
              <a:ahLst/>
              <a:cxnLst/>
              <a:rect l="l" t="t" r="r" b="b"/>
              <a:pathLst>
                <a:path w="4701" h="3184" extrusionOk="0">
                  <a:moveTo>
                    <a:pt x="3639" y="1"/>
                  </a:moveTo>
                  <a:lnTo>
                    <a:pt x="2123" y="1820"/>
                  </a:lnTo>
                  <a:lnTo>
                    <a:pt x="1" y="1365"/>
                  </a:lnTo>
                  <a:lnTo>
                    <a:pt x="911" y="2881"/>
                  </a:lnTo>
                  <a:lnTo>
                    <a:pt x="2426" y="3184"/>
                  </a:lnTo>
                  <a:lnTo>
                    <a:pt x="4700" y="910"/>
                  </a:lnTo>
                  <a:lnTo>
                    <a:pt x="3639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7" name="Google Shape;184;p7">
              <a:extLst>
                <a:ext uri="{FF2B5EF4-FFF2-40B4-BE49-F238E27FC236}">
                  <a16:creationId xmlns:a16="http://schemas.microsoft.com/office/drawing/2014/main" id="{3B1F857A-B64F-CE93-5394-41AE856588A1}"/>
                </a:ext>
              </a:extLst>
            </p:cNvPr>
            <p:cNvSpPr/>
            <p:nvPr/>
          </p:nvSpPr>
          <p:spPr>
            <a:xfrm>
              <a:off x="4736600" y="2508825"/>
              <a:ext cx="159175" cy="216025"/>
            </a:xfrm>
            <a:custGeom>
              <a:avLst/>
              <a:gdLst/>
              <a:ahLst/>
              <a:cxnLst/>
              <a:rect l="l" t="t" r="r" b="b"/>
              <a:pathLst>
                <a:path w="6367" h="8641" extrusionOk="0">
                  <a:moveTo>
                    <a:pt x="3638" y="0"/>
                  </a:moveTo>
                  <a:lnTo>
                    <a:pt x="1364" y="2274"/>
                  </a:lnTo>
                  <a:lnTo>
                    <a:pt x="2577" y="2426"/>
                  </a:lnTo>
                  <a:lnTo>
                    <a:pt x="2577" y="5154"/>
                  </a:lnTo>
                  <a:lnTo>
                    <a:pt x="0" y="5912"/>
                  </a:lnTo>
                  <a:lnTo>
                    <a:pt x="0" y="7580"/>
                  </a:lnTo>
                  <a:lnTo>
                    <a:pt x="1364" y="8641"/>
                  </a:lnTo>
                  <a:lnTo>
                    <a:pt x="6367" y="2426"/>
                  </a:lnTo>
                  <a:lnTo>
                    <a:pt x="363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8" name="Google Shape;185;p7">
              <a:extLst>
                <a:ext uri="{FF2B5EF4-FFF2-40B4-BE49-F238E27FC236}">
                  <a16:creationId xmlns:a16="http://schemas.microsoft.com/office/drawing/2014/main" id="{19688438-C2D9-1AAF-633C-9CFC2E6758CB}"/>
                </a:ext>
              </a:extLst>
            </p:cNvPr>
            <p:cNvSpPr/>
            <p:nvPr/>
          </p:nvSpPr>
          <p:spPr>
            <a:xfrm>
              <a:off x="4296975" y="2167725"/>
              <a:ext cx="140250" cy="136475"/>
            </a:xfrm>
            <a:custGeom>
              <a:avLst/>
              <a:gdLst/>
              <a:ahLst/>
              <a:cxnLst/>
              <a:rect l="l" t="t" r="r" b="b"/>
              <a:pathLst>
                <a:path w="5610" h="5459" extrusionOk="0">
                  <a:moveTo>
                    <a:pt x="5609" y="1"/>
                  </a:moveTo>
                  <a:lnTo>
                    <a:pt x="304" y="1062"/>
                  </a:lnTo>
                  <a:lnTo>
                    <a:pt x="1" y="2730"/>
                  </a:lnTo>
                  <a:lnTo>
                    <a:pt x="910" y="3033"/>
                  </a:lnTo>
                  <a:lnTo>
                    <a:pt x="1" y="4700"/>
                  </a:lnTo>
                  <a:lnTo>
                    <a:pt x="1213" y="5458"/>
                  </a:lnTo>
                  <a:lnTo>
                    <a:pt x="4851" y="3336"/>
                  </a:lnTo>
                  <a:lnTo>
                    <a:pt x="5609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49" name="Google Shape;186;p7">
              <a:extLst>
                <a:ext uri="{FF2B5EF4-FFF2-40B4-BE49-F238E27FC236}">
                  <a16:creationId xmlns:a16="http://schemas.microsoft.com/office/drawing/2014/main" id="{ED7B8B4D-C48C-A546-70E0-FB0C6A044CD0}"/>
                </a:ext>
              </a:extLst>
            </p:cNvPr>
            <p:cNvSpPr/>
            <p:nvPr/>
          </p:nvSpPr>
          <p:spPr>
            <a:xfrm>
              <a:off x="4490250" y="2656625"/>
              <a:ext cx="280475" cy="178125"/>
            </a:xfrm>
            <a:custGeom>
              <a:avLst/>
              <a:gdLst/>
              <a:ahLst/>
              <a:cxnLst/>
              <a:rect l="l" t="t" r="r" b="b"/>
              <a:pathLst>
                <a:path w="11219" h="7125" extrusionOk="0">
                  <a:moveTo>
                    <a:pt x="9854" y="0"/>
                  </a:moveTo>
                  <a:lnTo>
                    <a:pt x="7125" y="758"/>
                  </a:lnTo>
                  <a:lnTo>
                    <a:pt x="3336" y="2729"/>
                  </a:lnTo>
                  <a:lnTo>
                    <a:pt x="3487" y="1668"/>
                  </a:lnTo>
                  <a:lnTo>
                    <a:pt x="910" y="1364"/>
                  </a:lnTo>
                  <a:lnTo>
                    <a:pt x="1" y="2729"/>
                  </a:lnTo>
                  <a:lnTo>
                    <a:pt x="1365" y="7125"/>
                  </a:lnTo>
                  <a:lnTo>
                    <a:pt x="11218" y="2729"/>
                  </a:lnTo>
                  <a:lnTo>
                    <a:pt x="9854" y="1668"/>
                  </a:lnTo>
                  <a:lnTo>
                    <a:pt x="985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0" name="Google Shape;187;p7">
              <a:extLst>
                <a:ext uri="{FF2B5EF4-FFF2-40B4-BE49-F238E27FC236}">
                  <a16:creationId xmlns:a16="http://schemas.microsoft.com/office/drawing/2014/main" id="{615FD9AB-AA65-3C7B-7919-B0C56E1845F7}"/>
                </a:ext>
              </a:extLst>
            </p:cNvPr>
            <p:cNvSpPr/>
            <p:nvPr/>
          </p:nvSpPr>
          <p:spPr>
            <a:xfrm>
              <a:off x="4289400" y="2235950"/>
              <a:ext cx="30350" cy="49300"/>
            </a:xfrm>
            <a:custGeom>
              <a:avLst/>
              <a:gdLst/>
              <a:ahLst/>
              <a:cxnLst/>
              <a:rect l="l" t="t" r="r" b="b"/>
              <a:pathLst>
                <a:path w="1214" h="1972" extrusionOk="0">
                  <a:moveTo>
                    <a:pt x="304" y="1"/>
                  </a:moveTo>
                  <a:lnTo>
                    <a:pt x="0" y="1668"/>
                  </a:lnTo>
                  <a:lnTo>
                    <a:pt x="304" y="1971"/>
                  </a:lnTo>
                  <a:lnTo>
                    <a:pt x="1213" y="304"/>
                  </a:lnTo>
                  <a:lnTo>
                    <a:pt x="304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1" name="Google Shape;188;p7">
              <a:extLst>
                <a:ext uri="{FF2B5EF4-FFF2-40B4-BE49-F238E27FC236}">
                  <a16:creationId xmlns:a16="http://schemas.microsoft.com/office/drawing/2014/main" id="{BDCE362B-FE9A-26CF-70ED-9BC4EDF4A017}"/>
                </a:ext>
              </a:extLst>
            </p:cNvPr>
            <p:cNvSpPr/>
            <p:nvPr/>
          </p:nvSpPr>
          <p:spPr>
            <a:xfrm>
              <a:off x="4270450" y="2277650"/>
              <a:ext cx="26550" cy="106125"/>
            </a:xfrm>
            <a:custGeom>
              <a:avLst/>
              <a:gdLst/>
              <a:ahLst/>
              <a:cxnLst/>
              <a:rect l="l" t="t" r="r" b="b"/>
              <a:pathLst>
                <a:path w="1062" h="4245" extrusionOk="0">
                  <a:moveTo>
                    <a:pt x="758" y="0"/>
                  </a:moveTo>
                  <a:lnTo>
                    <a:pt x="0" y="2425"/>
                  </a:lnTo>
                  <a:lnTo>
                    <a:pt x="1062" y="4245"/>
                  </a:lnTo>
                  <a:lnTo>
                    <a:pt x="1062" y="303"/>
                  </a:lnTo>
                  <a:lnTo>
                    <a:pt x="75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2" name="Google Shape;189;p7">
              <a:extLst>
                <a:ext uri="{FF2B5EF4-FFF2-40B4-BE49-F238E27FC236}">
                  <a16:creationId xmlns:a16="http://schemas.microsoft.com/office/drawing/2014/main" id="{CEE412A2-5EF5-1773-3E37-D13C764380C0}"/>
                </a:ext>
              </a:extLst>
            </p:cNvPr>
            <p:cNvSpPr/>
            <p:nvPr/>
          </p:nvSpPr>
          <p:spPr>
            <a:xfrm>
              <a:off x="4501625" y="3505525"/>
              <a:ext cx="193300" cy="337325"/>
            </a:xfrm>
            <a:custGeom>
              <a:avLst/>
              <a:gdLst/>
              <a:ahLst/>
              <a:cxnLst/>
              <a:rect l="l" t="t" r="r" b="b"/>
              <a:pathLst>
                <a:path w="7732" h="13493" extrusionOk="0">
                  <a:moveTo>
                    <a:pt x="6216" y="1"/>
                  </a:moveTo>
                  <a:lnTo>
                    <a:pt x="1365" y="5155"/>
                  </a:lnTo>
                  <a:lnTo>
                    <a:pt x="758" y="8641"/>
                  </a:lnTo>
                  <a:lnTo>
                    <a:pt x="0" y="11067"/>
                  </a:lnTo>
                  <a:lnTo>
                    <a:pt x="1062" y="13492"/>
                  </a:lnTo>
                  <a:lnTo>
                    <a:pt x="3487" y="13492"/>
                  </a:lnTo>
                  <a:lnTo>
                    <a:pt x="773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3" name="Google Shape;190;p7">
              <a:extLst>
                <a:ext uri="{FF2B5EF4-FFF2-40B4-BE49-F238E27FC236}">
                  <a16:creationId xmlns:a16="http://schemas.microsoft.com/office/drawing/2014/main" id="{C22A10CE-1003-6614-2397-F2F6FF3D7AAB}"/>
                </a:ext>
              </a:extLst>
            </p:cNvPr>
            <p:cNvSpPr/>
            <p:nvPr/>
          </p:nvSpPr>
          <p:spPr>
            <a:xfrm>
              <a:off x="3671650" y="2808200"/>
              <a:ext cx="181950" cy="291850"/>
            </a:xfrm>
            <a:custGeom>
              <a:avLst/>
              <a:gdLst/>
              <a:ahLst/>
              <a:cxnLst/>
              <a:rect l="l" t="t" r="r" b="b"/>
              <a:pathLst>
                <a:path w="7278" h="11674" extrusionOk="0">
                  <a:moveTo>
                    <a:pt x="5003" y="1"/>
                  </a:moveTo>
                  <a:lnTo>
                    <a:pt x="5003" y="1972"/>
                  </a:lnTo>
                  <a:lnTo>
                    <a:pt x="2426" y="7277"/>
                  </a:lnTo>
                  <a:lnTo>
                    <a:pt x="304" y="7429"/>
                  </a:lnTo>
                  <a:lnTo>
                    <a:pt x="1" y="9551"/>
                  </a:lnTo>
                  <a:lnTo>
                    <a:pt x="910" y="9551"/>
                  </a:lnTo>
                  <a:lnTo>
                    <a:pt x="910" y="11673"/>
                  </a:lnTo>
                  <a:lnTo>
                    <a:pt x="6974" y="11673"/>
                  </a:lnTo>
                  <a:lnTo>
                    <a:pt x="7277" y="10915"/>
                  </a:lnTo>
                  <a:lnTo>
                    <a:pt x="5458" y="8338"/>
                  </a:lnTo>
                  <a:lnTo>
                    <a:pt x="6065" y="5761"/>
                  </a:lnTo>
                  <a:lnTo>
                    <a:pt x="5307" y="3639"/>
                  </a:lnTo>
                  <a:lnTo>
                    <a:pt x="6823" y="3639"/>
                  </a:lnTo>
                  <a:lnTo>
                    <a:pt x="500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4" name="Google Shape;191;p7">
              <a:extLst>
                <a:ext uri="{FF2B5EF4-FFF2-40B4-BE49-F238E27FC236}">
                  <a16:creationId xmlns:a16="http://schemas.microsoft.com/office/drawing/2014/main" id="{18554CD5-DAFB-E3B2-7B84-3F7F080EACB0}"/>
                </a:ext>
              </a:extLst>
            </p:cNvPr>
            <p:cNvSpPr/>
            <p:nvPr/>
          </p:nvSpPr>
          <p:spPr>
            <a:xfrm>
              <a:off x="3690600" y="3100025"/>
              <a:ext cx="125100" cy="181925"/>
            </a:xfrm>
            <a:custGeom>
              <a:avLst/>
              <a:gdLst/>
              <a:ahLst/>
              <a:cxnLst/>
              <a:rect l="l" t="t" r="r" b="b"/>
              <a:pathLst>
                <a:path w="5004" h="7277" extrusionOk="0">
                  <a:moveTo>
                    <a:pt x="152" y="0"/>
                  </a:moveTo>
                  <a:lnTo>
                    <a:pt x="1" y="1668"/>
                  </a:lnTo>
                  <a:lnTo>
                    <a:pt x="1" y="4245"/>
                  </a:lnTo>
                  <a:lnTo>
                    <a:pt x="2123" y="7277"/>
                  </a:lnTo>
                  <a:lnTo>
                    <a:pt x="2123" y="4700"/>
                  </a:lnTo>
                  <a:lnTo>
                    <a:pt x="5003" y="4700"/>
                  </a:lnTo>
                  <a:lnTo>
                    <a:pt x="3639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5" name="Google Shape;192;p7">
              <a:extLst>
                <a:ext uri="{FF2B5EF4-FFF2-40B4-BE49-F238E27FC236}">
                  <a16:creationId xmlns:a16="http://schemas.microsoft.com/office/drawing/2014/main" id="{9AE627AB-41D2-ABC5-87A7-2A0A637D99FF}"/>
                </a:ext>
              </a:extLst>
            </p:cNvPr>
            <p:cNvSpPr/>
            <p:nvPr/>
          </p:nvSpPr>
          <p:spPr>
            <a:xfrm>
              <a:off x="3520075" y="2808200"/>
              <a:ext cx="276675" cy="238800"/>
            </a:xfrm>
            <a:custGeom>
              <a:avLst/>
              <a:gdLst/>
              <a:ahLst/>
              <a:cxnLst/>
              <a:rect l="l" t="t" r="r" b="b"/>
              <a:pathLst>
                <a:path w="11067" h="9552" extrusionOk="0">
                  <a:moveTo>
                    <a:pt x="1516" y="1"/>
                  </a:moveTo>
                  <a:lnTo>
                    <a:pt x="0" y="7429"/>
                  </a:lnTo>
                  <a:lnTo>
                    <a:pt x="2880" y="7884"/>
                  </a:lnTo>
                  <a:lnTo>
                    <a:pt x="3184" y="9551"/>
                  </a:lnTo>
                  <a:lnTo>
                    <a:pt x="6064" y="9551"/>
                  </a:lnTo>
                  <a:lnTo>
                    <a:pt x="6367" y="7429"/>
                  </a:lnTo>
                  <a:lnTo>
                    <a:pt x="8489" y="7277"/>
                  </a:lnTo>
                  <a:lnTo>
                    <a:pt x="11066" y="1972"/>
                  </a:lnTo>
                  <a:lnTo>
                    <a:pt x="1106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6" name="Google Shape;193;p7">
              <a:extLst>
                <a:ext uri="{FF2B5EF4-FFF2-40B4-BE49-F238E27FC236}">
                  <a16:creationId xmlns:a16="http://schemas.microsoft.com/office/drawing/2014/main" id="{5B5B4A67-00E7-9EEA-8E5E-6A3438A94BE7}"/>
                </a:ext>
              </a:extLst>
            </p:cNvPr>
            <p:cNvSpPr/>
            <p:nvPr/>
          </p:nvSpPr>
          <p:spPr>
            <a:xfrm>
              <a:off x="3239625" y="2887800"/>
              <a:ext cx="147825" cy="181925"/>
            </a:xfrm>
            <a:custGeom>
              <a:avLst/>
              <a:gdLst/>
              <a:ahLst/>
              <a:cxnLst/>
              <a:rect l="l" t="t" r="r" b="b"/>
              <a:pathLst>
                <a:path w="5913" h="7277" extrusionOk="0">
                  <a:moveTo>
                    <a:pt x="910" y="0"/>
                  </a:moveTo>
                  <a:lnTo>
                    <a:pt x="910" y="2426"/>
                  </a:lnTo>
                  <a:lnTo>
                    <a:pt x="0" y="3184"/>
                  </a:lnTo>
                  <a:lnTo>
                    <a:pt x="758" y="3942"/>
                  </a:lnTo>
                  <a:lnTo>
                    <a:pt x="758" y="7277"/>
                  </a:lnTo>
                  <a:lnTo>
                    <a:pt x="5913" y="5761"/>
                  </a:lnTo>
                  <a:lnTo>
                    <a:pt x="5913" y="910"/>
                  </a:lnTo>
                  <a:lnTo>
                    <a:pt x="91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7" name="Google Shape;194;p7">
              <a:extLst>
                <a:ext uri="{FF2B5EF4-FFF2-40B4-BE49-F238E27FC236}">
                  <a16:creationId xmlns:a16="http://schemas.microsoft.com/office/drawing/2014/main" id="{FCD02065-D606-A973-3364-D694222F370B}"/>
                </a:ext>
              </a:extLst>
            </p:cNvPr>
            <p:cNvSpPr/>
            <p:nvPr/>
          </p:nvSpPr>
          <p:spPr>
            <a:xfrm>
              <a:off x="3171400" y="2933275"/>
              <a:ext cx="87200" cy="136450"/>
            </a:xfrm>
            <a:custGeom>
              <a:avLst/>
              <a:gdLst/>
              <a:ahLst/>
              <a:cxnLst/>
              <a:rect l="l" t="t" r="r" b="b"/>
              <a:pathLst>
                <a:path w="3488" h="5458" extrusionOk="0">
                  <a:moveTo>
                    <a:pt x="1668" y="0"/>
                  </a:moveTo>
                  <a:lnTo>
                    <a:pt x="1" y="1668"/>
                  </a:lnTo>
                  <a:lnTo>
                    <a:pt x="3487" y="5458"/>
                  </a:lnTo>
                  <a:lnTo>
                    <a:pt x="3487" y="2123"/>
                  </a:lnTo>
                  <a:lnTo>
                    <a:pt x="166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8" name="Google Shape;195;p7">
              <a:extLst>
                <a:ext uri="{FF2B5EF4-FFF2-40B4-BE49-F238E27FC236}">
                  <a16:creationId xmlns:a16="http://schemas.microsoft.com/office/drawing/2014/main" id="{F6E722DB-5271-A899-805B-3FE422C1111B}"/>
                </a:ext>
              </a:extLst>
            </p:cNvPr>
            <p:cNvSpPr/>
            <p:nvPr/>
          </p:nvSpPr>
          <p:spPr>
            <a:xfrm>
              <a:off x="3743675" y="3338775"/>
              <a:ext cx="295625" cy="299425"/>
            </a:xfrm>
            <a:custGeom>
              <a:avLst/>
              <a:gdLst/>
              <a:ahLst/>
              <a:cxnLst/>
              <a:rect l="l" t="t" r="r" b="b"/>
              <a:pathLst>
                <a:path w="11825" h="11977" extrusionOk="0">
                  <a:moveTo>
                    <a:pt x="1819" y="1"/>
                  </a:moveTo>
                  <a:lnTo>
                    <a:pt x="1819" y="7125"/>
                  </a:lnTo>
                  <a:lnTo>
                    <a:pt x="0" y="10157"/>
                  </a:lnTo>
                  <a:lnTo>
                    <a:pt x="152" y="11976"/>
                  </a:lnTo>
                  <a:lnTo>
                    <a:pt x="11370" y="11976"/>
                  </a:lnTo>
                  <a:lnTo>
                    <a:pt x="9550" y="9702"/>
                  </a:lnTo>
                  <a:lnTo>
                    <a:pt x="9550" y="7277"/>
                  </a:lnTo>
                  <a:lnTo>
                    <a:pt x="11824" y="7277"/>
                  </a:lnTo>
                  <a:lnTo>
                    <a:pt x="11673" y="4397"/>
                  </a:lnTo>
                  <a:lnTo>
                    <a:pt x="9854" y="3487"/>
                  </a:lnTo>
                  <a:lnTo>
                    <a:pt x="9854" y="304"/>
                  </a:lnTo>
                  <a:lnTo>
                    <a:pt x="7883" y="304"/>
                  </a:lnTo>
                  <a:lnTo>
                    <a:pt x="7580" y="1668"/>
                  </a:lnTo>
                  <a:lnTo>
                    <a:pt x="5457" y="1820"/>
                  </a:lnTo>
                  <a:lnTo>
                    <a:pt x="500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59" name="Google Shape;196;p7">
              <a:extLst>
                <a:ext uri="{FF2B5EF4-FFF2-40B4-BE49-F238E27FC236}">
                  <a16:creationId xmlns:a16="http://schemas.microsoft.com/office/drawing/2014/main" id="{7F983D2D-E902-CD18-D326-D66988E6EC53}"/>
                </a:ext>
              </a:extLst>
            </p:cNvPr>
            <p:cNvSpPr/>
            <p:nvPr/>
          </p:nvSpPr>
          <p:spPr>
            <a:xfrm>
              <a:off x="3387425" y="2876425"/>
              <a:ext cx="87200" cy="155400"/>
            </a:xfrm>
            <a:custGeom>
              <a:avLst/>
              <a:gdLst/>
              <a:ahLst/>
              <a:cxnLst/>
              <a:rect l="l" t="t" r="r" b="b"/>
              <a:pathLst>
                <a:path w="3488" h="6216" extrusionOk="0">
                  <a:moveTo>
                    <a:pt x="1" y="0"/>
                  </a:moveTo>
                  <a:lnTo>
                    <a:pt x="1" y="6216"/>
                  </a:lnTo>
                  <a:lnTo>
                    <a:pt x="3487" y="5155"/>
                  </a:lnTo>
                  <a:lnTo>
                    <a:pt x="2729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0" name="Google Shape;197;p7">
              <a:extLst>
                <a:ext uri="{FF2B5EF4-FFF2-40B4-BE49-F238E27FC236}">
                  <a16:creationId xmlns:a16="http://schemas.microsoft.com/office/drawing/2014/main" id="{78BA5CD4-CE3F-E3D3-D3E5-CDD2DDA45F56}"/>
                </a:ext>
              </a:extLst>
            </p:cNvPr>
            <p:cNvSpPr/>
            <p:nvPr/>
          </p:nvSpPr>
          <p:spPr>
            <a:xfrm>
              <a:off x="3743675" y="3081075"/>
              <a:ext cx="178125" cy="238775"/>
            </a:xfrm>
            <a:custGeom>
              <a:avLst/>
              <a:gdLst/>
              <a:ahLst/>
              <a:cxnLst/>
              <a:rect l="l" t="t" r="r" b="b"/>
              <a:pathLst>
                <a:path w="7125" h="9551" extrusionOk="0">
                  <a:moveTo>
                    <a:pt x="4396" y="0"/>
                  </a:moveTo>
                  <a:lnTo>
                    <a:pt x="4093" y="758"/>
                  </a:lnTo>
                  <a:lnTo>
                    <a:pt x="1516" y="758"/>
                  </a:lnTo>
                  <a:lnTo>
                    <a:pt x="2880" y="5458"/>
                  </a:lnTo>
                  <a:lnTo>
                    <a:pt x="0" y="5458"/>
                  </a:lnTo>
                  <a:lnTo>
                    <a:pt x="0" y="8035"/>
                  </a:lnTo>
                  <a:lnTo>
                    <a:pt x="1213" y="9551"/>
                  </a:lnTo>
                  <a:lnTo>
                    <a:pt x="3942" y="8186"/>
                  </a:lnTo>
                  <a:lnTo>
                    <a:pt x="6670" y="3487"/>
                  </a:lnTo>
                  <a:lnTo>
                    <a:pt x="7125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1" name="Google Shape;198;p7">
              <a:extLst>
                <a:ext uri="{FF2B5EF4-FFF2-40B4-BE49-F238E27FC236}">
                  <a16:creationId xmlns:a16="http://schemas.microsoft.com/office/drawing/2014/main" id="{BB3620F9-7CE1-2BA2-3B9A-A953DB20484B}"/>
                </a:ext>
              </a:extLst>
            </p:cNvPr>
            <p:cNvSpPr/>
            <p:nvPr/>
          </p:nvSpPr>
          <p:spPr>
            <a:xfrm>
              <a:off x="4334875" y="2649025"/>
              <a:ext cx="159200" cy="197100"/>
            </a:xfrm>
            <a:custGeom>
              <a:avLst/>
              <a:gdLst/>
              <a:ahLst/>
              <a:cxnLst/>
              <a:rect l="l" t="t" r="r" b="b"/>
              <a:pathLst>
                <a:path w="6368" h="7884" extrusionOk="0">
                  <a:moveTo>
                    <a:pt x="2274" y="1"/>
                  </a:moveTo>
                  <a:lnTo>
                    <a:pt x="0" y="5155"/>
                  </a:lnTo>
                  <a:lnTo>
                    <a:pt x="4093" y="5155"/>
                  </a:lnTo>
                  <a:lnTo>
                    <a:pt x="5761" y="7884"/>
                  </a:lnTo>
                  <a:lnTo>
                    <a:pt x="6367" y="7277"/>
                  </a:lnTo>
                  <a:lnTo>
                    <a:pt x="2274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2" name="Google Shape;199;p7">
              <a:extLst>
                <a:ext uri="{FF2B5EF4-FFF2-40B4-BE49-F238E27FC236}">
                  <a16:creationId xmlns:a16="http://schemas.microsoft.com/office/drawing/2014/main" id="{9EE15E0A-EEAA-8907-0189-7C983A36511D}"/>
                </a:ext>
              </a:extLst>
            </p:cNvPr>
            <p:cNvSpPr/>
            <p:nvPr/>
          </p:nvSpPr>
          <p:spPr>
            <a:xfrm>
              <a:off x="3129725" y="2887800"/>
              <a:ext cx="83400" cy="87175"/>
            </a:xfrm>
            <a:custGeom>
              <a:avLst/>
              <a:gdLst/>
              <a:ahLst/>
              <a:cxnLst/>
              <a:rect l="l" t="t" r="r" b="b"/>
              <a:pathLst>
                <a:path w="3336" h="3487" extrusionOk="0">
                  <a:moveTo>
                    <a:pt x="1668" y="0"/>
                  </a:moveTo>
                  <a:lnTo>
                    <a:pt x="0" y="1668"/>
                  </a:lnTo>
                  <a:lnTo>
                    <a:pt x="1668" y="3487"/>
                  </a:lnTo>
                  <a:lnTo>
                    <a:pt x="3335" y="1819"/>
                  </a:lnTo>
                  <a:lnTo>
                    <a:pt x="166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3" name="Google Shape;200;p7">
              <a:extLst>
                <a:ext uri="{FF2B5EF4-FFF2-40B4-BE49-F238E27FC236}">
                  <a16:creationId xmlns:a16="http://schemas.microsoft.com/office/drawing/2014/main" id="{50865B8F-8E2F-FC21-41E1-9E401ED3A9FB}"/>
                </a:ext>
              </a:extLst>
            </p:cNvPr>
            <p:cNvSpPr/>
            <p:nvPr/>
          </p:nvSpPr>
          <p:spPr>
            <a:xfrm>
              <a:off x="4463725" y="2830950"/>
              <a:ext cx="53075" cy="56875"/>
            </a:xfrm>
            <a:custGeom>
              <a:avLst/>
              <a:gdLst/>
              <a:ahLst/>
              <a:cxnLst/>
              <a:rect l="l" t="t" r="r" b="b"/>
              <a:pathLst>
                <a:path w="2123" h="2275" extrusionOk="0">
                  <a:moveTo>
                    <a:pt x="1213" y="0"/>
                  </a:moveTo>
                  <a:lnTo>
                    <a:pt x="1" y="1062"/>
                  </a:lnTo>
                  <a:lnTo>
                    <a:pt x="1062" y="2274"/>
                  </a:lnTo>
                  <a:lnTo>
                    <a:pt x="2123" y="1516"/>
                  </a:lnTo>
                  <a:lnTo>
                    <a:pt x="121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4" name="Google Shape;201;p7">
              <a:extLst>
                <a:ext uri="{FF2B5EF4-FFF2-40B4-BE49-F238E27FC236}">
                  <a16:creationId xmlns:a16="http://schemas.microsoft.com/office/drawing/2014/main" id="{04FE6F5D-38EC-C9CD-45C0-53EBB3F53808}"/>
                </a:ext>
              </a:extLst>
            </p:cNvPr>
            <p:cNvSpPr/>
            <p:nvPr/>
          </p:nvSpPr>
          <p:spPr>
            <a:xfrm>
              <a:off x="4202225" y="3452475"/>
              <a:ext cx="242575" cy="413100"/>
            </a:xfrm>
            <a:custGeom>
              <a:avLst/>
              <a:gdLst/>
              <a:ahLst/>
              <a:cxnLst/>
              <a:rect l="l" t="t" r="r" b="b"/>
              <a:pathLst>
                <a:path w="9703" h="16524" extrusionOk="0">
                  <a:moveTo>
                    <a:pt x="9096" y="0"/>
                  </a:moveTo>
                  <a:lnTo>
                    <a:pt x="3639" y="1061"/>
                  </a:lnTo>
                  <a:lnTo>
                    <a:pt x="3639" y="2729"/>
                  </a:lnTo>
                  <a:lnTo>
                    <a:pt x="5003" y="3639"/>
                  </a:lnTo>
                  <a:lnTo>
                    <a:pt x="5003" y="5609"/>
                  </a:lnTo>
                  <a:lnTo>
                    <a:pt x="3791" y="6670"/>
                  </a:lnTo>
                  <a:lnTo>
                    <a:pt x="3791" y="4396"/>
                  </a:lnTo>
                  <a:lnTo>
                    <a:pt x="2426" y="3335"/>
                  </a:lnTo>
                  <a:lnTo>
                    <a:pt x="1" y="5003"/>
                  </a:lnTo>
                  <a:lnTo>
                    <a:pt x="2426" y="6670"/>
                  </a:lnTo>
                  <a:lnTo>
                    <a:pt x="2426" y="8944"/>
                  </a:lnTo>
                  <a:lnTo>
                    <a:pt x="910" y="12582"/>
                  </a:lnTo>
                  <a:lnTo>
                    <a:pt x="910" y="16524"/>
                  </a:lnTo>
                  <a:lnTo>
                    <a:pt x="1971" y="16524"/>
                  </a:lnTo>
                  <a:lnTo>
                    <a:pt x="2123" y="15917"/>
                  </a:lnTo>
                  <a:lnTo>
                    <a:pt x="4397" y="14402"/>
                  </a:lnTo>
                  <a:lnTo>
                    <a:pt x="4245" y="9551"/>
                  </a:lnTo>
                  <a:lnTo>
                    <a:pt x="9703" y="5003"/>
                  </a:lnTo>
                  <a:lnTo>
                    <a:pt x="9096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5" name="Google Shape;202;p7">
              <a:extLst>
                <a:ext uri="{FF2B5EF4-FFF2-40B4-BE49-F238E27FC236}">
                  <a16:creationId xmlns:a16="http://schemas.microsoft.com/office/drawing/2014/main" id="{F68B99E8-14CB-5687-C43F-323AE0886076}"/>
                </a:ext>
              </a:extLst>
            </p:cNvPr>
            <p:cNvSpPr/>
            <p:nvPr/>
          </p:nvSpPr>
          <p:spPr>
            <a:xfrm>
              <a:off x="4456150" y="2857475"/>
              <a:ext cx="265300" cy="360050"/>
            </a:xfrm>
            <a:custGeom>
              <a:avLst/>
              <a:gdLst/>
              <a:ahLst/>
              <a:cxnLst/>
              <a:rect l="l" t="t" r="r" b="b"/>
              <a:pathLst>
                <a:path w="10612" h="14402" extrusionOk="0">
                  <a:moveTo>
                    <a:pt x="10157" y="1"/>
                  </a:moveTo>
                  <a:lnTo>
                    <a:pt x="2881" y="1062"/>
                  </a:lnTo>
                  <a:lnTo>
                    <a:pt x="2426" y="455"/>
                  </a:lnTo>
                  <a:lnTo>
                    <a:pt x="1365" y="1213"/>
                  </a:lnTo>
                  <a:lnTo>
                    <a:pt x="2426" y="2426"/>
                  </a:lnTo>
                  <a:lnTo>
                    <a:pt x="6822" y="3942"/>
                  </a:lnTo>
                  <a:lnTo>
                    <a:pt x="0" y="9551"/>
                  </a:lnTo>
                  <a:lnTo>
                    <a:pt x="0" y="14402"/>
                  </a:lnTo>
                  <a:lnTo>
                    <a:pt x="10612" y="2123"/>
                  </a:lnTo>
                  <a:lnTo>
                    <a:pt x="1015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6" name="Google Shape;203;p7">
              <a:extLst>
                <a:ext uri="{FF2B5EF4-FFF2-40B4-BE49-F238E27FC236}">
                  <a16:creationId xmlns:a16="http://schemas.microsoft.com/office/drawing/2014/main" id="{1D74E6AD-D951-601F-5F3B-ED83B1B43D29}"/>
                </a:ext>
              </a:extLst>
            </p:cNvPr>
            <p:cNvSpPr/>
            <p:nvPr/>
          </p:nvSpPr>
          <p:spPr>
            <a:xfrm>
              <a:off x="3747450" y="3638175"/>
              <a:ext cx="333525" cy="284250"/>
            </a:xfrm>
            <a:custGeom>
              <a:avLst/>
              <a:gdLst/>
              <a:ahLst/>
              <a:cxnLst/>
              <a:rect l="l" t="t" r="r" b="b"/>
              <a:pathLst>
                <a:path w="13341" h="11370" extrusionOk="0">
                  <a:moveTo>
                    <a:pt x="1" y="0"/>
                  </a:moveTo>
                  <a:lnTo>
                    <a:pt x="3942" y="11370"/>
                  </a:lnTo>
                  <a:lnTo>
                    <a:pt x="8035" y="11370"/>
                  </a:lnTo>
                  <a:lnTo>
                    <a:pt x="8035" y="1061"/>
                  </a:lnTo>
                  <a:lnTo>
                    <a:pt x="13341" y="1061"/>
                  </a:lnTo>
                  <a:lnTo>
                    <a:pt x="1273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7" name="Google Shape;204;p7">
              <a:extLst>
                <a:ext uri="{FF2B5EF4-FFF2-40B4-BE49-F238E27FC236}">
                  <a16:creationId xmlns:a16="http://schemas.microsoft.com/office/drawing/2014/main" id="{C29CE99C-2105-C853-4237-17ADF1B5D0DB}"/>
                </a:ext>
              </a:extLst>
            </p:cNvPr>
            <p:cNvSpPr/>
            <p:nvPr/>
          </p:nvSpPr>
          <p:spPr>
            <a:xfrm>
              <a:off x="4285600" y="3039375"/>
              <a:ext cx="219850" cy="231200"/>
            </a:xfrm>
            <a:custGeom>
              <a:avLst/>
              <a:gdLst/>
              <a:ahLst/>
              <a:cxnLst/>
              <a:rect l="l" t="t" r="r" b="b"/>
              <a:pathLst>
                <a:path w="8794" h="9248" extrusionOk="0">
                  <a:moveTo>
                    <a:pt x="2426" y="1"/>
                  </a:moveTo>
                  <a:lnTo>
                    <a:pt x="607" y="304"/>
                  </a:lnTo>
                  <a:lnTo>
                    <a:pt x="1213" y="2426"/>
                  </a:lnTo>
                  <a:lnTo>
                    <a:pt x="910" y="4397"/>
                  </a:lnTo>
                  <a:lnTo>
                    <a:pt x="1" y="5913"/>
                  </a:lnTo>
                  <a:lnTo>
                    <a:pt x="5155" y="9248"/>
                  </a:lnTo>
                  <a:lnTo>
                    <a:pt x="6822" y="7126"/>
                  </a:lnTo>
                  <a:lnTo>
                    <a:pt x="6822" y="2275"/>
                  </a:lnTo>
                  <a:lnTo>
                    <a:pt x="8793" y="607"/>
                  </a:lnTo>
                  <a:lnTo>
                    <a:pt x="3033" y="607"/>
                  </a:lnTo>
                  <a:lnTo>
                    <a:pt x="242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8" name="Google Shape;205;p7">
              <a:extLst>
                <a:ext uri="{FF2B5EF4-FFF2-40B4-BE49-F238E27FC236}">
                  <a16:creationId xmlns:a16="http://schemas.microsoft.com/office/drawing/2014/main" id="{6AF35D79-3744-7168-4931-2FA8109B7AF9}"/>
                </a:ext>
              </a:extLst>
            </p:cNvPr>
            <p:cNvSpPr/>
            <p:nvPr/>
          </p:nvSpPr>
          <p:spPr>
            <a:xfrm>
              <a:off x="4179500" y="3179600"/>
              <a:ext cx="250150" cy="299425"/>
            </a:xfrm>
            <a:custGeom>
              <a:avLst/>
              <a:gdLst/>
              <a:ahLst/>
              <a:cxnLst/>
              <a:rect l="l" t="t" r="r" b="b"/>
              <a:pathLst>
                <a:path w="10006" h="11977" extrusionOk="0">
                  <a:moveTo>
                    <a:pt x="1819" y="1"/>
                  </a:moveTo>
                  <a:lnTo>
                    <a:pt x="0" y="4549"/>
                  </a:lnTo>
                  <a:lnTo>
                    <a:pt x="3335" y="9399"/>
                  </a:lnTo>
                  <a:lnTo>
                    <a:pt x="4548" y="9399"/>
                  </a:lnTo>
                  <a:lnTo>
                    <a:pt x="4548" y="11976"/>
                  </a:lnTo>
                  <a:lnTo>
                    <a:pt x="10005" y="10915"/>
                  </a:lnTo>
                  <a:lnTo>
                    <a:pt x="9399" y="3639"/>
                  </a:lnTo>
                  <a:lnTo>
                    <a:pt x="4245" y="304"/>
                  </a:lnTo>
                  <a:lnTo>
                    <a:pt x="3942" y="759"/>
                  </a:lnTo>
                  <a:lnTo>
                    <a:pt x="2122" y="759"/>
                  </a:lnTo>
                  <a:lnTo>
                    <a:pt x="257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9" name="Google Shape;206;p7">
              <a:extLst>
                <a:ext uri="{FF2B5EF4-FFF2-40B4-BE49-F238E27FC236}">
                  <a16:creationId xmlns:a16="http://schemas.microsoft.com/office/drawing/2014/main" id="{0DB77A4A-5E22-52B5-446D-F21D99B65B04}"/>
                </a:ext>
              </a:extLst>
            </p:cNvPr>
            <p:cNvSpPr/>
            <p:nvPr/>
          </p:nvSpPr>
          <p:spPr>
            <a:xfrm>
              <a:off x="3057725" y="2429225"/>
              <a:ext cx="306975" cy="344900"/>
            </a:xfrm>
            <a:custGeom>
              <a:avLst/>
              <a:gdLst/>
              <a:ahLst/>
              <a:cxnLst/>
              <a:rect l="l" t="t" r="r" b="b"/>
              <a:pathLst>
                <a:path w="12279" h="13796" extrusionOk="0">
                  <a:moveTo>
                    <a:pt x="7883" y="1"/>
                  </a:moveTo>
                  <a:lnTo>
                    <a:pt x="7883" y="1517"/>
                  </a:lnTo>
                  <a:lnTo>
                    <a:pt x="4851" y="1517"/>
                  </a:lnTo>
                  <a:lnTo>
                    <a:pt x="4851" y="4852"/>
                  </a:lnTo>
                  <a:lnTo>
                    <a:pt x="3790" y="6519"/>
                  </a:lnTo>
                  <a:lnTo>
                    <a:pt x="0" y="6519"/>
                  </a:lnTo>
                  <a:lnTo>
                    <a:pt x="0" y="10460"/>
                  </a:lnTo>
                  <a:lnTo>
                    <a:pt x="4548" y="13795"/>
                  </a:lnTo>
                  <a:lnTo>
                    <a:pt x="4548" y="12583"/>
                  </a:lnTo>
                  <a:lnTo>
                    <a:pt x="10005" y="12583"/>
                  </a:lnTo>
                  <a:lnTo>
                    <a:pt x="9399" y="3184"/>
                  </a:lnTo>
                  <a:lnTo>
                    <a:pt x="12279" y="3184"/>
                  </a:lnTo>
                  <a:lnTo>
                    <a:pt x="788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0" name="Google Shape;207;p7">
              <a:extLst>
                <a:ext uri="{FF2B5EF4-FFF2-40B4-BE49-F238E27FC236}">
                  <a16:creationId xmlns:a16="http://schemas.microsoft.com/office/drawing/2014/main" id="{12D2993A-6DE7-3662-A1A4-9BB4EB1741D8}"/>
                </a:ext>
              </a:extLst>
            </p:cNvPr>
            <p:cNvSpPr/>
            <p:nvPr/>
          </p:nvSpPr>
          <p:spPr>
            <a:xfrm>
              <a:off x="4171900" y="3179600"/>
              <a:ext cx="53100" cy="53100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456" y="1"/>
                  </a:moveTo>
                  <a:lnTo>
                    <a:pt x="1" y="2123"/>
                  </a:lnTo>
                  <a:lnTo>
                    <a:pt x="1365" y="1820"/>
                  </a:lnTo>
                  <a:lnTo>
                    <a:pt x="212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1" name="Google Shape;208;p7">
              <a:extLst>
                <a:ext uri="{FF2B5EF4-FFF2-40B4-BE49-F238E27FC236}">
                  <a16:creationId xmlns:a16="http://schemas.microsoft.com/office/drawing/2014/main" id="{1943DAFD-AF9E-F6CA-D597-16879A69CF61}"/>
                </a:ext>
              </a:extLst>
            </p:cNvPr>
            <p:cNvSpPr/>
            <p:nvPr/>
          </p:nvSpPr>
          <p:spPr>
            <a:xfrm>
              <a:off x="4164325" y="3225075"/>
              <a:ext cx="41725" cy="68250"/>
            </a:xfrm>
            <a:custGeom>
              <a:avLst/>
              <a:gdLst/>
              <a:ahLst/>
              <a:cxnLst/>
              <a:rect l="l" t="t" r="r" b="b"/>
              <a:pathLst>
                <a:path w="1669" h="2730" extrusionOk="0">
                  <a:moveTo>
                    <a:pt x="1668" y="1"/>
                  </a:moveTo>
                  <a:lnTo>
                    <a:pt x="304" y="304"/>
                  </a:lnTo>
                  <a:lnTo>
                    <a:pt x="1" y="1972"/>
                  </a:lnTo>
                  <a:lnTo>
                    <a:pt x="607" y="2730"/>
                  </a:lnTo>
                  <a:lnTo>
                    <a:pt x="1668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2" name="Google Shape;209;p7">
              <a:extLst>
                <a:ext uri="{FF2B5EF4-FFF2-40B4-BE49-F238E27FC236}">
                  <a16:creationId xmlns:a16="http://schemas.microsoft.com/office/drawing/2014/main" id="{6D33F3B9-FDEB-5AE0-7E8C-96235917D82B}"/>
                </a:ext>
              </a:extLst>
            </p:cNvPr>
            <p:cNvSpPr/>
            <p:nvPr/>
          </p:nvSpPr>
          <p:spPr>
            <a:xfrm>
              <a:off x="3084250" y="2842325"/>
              <a:ext cx="178150" cy="125075"/>
            </a:xfrm>
            <a:custGeom>
              <a:avLst/>
              <a:gdLst/>
              <a:ahLst/>
              <a:cxnLst/>
              <a:rect l="l" t="t" r="r" b="b"/>
              <a:pathLst>
                <a:path w="7126" h="5003" extrusionOk="0">
                  <a:moveTo>
                    <a:pt x="1516" y="0"/>
                  </a:moveTo>
                  <a:lnTo>
                    <a:pt x="0" y="1516"/>
                  </a:lnTo>
                  <a:lnTo>
                    <a:pt x="1819" y="3487"/>
                  </a:lnTo>
                  <a:lnTo>
                    <a:pt x="3487" y="1819"/>
                  </a:lnTo>
                  <a:lnTo>
                    <a:pt x="5154" y="3638"/>
                  </a:lnTo>
                  <a:lnTo>
                    <a:pt x="6215" y="5003"/>
                  </a:lnTo>
                  <a:lnTo>
                    <a:pt x="7125" y="4245"/>
                  </a:lnTo>
                  <a:lnTo>
                    <a:pt x="7125" y="1819"/>
                  </a:lnTo>
                  <a:lnTo>
                    <a:pt x="667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3" name="Google Shape;210;p7">
              <a:extLst>
                <a:ext uri="{FF2B5EF4-FFF2-40B4-BE49-F238E27FC236}">
                  <a16:creationId xmlns:a16="http://schemas.microsoft.com/office/drawing/2014/main" id="{04359B03-06D5-DC69-0049-BB3220137BE1}"/>
                </a:ext>
              </a:extLst>
            </p:cNvPr>
            <p:cNvSpPr/>
            <p:nvPr/>
          </p:nvSpPr>
          <p:spPr>
            <a:xfrm>
              <a:off x="3171400" y="2508825"/>
              <a:ext cx="394175" cy="390375"/>
            </a:xfrm>
            <a:custGeom>
              <a:avLst/>
              <a:gdLst/>
              <a:ahLst/>
              <a:cxnLst/>
              <a:rect l="l" t="t" r="r" b="b"/>
              <a:pathLst>
                <a:path w="15767" h="15615" extrusionOk="0">
                  <a:moveTo>
                    <a:pt x="4852" y="0"/>
                  </a:moveTo>
                  <a:lnTo>
                    <a:pt x="5458" y="9399"/>
                  </a:lnTo>
                  <a:lnTo>
                    <a:pt x="1" y="9399"/>
                  </a:lnTo>
                  <a:lnTo>
                    <a:pt x="1" y="10611"/>
                  </a:lnTo>
                  <a:lnTo>
                    <a:pt x="1214" y="13340"/>
                  </a:lnTo>
                  <a:lnTo>
                    <a:pt x="3184" y="13340"/>
                  </a:lnTo>
                  <a:lnTo>
                    <a:pt x="3639" y="15159"/>
                  </a:lnTo>
                  <a:lnTo>
                    <a:pt x="6216" y="15614"/>
                  </a:lnTo>
                  <a:lnTo>
                    <a:pt x="6216" y="13037"/>
                  </a:lnTo>
                  <a:lnTo>
                    <a:pt x="15766" y="9247"/>
                  </a:lnTo>
                  <a:lnTo>
                    <a:pt x="15766" y="5912"/>
                  </a:lnTo>
                  <a:lnTo>
                    <a:pt x="7732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4" name="Google Shape;211;p7">
              <a:extLst>
                <a:ext uri="{FF2B5EF4-FFF2-40B4-BE49-F238E27FC236}">
                  <a16:creationId xmlns:a16="http://schemas.microsoft.com/office/drawing/2014/main" id="{FB5BB2B8-8B13-403B-6C70-32DB957FCF71}"/>
                </a:ext>
              </a:extLst>
            </p:cNvPr>
            <p:cNvSpPr/>
            <p:nvPr/>
          </p:nvSpPr>
          <p:spPr>
            <a:xfrm>
              <a:off x="3982425" y="3388050"/>
              <a:ext cx="280475" cy="250150"/>
            </a:xfrm>
            <a:custGeom>
              <a:avLst/>
              <a:gdLst/>
              <a:ahLst/>
              <a:cxnLst/>
              <a:rect l="l" t="t" r="r" b="b"/>
              <a:pathLst>
                <a:path w="11219" h="10006" extrusionOk="0">
                  <a:moveTo>
                    <a:pt x="10460" y="0"/>
                  </a:moveTo>
                  <a:lnTo>
                    <a:pt x="7277" y="455"/>
                  </a:lnTo>
                  <a:lnTo>
                    <a:pt x="6670" y="3032"/>
                  </a:lnTo>
                  <a:lnTo>
                    <a:pt x="8641" y="3942"/>
                  </a:lnTo>
                  <a:lnTo>
                    <a:pt x="7883" y="5306"/>
                  </a:lnTo>
                  <a:lnTo>
                    <a:pt x="2123" y="2426"/>
                  </a:lnTo>
                  <a:lnTo>
                    <a:pt x="2274" y="5306"/>
                  </a:lnTo>
                  <a:lnTo>
                    <a:pt x="0" y="5306"/>
                  </a:lnTo>
                  <a:lnTo>
                    <a:pt x="0" y="7731"/>
                  </a:lnTo>
                  <a:lnTo>
                    <a:pt x="1820" y="10005"/>
                  </a:lnTo>
                  <a:lnTo>
                    <a:pt x="5306" y="10005"/>
                  </a:lnTo>
                  <a:lnTo>
                    <a:pt x="11218" y="5912"/>
                  </a:lnTo>
                  <a:lnTo>
                    <a:pt x="11218" y="1061"/>
                  </a:lnTo>
                  <a:lnTo>
                    <a:pt x="1046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5" name="Google Shape;212;p7">
              <a:extLst>
                <a:ext uri="{FF2B5EF4-FFF2-40B4-BE49-F238E27FC236}">
                  <a16:creationId xmlns:a16="http://schemas.microsoft.com/office/drawing/2014/main" id="{AC6D0DF5-AF99-6473-6D94-EF7B05128CFE}"/>
                </a:ext>
              </a:extLst>
            </p:cNvPr>
            <p:cNvSpPr/>
            <p:nvPr/>
          </p:nvSpPr>
          <p:spPr>
            <a:xfrm>
              <a:off x="3948325" y="3664700"/>
              <a:ext cx="204675" cy="212250"/>
            </a:xfrm>
            <a:custGeom>
              <a:avLst/>
              <a:gdLst/>
              <a:ahLst/>
              <a:cxnLst/>
              <a:rect l="l" t="t" r="r" b="b"/>
              <a:pathLst>
                <a:path w="8187" h="8490" extrusionOk="0">
                  <a:moveTo>
                    <a:pt x="0" y="0"/>
                  </a:moveTo>
                  <a:lnTo>
                    <a:pt x="0" y="6670"/>
                  </a:lnTo>
                  <a:lnTo>
                    <a:pt x="1668" y="8490"/>
                  </a:lnTo>
                  <a:lnTo>
                    <a:pt x="8186" y="4093"/>
                  </a:lnTo>
                  <a:lnTo>
                    <a:pt x="5306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6" name="Google Shape;213;p7">
              <a:extLst>
                <a:ext uri="{FF2B5EF4-FFF2-40B4-BE49-F238E27FC236}">
                  <a16:creationId xmlns:a16="http://schemas.microsoft.com/office/drawing/2014/main" id="{CE797915-CB75-D014-8E23-E7E713F0A5BA}"/>
                </a:ext>
              </a:extLst>
            </p:cNvPr>
            <p:cNvSpPr/>
            <p:nvPr/>
          </p:nvSpPr>
          <p:spPr>
            <a:xfrm>
              <a:off x="3326800" y="2781675"/>
              <a:ext cx="204675" cy="128875"/>
            </a:xfrm>
            <a:custGeom>
              <a:avLst/>
              <a:gdLst/>
              <a:ahLst/>
              <a:cxnLst/>
              <a:rect l="l" t="t" r="r" b="b"/>
              <a:pathLst>
                <a:path w="8187" h="5155" extrusionOk="0">
                  <a:moveTo>
                    <a:pt x="5306" y="1"/>
                  </a:moveTo>
                  <a:lnTo>
                    <a:pt x="0" y="2123"/>
                  </a:lnTo>
                  <a:lnTo>
                    <a:pt x="0" y="4700"/>
                  </a:lnTo>
                  <a:lnTo>
                    <a:pt x="2426" y="5155"/>
                  </a:lnTo>
                  <a:lnTo>
                    <a:pt x="2426" y="3790"/>
                  </a:lnTo>
                  <a:lnTo>
                    <a:pt x="5154" y="3790"/>
                  </a:lnTo>
                  <a:lnTo>
                    <a:pt x="8186" y="2729"/>
                  </a:lnTo>
                  <a:lnTo>
                    <a:pt x="5306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7" name="Google Shape;214;p7">
              <a:extLst>
                <a:ext uri="{FF2B5EF4-FFF2-40B4-BE49-F238E27FC236}">
                  <a16:creationId xmlns:a16="http://schemas.microsoft.com/office/drawing/2014/main" id="{C239F1A7-7949-4261-B6D5-A3EDB76B13DA}"/>
                </a:ext>
              </a:extLst>
            </p:cNvPr>
            <p:cNvSpPr/>
            <p:nvPr/>
          </p:nvSpPr>
          <p:spPr>
            <a:xfrm>
              <a:off x="4262875" y="3414575"/>
              <a:ext cx="64450" cy="204675"/>
            </a:xfrm>
            <a:custGeom>
              <a:avLst/>
              <a:gdLst/>
              <a:ahLst/>
              <a:cxnLst/>
              <a:rect l="l" t="t" r="r" b="b"/>
              <a:pathLst>
                <a:path w="2578" h="8187" extrusionOk="0">
                  <a:moveTo>
                    <a:pt x="0" y="0"/>
                  </a:moveTo>
                  <a:lnTo>
                    <a:pt x="0" y="4851"/>
                  </a:lnTo>
                  <a:lnTo>
                    <a:pt x="1365" y="5912"/>
                  </a:lnTo>
                  <a:lnTo>
                    <a:pt x="1365" y="8186"/>
                  </a:lnTo>
                  <a:lnTo>
                    <a:pt x="2577" y="7125"/>
                  </a:lnTo>
                  <a:lnTo>
                    <a:pt x="2577" y="5155"/>
                  </a:lnTo>
                  <a:lnTo>
                    <a:pt x="1213" y="4245"/>
                  </a:lnTo>
                  <a:lnTo>
                    <a:pt x="121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8" name="Google Shape;215;p7">
              <a:extLst>
                <a:ext uri="{FF2B5EF4-FFF2-40B4-BE49-F238E27FC236}">
                  <a16:creationId xmlns:a16="http://schemas.microsoft.com/office/drawing/2014/main" id="{EB0493E9-EC9F-A3F4-2508-B84B8794DFDD}"/>
                </a:ext>
              </a:extLst>
            </p:cNvPr>
            <p:cNvSpPr/>
            <p:nvPr/>
          </p:nvSpPr>
          <p:spPr>
            <a:xfrm>
              <a:off x="4262875" y="2777900"/>
              <a:ext cx="363825" cy="276675"/>
            </a:xfrm>
            <a:custGeom>
              <a:avLst/>
              <a:gdLst/>
              <a:ahLst/>
              <a:cxnLst/>
              <a:rect l="l" t="t" r="r" b="b"/>
              <a:pathLst>
                <a:path w="14553" h="11067" extrusionOk="0">
                  <a:moveTo>
                    <a:pt x="2880" y="0"/>
                  </a:moveTo>
                  <a:lnTo>
                    <a:pt x="0" y="6973"/>
                  </a:lnTo>
                  <a:lnTo>
                    <a:pt x="3942" y="11066"/>
                  </a:lnTo>
                  <a:lnTo>
                    <a:pt x="9702" y="11066"/>
                  </a:lnTo>
                  <a:lnTo>
                    <a:pt x="14553" y="7125"/>
                  </a:lnTo>
                  <a:lnTo>
                    <a:pt x="10157" y="5609"/>
                  </a:lnTo>
                  <a:lnTo>
                    <a:pt x="8035" y="3184"/>
                  </a:lnTo>
                  <a:lnTo>
                    <a:pt x="8641" y="2729"/>
                  </a:lnTo>
                  <a:lnTo>
                    <a:pt x="697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9" name="Google Shape;216;p7">
              <a:extLst>
                <a:ext uri="{FF2B5EF4-FFF2-40B4-BE49-F238E27FC236}">
                  <a16:creationId xmlns:a16="http://schemas.microsoft.com/office/drawing/2014/main" id="{78E3C989-A5AC-7815-EC75-56565C9813C2}"/>
                </a:ext>
              </a:extLst>
            </p:cNvPr>
            <p:cNvSpPr/>
            <p:nvPr/>
          </p:nvSpPr>
          <p:spPr>
            <a:xfrm>
              <a:off x="4183275" y="3046975"/>
              <a:ext cx="132675" cy="132650"/>
            </a:xfrm>
            <a:custGeom>
              <a:avLst/>
              <a:gdLst/>
              <a:ahLst/>
              <a:cxnLst/>
              <a:rect l="l" t="t" r="r" b="b"/>
              <a:pathLst>
                <a:path w="5307" h="5306" extrusionOk="0">
                  <a:moveTo>
                    <a:pt x="4700" y="0"/>
                  </a:moveTo>
                  <a:lnTo>
                    <a:pt x="1214" y="455"/>
                  </a:lnTo>
                  <a:lnTo>
                    <a:pt x="1" y="5306"/>
                  </a:lnTo>
                  <a:lnTo>
                    <a:pt x="2426" y="5306"/>
                  </a:lnTo>
                  <a:lnTo>
                    <a:pt x="3184" y="4093"/>
                  </a:lnTo>
                  <a:lnTo>
                    <a:pt x="5003" y="4093"/>
                  </a:lnTo>
                  <a:lnTo>
                    <a:pt x="5306" y="2122"/>
                  </a:lnTo>
                  <a:lnTo>
                    <a:pt x="470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0" name="Google Shape;217;p7">
              <a:extLst>
                <a:ext uri="{FF2B5EF4-FFF2-40B4-BE49-F238E27FC236}">
                  <a16:creationId xmlns:a16="http://schemas.microsoft.com/office/drawing/2014/main" id="{2BAFD2BF-1A60-B113-6046-3CF4FA546357}"/>
                </a:ext>
              </a:extLst>
            </p:cNvPr>
            <p:cNvSpPr/>
            <p:nvPr/>
          </p:nvSpPr>
          <p:spPr>
            <a:xfrm>
              <a:off x="3459425" y="2550500"/>
              <a:ext cx="390375" cy="299425"/>
            </a:xfrm>
            <a:custGeom>
              <a:avLst/>
              <a:gdLst/>
              <a:ahLst/>
              <a:cxnLst/>
              <a:rect l="l" t="t" r="r" b="b"/>
              <a:pathLst>
                <a:path w="15615" h="11977" extrusionOk="0">
                  <a:moveTo>
                    <a:pt x="10612" y="1"/>
                  </a:moveTo>
                  <a:lnTo>
                    <a:pt x="4245" y="4245"/>
                  </a:lnTo>
                  <a:lnTo>
                    <a:pt x="4245" y="7580"/>
                  </a:lnTo>
                  <a:lnTo>
                    <a:pt x="1" y="9248"/>
                  </a:lnTo>
                  <a:lnTo>
                    <a:pt x="2881" y="11976"/>
                  </a:lnTo>
                  <a:lnTo>
                    <a:pt x="3639" y="11673"/>
                  </a:lnTo>
                  <a:lnTo>
                    <a:pt x="3942" y="10309"/>
                  </a:lnTo>
                  <a:lnTo>
                    <a:pt x="13492" y="10309"/>
                  </a:lnTo>
                  <a:lnTo>
                    <a:pt x="15615" y="5913"/>
                  </a:lnTo>
                  <a:lnTo>
                    <a:pt x="14705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1" name="Google Shape;218;p7">
              <a:extLst>
                <a:ext uri="{FF2B5EF4-FFF2-40B4-BE49-F238E27FC236}">
                  <a16:creationId xmlns:a16="http://schemas.microsoft.com/office/drawing/2014/main" id="{5DA2C27A-3132-BFD3-E8A0-84732BC2B72F}"/>
                </a:ext>
              </a:extLst>
            </p:cNvPr>
            <p:cNvSpPr/>
            <p:nvPr/>
          </p:nvSpPr>
          <p:spPr>
            <a:xfrm>
              <a:off x="3061500" y="2414075"/>
              <a:ext cx="193300" cy="178150"/>
            </a:xfrm>
            <a:custGeom>
              <a:avLst/>
              <a:gdLst/>
              <a:ahLst/>
              <a:cxnLst/>
              <a:rect l="l" t="t" r="r" b="b"/>
              <a:pathLst>
                <a:path w="7732" h="7126" extrusionOk="0">
                  <a:moveTo>
                    <a:pt x="4397" y="0"/>
                  </a:moveTo>
                  <a:lnTo>
                    <a:pt x="1" y="5761"/>
                  </a:lnTo>
                  <a:lnTo>
                    <a:pt x="1" y="7125"/>
                  </a:lnTo>
                  <a:lnTo>
                    <a:pt x="3639" y="7125"/>
                  </a:lnTo>
                  <a:lnTo>
                    <a:pt x="4700" y="5458"/>
                  </a:lnTo>
                  <a:lnTo>
                    <a:pt x="4700" y="2123"/>
                  </a:lnTo>
                  <a:lnTo>
                    <a:pt x="7732" y="2123"/>
                  </a:lnTo>
                  <a:lnTo>
                    <a:pt x="7732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2" name="Google Shape;219;p7">
              <a:extLst>
                <a:ext uri="{FF2B5EF4-FFF2-40B4-BE49-F238E27FC236}">
                  <a16:creationId xmlns:a16="http://schemas.microsoft.com/office/drawing/2014/main" id="{C75B7FB3-B34D-F8BE-0CB0-DDAF59BC7C28}"/>
                </a:ext>
              </a:extLst>
            </p:cNvPr>
            <p:cNvSpPr/>
            <p:nvPr/>
          </p:nvSpPr>
          <p:spPr>
            <a:xfrm>
              <a:off x="3050125" y="2690725"/>
              <a:ext cx="151625" cy="151625"/>
            </a:xfrm>
            <a:custGeom>
              <a:avLst/>
              <a:gdLst/>
              <a:ahLst/>
              <a:cxnLst/>
              <a:rect l="l" t="t" r="r" b="b"/>
              <a:pathLst>
                <a:path w="6065" h="6065" extrusionOk="0">
                  <a:moveTo>
                    <a:pt x="304" y="0"/>
                  </a:moveTo>
                  <a:lnTo>
                    <a:pt x="152" y="3790"/>
                  </a:lnTo>
                  <a:lnTo>
                    <a:pt x="3033" y="4700"/>
                  </a:lnTo>
                  <a:lnTo>
                    <a:pt x="152" y="4700"/>
                  </a:lnTo>
                  <a:lnTo>
                    <a:pt x="1" y="6064"/>
                  </a:lnTo>
                  <a:lnTo>
                    <a:pt x="6065" y="6064"/>
                  </a:lnTo>
                  <a:lnTo>
                    <a:pt x="4852" y="3335"/>
                  </a:lnTo>
                  <a:lnTo>
                    <a:pt x="30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3" name="Google Shape;220;p7">
              <a:extLst>
                <a:ext uri="{FF2B5EF4-FFF2-40B4-BE49-F238E27FC236}">
                  <a16:creationId xmlns:a16="http://schemas.microsoft.com/office/drawing/2014/main" id="{29186032-C285-D108-62EB-33A1AC904612}"/>
                </a:ext>
              </a:extLst>
            </p:cNvPr>
            <p:cNvSpPr/>
            <p:nvPr/>
          </p:nvSpPr>
          <p:spPr>
            <a:xfrm>
              <a:off x="3053925" y="2785475"/>
              <a:ext cx="72025" cy="22750"/>
            </a:xfrm>
            <a:custGeom>
              <a:avLst/>
              <a:gdLst/>
              <a:ahLst/>
              <a:cxnLst/>
              <a:rect l="l" t="t" r="r" b="b"/>
              <a:pathLst>
                <a:path w="2881" h="910" extrusionOk="0">
                  <a:moveTo>
                    <a:pt x="0" y="0"/>
                  </a:moveTo>
                  <a:lnTo>
                    <a:pt x="0" y="910"/>
                  </a:lnTo>
                  <a:lnTo>
                    <a:pt x="2881" y="9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4" name="Google Shape;221;p7">
              <a:extLst>
                <a:ext uri="{FF2B5EF4-FFF2-40B4-BE49-F238E27FC236}">
                  <a16:creationId xmlns:a16="http://schemas.microsoft.com/office/drawing/2014/main" id="{281D5F0A-45AD-BCB2-3771-04828C3B8CA0}"/>
                </a:ext>
              </a:extLst>
            </p:cNvPr>
            <p:cNvSpPr/>
            <p:nvPr/>
          </p:nvSpPr>
          <p:spPr>
            <a:xfrm>
              <a:off x="3796725" y="2550500"/>
              <a:ext cx="246350" cy="401750"/>
            </a:xfrm>
            <a:custGeom>
              <a:avLst/>
              <a:gdLst/>
              <a:ahLst/>
              <a:cxnLst/>
              <a:rect l="l" t="t" r="r" b="b"/>
              <a:pathLst>
                <a:path w="9854" h="16070" extrusionOk="0">
                  <a:moveTo>
                    <a:pt x="1213" y="1"/>
                  </a:moveTo>
                  <a:lnTo>
                    <a:pt x="2123" y="5913"/>
                  </a:lnTo>
                  <a:lnTo>
                    <a:pt x="0" y="10309"/>
                  </a:lnTo>
                  <a:lnTo>
                    <a:pt x="1820" y="13947"/>
                  </a:lnTo>
                  <a:lnTo>
                    <a:pt x="304" y="13947"/>
                  </a:lnTo>
                  <a:lnTo>
                    <a:pt x="1062" y="16069"/>
                  </a:lnTo>
                  <a:lnTo>
                    <a:pt x="8186" y="12734"/>
                  </a:lnTo>
                  <a:lnTo>
                    <a:pt x="8186" y="9096"/>
                  </a:lnTo>
                  <a:lnTo>
                    <a:pt x="9702" y="7580"/>
                  </a:lnTo>
                  <a:lnTo>
                    <a:pt x="9854" y="3942"/>
                  </a:lnTo>
                  <a:lnTo>
                    <a:pt x="3639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5" name="Google Shape;222;p7">
              <a:extLst>
                <a:ext uri="{FF2B5EF4-FFF2-40B4-BE49-F238E27FC236}">
                  <a16:creationId xmlns:a16="http://schemas.microsoft.com/office/drawing/2014/main" id="{1E0E5FAE-D241-176D-7C9E-E26310A6C53E}"/>
                </a:ext>
              </a:extLst>
            </p:cNvPr>
            <p:cNvSpPr/>
            <p:nvPr/>
          </p:nvSpPr>
          <p:spPr>
            <a:xfrm>
              <a:off x="3683025" y="2281425"/>
              <a:ext cx="375225" cy="371425"/>
            </a:xfrm>
            <a:custGeom>
              <a:avLst/>
              <a:gdLst/>
              <a:ahLst/>
              <a:cxnLst/>
              <a:rect l="l" t="t" r="r" b="b"/>
              <a:pathLst>
                <a:path w="15009" h="14857" extrusionOk="0">
                  <a:moveTo>
                    <a:pt x="2578" y="1"/>
                  </a:moveTo>
                  <a:lnTo>
                    <a:pt x="1" y="2729"/>
                  </a:lnTo>
                  <a:lnTo>
                    <a:pt x="1668" y="10764"/>
                  </a:lnTo>
                  <a:lnTo>
                    <a:pt x="8187" y="10764"/>
                  </a:lnTo>
                  <a:lnTo>
                    <a:pt x="14402" y="14857"/>
                  </a:lnTo>
                  <a:lnTo>
                    <a:pt x="15008" y="1213"/>
                  </a:lnTo>
                  <a:lnTo>
                    <a:pt x="11370" y="759"/>
                  </a:lnTo>
                  <a:lnTo>
                    <a:pt x="10006" y="2881"/>
                  </a:lnTo>
                  <a:lnTo>
                    <a:pt x="6671" y="2274"/>
                  </a:lnTo>
                  <a:lnTo>
                    <a:pt x="5458" y="759"/>
                  </a:lnTo>
                  <a:lnTo>
                    <a:pt x="2578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6" name="Google Shape;223;p7">
              <a:extLst>
                <a:ext uri="{FF2B5EF4-FFF2-40B4-BE49-F238E27FC236}">
                  <a16:creationId xmlns:a16="http://schemas.microsoft.com/office/drawing/2014/main" id="{FD6A9651-D753-4A6C-B095-0A5C97BAC698}"/>
                </a:ext>
              </a:extLst>
            </p:cNvPr>
            <p:cNvSpPr/>
            <p:nvPr/>
          </p:nvSpPr>
          <p:spPr>
            <a:xfrm>
              <a:off x="3171400" y="2228375"/>
              <a:ext cx="269100" cy="185725"/>
            </a:xfrm>
            <a:custGeom>
              <a:avLst/>
              <a:gdLst/>
              <a:ahLst/>
              <a:cxnLst/>
              <a:rect l="l" t="t" r="r" b="b"/>
              <a:pathLst>
                <a:path w="10764" h="7429" extrusionOk="0">
                  <a:moveTo>
                    <a:pt x="10764" y="0"/>
                  </a:moveTo>
                  <a:lnTo>
                    <a:pt x="5307" y="607"/>
                  </a:lnTo>
                  <a:lnTo>
                    <a:pt x="1" y="7428"/>
                  </a:lnTo>
                  <a:lnTo>
                    <a:pt x="3336" y="7428"/>
                  </a:lnTo>
                  <a:lnTo>
                    <a:pt x="3336" y="6974"/>
                  </a:lnTo>
                  <a:lnTo>
                    <a:pt x="10764" y="2881"/>
                  </a:lnTo>
                  <a:lnTo>
                    <a:pt x="1076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7" name="Google Shape;224;p7">
              <a:extLst>
                <a:ext uri="{FF2B5EF4-FFF2-40B4-BE49-F238E27FC236}">
                  <a16:creationId xmlns:a16="http://schemas.microsoft.com/office/drawing/2014/main" id="{88E02A8E-27B8-3859-4758-125CA0D957BC}"/>
                </a:ext>
              </a:extLst>
            </p:cNvPr>
            <p:cNvSpPr/>
            <p:nvPr/>
          </p:nvSpPr>
          <p:spPr>
            <a:xfrm>
              <a:off x="3254775" y="2182900"/>
              <a:ext cx="469975" cy="473750"/>
            </a:xfrm>
            <a:custGeom>
              <a:avLst/>
              <a:gdLst/>
              <a:ahLst/>
              <a:cxnLst/>
              <a:rect l="l" t="t" r="r" b="b"/>
              <a:pathLst>
                <a:path w="18799" h="18950" extrusionOk="0">
                  <a:moveTo>
                    <a:pt x="12280" y="0"/>
                  </a:moveTo>
                  <a:lnTo>
                    <a:pt x="7429" y="1819"/>
                  </a:lnTo>
                  <a:lnTo>
                    <a:pt x="7429" y="4700"/>
                  </a:lnTo>
                  <a:lnTo>
                    <a:pt x="1" y="8793"/>
                  </a:lnTo>
                  <a:lnTo>
                    <a:pt x="1" y="9854"/>
                  </a:lnTo>
                  <a:lnTo>
                    <a:pt x="12431" y="18949"/>
                  </a:lnTo>
                  <a:lnTo>
                    <a:pt x="18798" y="14705"/>
                  </a:lnTo>
                  <a:lnTo>
                    <a:pt x="15766" y="152"/>
                  </a:lnTo>
                  <a:lnTo>
                    <a:pt x="1228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8" name="Google Shape;225;p7">
              <a:extLst>
                <a:ext uri="{FF2B5EF4-FFF2-40B4-BE49-F238E27FC236}">
                  <a16:creationId xmlns:a16="http://schemas.microsoft.com/office/drawing/2014/main" id="{85E0CF4A-C73B-BC7B-2B61-C73EE4BFAACF}"/>
                </a:ext>
              </a:extLst>
            </p:cNvPr>
            <p:cNvSpPr/>
            <p:nvPr/>
          </p:nvSpPr>
          <p:spPr>
            <a:xfrm>
              <a:off x="3648925" y="2186675"/>
              <a:ext cx="98550" cy="163000"/>
            </a:xfrm>
            <a:custGeom>
              <a:avLst/>
              <a:gdLst/>
              <a:ahLst/>
              <a:cxnLst/>
              <a:rect l="l" t="t" r="r" b="b"/>
              <a:pathLst>
                <a:path w="3942" h="6520" extrusionOk="0">
                  <a:moveTo>
                    <a:pt x="0" y="1"/>
                  </a:moveTo>
                  <a:lnTo>
                    <a:pt x="1365" y="6519"/>
                  </a:lnTo>
                  <a:lnTo>
                    <a:pt x="3942" y="3791"/>
                  </a:lnTo>
                  <a:lnTo>
                    <a:pt x="3032" y="3639"/>
                  </a:lnTo>
                  <a:lnTo>
                    <a:pt x="303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9" name="Google Shape;226;p7">
              <a:extLst>
                <a:ext uri="{FF2B5EF4-FFF2-40B4-BE49-F238E27FC236}">
                  <a16:creationId xmlns:a16="http://schemas.microsoft.com/office/drawing/2014/main" id="{50112940-96E0-B45E-005D-652D5B2D0C0B}"/>
                </a:ext>
              </a:extLst>
            </p:cNvPr>
            <p:cNvSpPr/>
            <p:nvPr/>
          </p:nvSpPr>
          <p:spPr>
            <a:xfrm>
              <a:off x="4065800" y="3577525"/>
              <a:ext cx="197100" cy="189525"/>
            </a:xfrm>
            <a:custGeom>
              <a:avLst/>
              <a:gdLst/>
              <a:ahLst/>
              <a:cxnLst/>
              <a:rect l="l" t="t" r="r" b="b"/>
              <a:pathLst>
                <a:path w="7884" h="7581" extrusionOk="0">
                  <a:moveTo>
                    <a:pt x="5458" y="1"/>
                  </a:moveTo>
                  <a:lnTo>
                    <a:pt x="1971" y="2426"/>
                  </a:lnTo>
                  <a:lnTo>
                    <a:pt x="0" y="2426"/>
                  </a:lnTo>
                  <a:lnTo>
                    <a:pt x="3487" y="7580"/>
                  </a:lnTo>
                  <a:lnTo>
                    <a:pt x="6367" y="7580"/>
                  </a:lnTo>
                  <a:lnTo>
                    <a:pt x="7883" y="3942"/>
                  </a:lnTo>
                  <a:lnTo>
                    <a:pt x="7883" y="1668"/>
                  </a:lnTo>
                  <a:lnTo>
                    <a:pt x="5458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0" name="Google Shape;227;p7">
              <a:extLst>
                <a:ext uri="{FF2B5EF4-FFF2-40B4-BE49-F238E27FC236}">
                  <a16:creationId xmlns:a16="http://schemas.microsoft.com/office/drawing/2014/main" id="{1C97D19C-141E-CFC4-521E-16C1920B2FE3}"/>
                </a:ext>
              </a:extLst>
            </p:cNvPr>
            <p:cNvSpPr/>
            <p:nvPr/>
          </p:nvSpPr>
          <p:spPr>
            <a:xfrm>
              <a:off x="4107475" y="3933775"/>
              <a:ext cx="56875" cy="49300"/>
            </a:xfrm>
            <a:custGeom>
              <a:avLst/>
              <a:gdLst/>
              <a:ahLst/>
              <a:cxnLst/>
              <a:rect l="l" t="t" r="r" b="b"/>
              <a:pathLst>
                <a:path w="2275" h="1972" extrusionOk="0">
                  <a:moveTo>
                    <a:pt x="1062" y="0"/>
                  </a:moveTo>
                  <a:lnTo>
                    <a:pt x="1" y="607"/>
                  </a:lnTo>
                  <a:lnTo>
                    <a:pt x="1" y="1971"/>
                  </a:lnTo>
                  <a:lnTo>
                    <a:pt x="1365" y="1971"/>
                  </a:lnTo>
                  <a:lnTo>
                    <a:pt x="2275" y="1062"/>
                  </a:lnTo>
                  <a:lnTo>
                    <a:pt x="2275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1" name="Google Shape;228;p7">
              <a:extLst>
                <a:ext uri="{FF2B5EF4-FFF2-40B4-BE49-F238E27FC236}">
                  <a16:creationId xmlns:a16="http://schemas.microsoft.com/office/drawing/2014/main" id="{55B73C60-83B2-9320-30F9-86BADA96F27E}"/>
                </a:ext>
              </a:extLst>
            </p:cNvPr>
            <p:cNvSpPr/>
            <p:nvPr/>
          </p:nvSpPr>
          <p:spPr>
            <a:xfrm>
              <a:off x="4198450" y="3857975"/>
              <a:ext cx="26550" cy="41725"/>
            </a:xfrm>
            <a:custGeom>
              <a:avLst/>
              <a:gdLst/>
              <a:ahLst/>
              <a:cxnLst/>
              <a:rect l="l" t="t" r="r" b="b"/>
              <a:pathLst>
                <a:path w="1062" h="1669" extrusionOk="0">
                  <a:moveTo>
                    <a:pt x="0" y="1"/>
                  </a:moveTo>
                  <a:lnTo>
                    <a:pt x="0" y="910"/>
                  </a:lnTo>
                  <a:lnTo>
                    <a:pt x="1061" y="1668"/>
                  </a:lnTo>
                  <a:lnTo>
                    <a:pt x="106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2" name="Google Shape;229;p7">
              <a:extLst>
                <a:ext uri="{FF2B5EF4-FFF2-40B4-BE49-F238E27FC236}">
                  <a16:creationId xmlns:a16="http://schemas.microsoft.com/office/drawing/2014/main" id="{02BCD875-F8F6-9C9B-7A5C-A144F2D6E4D8}"/>
                </a:ext>
              </a:extLst>
            </p:cNvPr>
            <p:cNvSpPr/>
            <p:nvPr/>
          </p:nvSpPr>
          <p:spPr>
            <a:xfrm>
              <a:off x="4046850" y="2311750"/>
              <a:ext cx="280475" cy="257725"/>
            </a:xfrm>
            <a:custGeom>
              <a:avLst/>
              <a:gdLst/>
              <a:ahLst/>
              <a:cxnLst/>
              <a:rect l="l" t="t" r="r" b="b"/>
              <a:pathLst>
                <a:path w="11219" h="10309" extrusionOk="0">
                  <a:moveTo>
                    <a:pt x="455" y="0"/>
                  </a:moveTo>
                  <a:lnTo>
                    <a:pt x="0" y="10309"/>
                  </a:lnTo>
                  <a:lnTo>
                    <a:pt x="9399" y="10309"/>
                  </a:lnTo>
                  <a:lnTo>
                    <a:pt x="11218" y="9247"/>
                  </a:lnTo>
                  <a:lnTo>
                    <a:pt x="7277" y="2577"/>
                  </a:lnTo>
                  <a:lnTo>
                    <a:pt x="9399" y="4245"/>
                  </a:lnTo>
                  <a:lnTo>
                    <a:pt x="10006" y="2881"/>
                  </a:lnTo>
                  <a:lnTo>
                    <a:pt x="8944" y="1061"/>
                  </a:lnTo>
                  <a:lnTo>
                    <a:pt x="455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3" name="Google Shape;230;p7">
              <a:extLst>
                <a:ext uri="{FF2B5EF4-FFF2-40B4-BE49-F238E27FC236}">
                  <a16:creationId xmlns:a16="http://schemas.microsoft.com/office/drawing/2014/main" id="{9B003525-1798-91C9-D2BB-E869C5E5494E}"/>
                </a:ext>
              </a:extLst>
            </p:cNvPr>
            <p:cNvSpPr/>
            <p:nvPr/>
          </p:nvSpPr>
          <p:spPr>
            <a:xfrm>
              <a:off x="4001375" y="2542925"/>
              <a:ext cx="390375" cy="515425"/>
            </a:xfrm>
            <a:custGeom>
              <a:avLst/>
              <a:gdLst/>
              <a:ahLst/>
              <a:cxnLst/>
              <a:rect l="l" t="t" r="r" b="b"/>
              <a:pathLst>
                <a:path w="15615" h="20617" extrusionOk="0">
                  <a:moveTo>
                    <a:pt x="13037" y="0"/>
                  </a:moveTo>
                  <a:lnTo>
                    <a:pt x="11218" y="1062"/>
                  </a:lnTo>
                  <a:lnTo>
                    <a:pt x="1819" y="1062"/>
                  </a:lnTo>
                  <a:lnTo>
                    <a:pt x="1516" y="7883"/>
                  </a:lnTo>
                  <a:lnTo>
                    <a:pt x="0" y="9399"/>
                  </a:lnTo>
                  <a:lnTo>
                    <a:pt x="0" y="13037"/>
                  </a:lnTo>
                  <a:lnTo>
                    <a:pt x="5458" y="19556"/>
                  </a:lnTo>
                  <a:lnTo>
                    <a:pt x="8490" y="20617"/>
                  </a:lnTo>
                  <a:lnTo>
                    <a:pt x="13795" y="19859"/>
                  </a:lnTo>
                  <a:lnTo>
                    <a:pt x="10460" y="16372"/>
                  </a:lnTo>
                  <a:lnTo>
                    <a:pt x="13340" y="9399"/>
                  </a:lnTo>
                  <a:lnTo>
                    <a:pt x="15614" y="4245"/>
                  </a:lnTo>
                  <a:lnTo>
                    <a:pt x="13037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4" name="Google Shape;231;p7">
              <a:extLst>
                <a:ext uri="{FF2B5EF4-FFF2-40B4-BE49-F238E27FC236}">
                  <a16:creationId xmlns:a16="http://schemas.microsoft.com/office/drawing/2014/main" id="{5D555A6A-15A3-C885-C846-994E1267B3DB}"/>
                </a:ext>
              </a:extLst>
            </p:cNvPr>
            <p:cNvSpPr/>
            <p:nvPr/>
          </p:nvSpPr>
          <p:spPr>
            <a:xfrm>
              <a:off x="3773975" y="3031800"/>
              <a:ext cx="469975" cy="488900"/>
            </a:xfrm>
            <a:custGeom>
              <a:avLst/>
              <a:gdLst/>
              <a:ahLst/>
              <a:cxnLst/>
              <a:rect l="l" t="t" r="r" b="b"/>
              <a:pathLst>
                <a:path w="18799" h="19556" extrusionOk="0">
                  <a:moveTo>
                    <a:pt x="14554" y="1"/>
                  </a:moveTo>
                  <a:lnTo>
                    <a:pt x="6216" y="152"/>
                  </a:lnTo>
                  <a:lnTo>
                    <a:pt x="5458" y="5458"/>
                  </a:lnTo>
                  <a:lnTo>
                    <a:pt x="2730" y="10157"/>
                  </a:lnTo>
                  <a:lnTo>
                    <a:pt x="1" y="11522"/>
                  </a:lnTo>
                  <a:lnTo>
                    <a:pt x="607" y="12280"/>
                  </a:lnTo>
                  <a:lnTo>
                    <a:pt x="3791" y="12280"/>
                  </a:lnTo>
                  <a:lnTo>
                    <a:pt x="4245" y="14099"/>
                  </a:lnTo>
                  <a:lnTo>
                    <a:pt x="6368" y="13947"/>
                  </a:lnTo>
                  <a:lnTo>
                    <a:pt x="6671" y="12583"/>
                  </a:lnTo>
                  <a:lnTo>
                    <a:pt x="8642" y="12583"/>
                  </a:lnTo>
                  <a:lnTo>
                    <a:pt x="8642" y="15766"/>
                  </a:lnTo>
                  <a:lnTo>
                    <a:pt x="16221" y="19556"/>
                  </a:lnTo>
                  <a:lnTo>
                    <a:pt x="16979" y="18192"/>
                  </a:lnTo>
                  <a:lnTo>
                    <a:pt x="15008" y="17282"/>
                  </a:lnTo>
                  <a:lnTo>
                    <a:pt x="15615" y="14705"/>
                  </a:lnTo>
                  <a:lnTo>
                    <a:pt x="18798" y="14250"/>
                  </a:lnTo>
                  <a:lnTo>
                    <a:pt x="15615" y="9703"/>
                  </a:lnTo>
                  <a:lnTo>
                    <a:pt x="17586" y="1062"/>
                  </a:lnTo>
                  <a:lnTo>
                    <a:pt x="14554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5" name="Google Shape;232;p7">
              <a:extLst>
                <a:ext uri="{FF2B5EF4-FFF2-40B4-BE49-F238E27FC236}">
                  <a16:creationId xmlns:a16="http://schemas.microsoft.com/office/drawing/2014/main" id="{BCBBBE4B-88B5-C9B4-1639-A8C86D2F329A}"/>
                </a:ext>
              </a:extLst>
            </p:cNvPr>
            <p:cNvSpPr/>
            <p:nvPr/>
          </p:nvSpPr>
          <p:spPr>
            <a:xfrm>
              <a:off x="3808100" y="2868850"/>
              <a:ext cx="329725" cy="212250"/>
            </a:xfrm>
            <a:custGeom>
              <a:avLst/>
              <a:gdLst/>
              <a:ahLst/>
              <a:cxnLst/>
              <a:rect l="l" t="t" r="r" b="b"/>
              <a:pathLst>
                <a:path w="13189" h="8490" extrusionOk="0">
                  <a:moveTo>
                    <a:pt x="7731" y="0"/>
                  </a:moveTo>
                  <a:lnTo>
                    <a:pt x="607" y="3335"/>
                  </a:lnTo>
                  <a:lnTo>
                    <a:pt x="0" y="5912"/>
                  </a:lnTo>
                  <a:lnTo>
                    <a:pt x="1819" y="8489"/>
                  </a:lnTo>
                  <a:lnTo>
                    <a:pt x="4548" y="8489"/>
                  </a:lnTo>
                  <a:lnTo>
                    <a:pt x="4851" y="6670"/>
                  </a:lnTo>
                  <a:lnTo>
                    <a:pt x="13189" y="6519"/>
                  </a:lnTo>
                  <a:lnTo>
                    <a:pt x="773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6" name="Google Shape;233;p7">
              <a:extLst>
                <a:ext uri="{FF2B5EF4-FFF2-40B4-BE49-F238E27FC236}">
                  <a16:creationId xmlns:a16="http://schemas.microsoft.com/office/drawing/2014/main" id="{6EE8E293-E83E-4C8E-4471-4AEC5ECDCCF8}"/>
                </a:ext>
              </a:extLst>
            </p:cNvPr>
            <p:cNvSpPr/>
            <p:nvPr/>
          </p:nvSpPr>
          <p:spPr>
            <a:xfrm>
              <a:off x="3485950" y="2842325"/>
              <a:ext cx="64450" cy="155400"/>
            </a:xfrm>
            <a:custGeom>
              <a:avLst/>
              <a:gdLst/>
              <a:ahLst/>
              <a:cxnLst/>
              <a:rect l="l" t="t" r="r" b="b"/>
              <a:pathLst>
                <a:path w="2578" h="6216" extrusionOk="0">
                  <a:moveTo>
                    <a:pt x="2578" y="0"/>
                  </a:moveTo>
                  <a:lnTo>
                    <a:pt x="1" y="910"/>
                  </a:lnTo>
                  <a:lnTo>
                    <a:pt x="910" y="6215"/>
                  </a:lnTo>
                  <a:lnTo>
                    <a:pt x="1365" y="6064"/>
                  </a:lnTo>
                  <a:lnTo>
                    <a:pt x="257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7" name="Google Shape;234;p7">
              <a:extLst>
                <a:ext uri="{FF2B5EF4-FFF2-40B4-BE49-F238E27FC236}">
                  <a16:creationId xmlns:a16="http://schemas.microsoft.com/office/drawing/2014/main" id="{8C2CC594-C3F0-60C8-A09E-359BA237D522}"/>
                </a:ext>
              </a:extLst>
            </p:cNvPr>
            <p:cNvSpPr/>
            <p:nvPr/>
          </p:nvSpPr>
          <p:spPr>
            <a:xfrm>
              <a:off x="3455650" y="2865050"/>
              <a:ext cx="53075" cy="140250"/>
            </a:xfrm>
            <a:custGeom>
              <a:avLst/>
              <a:gdLst/>
              <a:ahLst/>
              <a:cxnLst/>
              <a:rect l="l" t="t" r="r" b="b"/>
              <a:pathLst>
                <a:path w="2123" h="5610" extrusionOk="0">
                  <a:moveTo>
                    <a:pt x="1213" y="1"/>
                  </a:moveTo>
                  <a:lnTo>
                    <a:pt x="0" y="455"/>
                  </a:lnTo>
                  <a:lnTo>
                    <a:pt x="758" y="5610"/>
                  </a:lnTo>
                  <a:lnTo>
                    <a:pt x="2122" y="5306"/>
                  </a:lnTo>
                  <a:lnTo>
                    <a:pt x="121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8" name="Google Shape;235;p7">
              <a:extLst>
                <a:ext uri="{FF2B5EF4-FFF2-40B4-BE49-F238E27FC236}">
                  <a16:creationId xmlns:a16="http://schemas.microsoft.com/office/drawing/2014/main" id="{086146D5-A9F7-ACC7-946F-C4DD4EE9426E}"/>
                </a:ext>
              </a:extLst>
            </p:cNvPr>
            <p:cNvSpPr/>
            <p:nvPr/>
          </p:nvSpPr>
          <p:spPr>
            <a:xfrm>
              <a:off x="3050125" y="2842325"/>
              <a:ext cx="72050" cy="37925"/>
            </a:xfrm>
            <a:custGeom>
              <a:avLst/>
              <a:gdLst/>
              <a:ahLst/>
              <a:cxnLst/>
              <a:rect l="l" t="t" r="r" b="b"/>
              <a:pathLst>
                <a:path w="2882" h="1517" extrusionOk="0">
                  <a:moveTo>
                    <a:pt x="1" y="0"/>
                  </a:moveTo>
                  <a:lnTo>
                    <a:pt x="1365" y="1516"/>
                  </a:lnTo>
                  <a:lnTo>
                    <a:pt x="288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9" name="Google Shape;236;p7">
              <a:extLst>
                <a:ext uri="{FF2B5EF4-FFF2-40B4-BE49-F238E27FC236}">
                  <a16:creationId xmlns:a16="http://schemas.microsoft.com/office/drawing/2014/main" id="{9370A743-0104-A73A-2AC3-57DE1D823E7B}"/>
                </a:ext>
              </a:extLst>
            </p:cNvPr>
            <p:cNvSpPr/>
            <p:nvPr/>
          </p:nvSpPr>
          <p:spPr>
            <a:xfrm>
              <a:off x="245700" y="1337775"/>
              <a:ext cx="773125" cy="356250"/>
            </a:xfrm>
            <a:custGeom>
              <a:avLst/>
              <a:gdLst/>
              <a:ahLst/>
              <a:cxnLst/>
              <a:rect l="l" t="t" r="r" b="b"/>
              <a:pathLst>
                <a:path w="30925" h="14250" extrusionOk="0">
                  <a:moveTo>
                    <a:pt x="17130" y="0"/>
                  </a:moveTo>
                  <a:lnTo>
                    <a:pt x="12431" y="1971"/>
                  </a:lnTo>
                  <a:lnTo>
                    <a:pt x="12431" y="4093"/>
                  </a:lnTo>
                  <a:lnTo>
                    <a:pt x="7125" y="3942"/>
                  </a:lnTo>
                  <a:lnTo>
                    <a:pt x="6215" y="5306"/>
                  </a:lnTo>
                  <a:lnTo>
                    <a:pt x="6215" y="5306"/>
                  </a:lnTo>
                  <a:lnTo>
                    <a:pt x="10612" y="5154"/>
                  </a:lnTo>
                  <a:lnTo>
                    <a:pt x="10612" y="5154"/>
                  </a:lnTo>
                  <a:lnTo>
                    <a:pt x="4851" y="7428"/>
                  </a:lnTo>
                  <a:lnTo>
                    <a:pt x="2122" y="11067"/>
                  </a:lnTo>
                  <a:lnTo>
                    <a:pt x="4548" y="11067"/>
                  </a:lnTo>
                  <a:lnTo>
                    <a:pt x="0" y="14098"/>
                  </a:lnTo>
                  <a:lnTo>
                    <a:pt x="1668" y="14250"/>
                  </a:lnTo>
                  <a:lnTo>
                    <a:pt x="10308" y="10005"/>
                  </a:lnTo>
                  <a:lnTo>
                    <a:pt x="20465" y="9702"/>
                  </a:lnTo>
                  <a:lnTo>
                    <a:pt x="23497" y="12734"/>
                  </a:lnTo>
                  <a:lnTo>
                    <a:pt x="24558" y="11521"/>
                  </a:lnTo>
                  <a:lnTo>
                    <a:pt x="23648" y="10460"/>
                  </a:lnTo>
                  <a:lnTo>
                    <a:pt x="22436" y="10460"/>
                  </a:lnTo>
                  <a:lnTo>
                    <a:pt x="21375" y="9247"/>
                  </a:lnTo>
                  <a:lnTo>
                    <a:pt x="30925" y="910"/>
                  </a:lnTo>
                  <a:lnTo>
                    <a:pt x="28651" y="0"/>
                  </a:lnTo>
                  <a:close/>
                </a:path>
              </a:pathLst>
            </a:custGeom>
            <a:solidFill>
              <a:srgbClr val="1DB954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0" name="Google Shape;237;p7">
              <a:extLst>
                <a:ext uri="{FF2B5EF4-FFF2-40B4-BE49-F238E27FC236}">
                  <a16:creationId xmlns:a16="http://schemas.microsoft.com/office/drawing/2014/main" id="{8D0AE870-17D4-CCFF-9B09-771212604699}"/>
                </a:ext>
              </a:extLst>
            </p:cNvPr>
            <p:cNvSpPr/>
            <p:nvPr/>
          </p:nvSpPr>
          <p:spPr>
            <a:xfrm>
              <a:off x="772475" y="1811500"/>
              <a:ext cx="56875" cy="53075"/>
            </a:xfrm>
            <a:custGeom>
              <a:avLst/>
              <a:gdLst/>
              <a:ahLst/>
              <a:cxnLst/>
              <a:rect l="l" t="t" r="r" b="b"/>
              <a:pathLst>
                <a:path w="2275" h="2123" extrusionOk="0">
                  <a:moveTo>
                    <a:pt x="758" y="0"/>
                  </a:moveTo>
                  <a:lnTo>
                    <a:pt x="0" y="607"/>
                  </a:lnTo>
                  <a:lnTo>
                    <a:pt x="1062" y="2123"/>
                  </a:lnTo>
                  <a:lnTo>
                    <a:pt x="2274" y="2123"/>
                  </a:lnTo>
                  <a:lnTo>
                    <a:pt x="2274" y="1365"/>
                  </a:lnTo>
                  <a:lnTo>
                    <a:pt x="75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1" name="Google Shape;238;p7">
              <a:extLst>
                <a:ext uri="{FF2B5EF4-FFF2-40B4-BE49-F238E27FC236}">
                  <a16:creationId xmlns:a16="http://schemas.microsoft.com/office/drawing/2014/main" id="{4BDA356D-D819-4F01-0E81-FBC5779194AB}"/>
                </a:ext>
              </a:extLst>
            </p:cNvPr>
            <p:cNvSpPr/>
            <p:nvPr/>
          </p:nvSpPr>
          <p:spPr>
            <a:xfrm>
              <a:off x="2212600" y="1807700"/>
              <a:ext cx="144025" cy="87200"/>
            </a:xfrm>
            <a:custGeom>
              <a:avLst/>
              <a:gdLst/>
              <a:ahLst/>
              <a:cxnLst/>
              <a:rect l="l" t="t" r="r" b="b"/>
              <a:pathLst>
                <a:path w="5761" h="3488" extrusionOk="0">
                  <a:moveTo>
                    <a:pt x="3487" y="1"/>
                  </a:moveTo>
                  <a:lnTo>
                    <a:pt x="0" y="3487"/>
                  </a:lnTo>
                  <a:lnTo>
                    <a:pt x="5761" y="3487"/>
                  </a:lnTo>
                  <a:lnTo>
                    <a:pt x="4548" y="1668"/>
                  </a:lnTo>
                  <a:lnTo>
                    <a:pt x="3487" y="1365"/>
                  </a:lnTo>
                  <a:lnTo>
                    <a:pt x="348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2" name="Google Shape;239;p7">
              <a:extLst>
                <a:ext uri="{FF2B5EF4-FFF2-40B4-BE49-F238E27FC236}">
                  <a16:creationId xmlns:a16="http://schemas.microsoft.com/office/drawing/2014/main" id="{71DFBF1A-FB63-F069-2F0E-1DFC110AE56F}"/>
                </a:ext>
              </a:extLst>
            </p:cNvPr>
            <p:cNvSpPr/>
            <p:nvPr/>
          </p:nvSpPr>
          <p:spPr>
            <a:xfrm>
              <a:off x="1970050" y="1273350"/>
              <a:ext cx="394150" cy="265300"/>
            </a:xfrm>
            <a:custGeom>
              <a:avLst/>
              <a:gdLst/>
              <a:ahLst/>
              <a:cxnLst/>
              <a:rect l="l" t="t" r="r" b="b"/>
              <a:pathLst>
                <a:path w="15766" h="10612" extrusionOk="0">
                  <a:moveTo>
                    <a:pt x="2881" y="0"/>
                  </a:moveTo>
                  <a:lnTo>
                    <a:pt x="0" y="3032"/>
                  </a:lnTo>
                  <a:lnTo>
                    <a:pt x="6822" y="2577"/>
                  </a:lnTo>
                  <a:lnTo>
                    <a:pt x="11067" y="6367"/>
                  </a:lnTo>
                  <a:lnTo>
                    <a:pt x="8338" y="6367"/>
                  </a:lnTo>
                  <a:lnTo>
                    <a:pt x="6822" y="7428"/>
                  </a:lnTo>
                  <a:lnTo>
                    <a:pt x="3639" y="7428"/>
                  </a:lnTo>
                  <a:lnTo>
                    <a:pt x="3639" y="8338"/>
                  </a:lnTo>
                  <a:lnTo>
                    <a:pt x="6822" y="8338"/>
                  </a:lnTo>
                  <a:lnTo>
                    <a:pt x="9702" y="10612"/>
                  </a:lnTo>
                  <a:lnTo>
                    <a:pt x="10460" y="10309"/>
                  </a:lnTo>
                  <a:lnTo>
                    <a:pt x="9702" y="8944"/>
                  </a:lnTo>
                  <a:lnTo>
                    <a:pt x="11673" y="9854"/>
                  </a:lnTo>
                  <a:lnTo>
                    <a:pt x="12279" y="9551"/>
                  </a:lnTo>
                  <a:lnTo>
                    <a:pt x="12279" y="6670"/>
                  </a:lnTo>
                  <a:lnTo>
                    <a:pt x="14402" y="7428"/>
                  </a:lnTo>
                  <a:lnTo>
                    <a:pt x="15766" y="6670"/>
                  </a:lnTo>
                  <a:lnTo>
                    <a:pt x="15008" y="5306"/>
                  </a:lnTo>
                  <a:lnTo>
                    <a:pt x="13795" y="4851"/>
                  </a:lnTo>
                  <a:lnTo>
                    <a:pt x="13644" y="2881"/>
                  </a:lnTo>
                  <a:lnTo>
                    <a:pt x="6670" y="0"/>
                  </a:lnTo>
                  <a:lnTo>
                    <a:pt x="5609" y="0"/>
                  </a:lnTo>
                  <a:lnTo>
                    <a:pt x="3184" y="1971"/>
                  </a:lnTo>
                  <a:lnTo>
                    <a:pt x="3184" y="1971"/>
                  </a:lnTo>
                  <a:lnTo>
                    <a:pt x="409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3" name="Google Shape;240;p7">
              <a:extLst>
                <a:ext uri="{FF2B5EF4-FFF2-40B4-BE49-F238E27FC236}">
                  <a16:creationId xmlns:a16="http://schemas.microsoft.com/office/drawing/2014/main" id="{46904D31-A9AA-80F7-4337-946D3FD80FB8}"/>
                </a:ext>
              </a:extLst>
            </p:cNvPr>
            <p:cNvSpPr/>
            <p:nvPr/>
          </p:nvSpPr>
          <p:spPr>
            <a:xfrm>
              <a:off x="780050" y="1318825"/>
              <a:ext cx="1565200" cy="682175"/>
            </a:xfrm>
            <a:custGeom>
              <a:avLst/>
              <a:gdLst/>
              <a:ahLst/>
              <a:cxnLst/>
              <a:rect l="l" t="t" r="r" b="b"/>
              <a:pathLst>
                <a:path w="62608" h="27287" extrusionOk="0">
                  <a:moveTo>
                    <a:pt x="44720" y="0"/>
                  </a:moveTo>
                  <a:lnTo>
                    <a:pt x="42295" y="1062"/>
                  </a:lnTo>
                  <a:lnTo>
                    <a:pt x="42901" y="2426"/>
                  </a:lnTo>
                  <a:lnTo>
                    <a:pt x="39566" y="3942"/>
                  </a:lnTo>
                  <a:lnTo>
                    <a:pt x="33957" y="2881"/>
                  </a:lnTo>
                  <a:lnTo>
                    <a:pt x="30925" y="4245"/>
                  </a:lnTo>
                  <a:lnTo>
                    <a:pt x="23497" y="1365"/>
                  </a:lnTo>
                  <a:lnTo>
                    <a:pt x="9551" y="1668"/>
                  </a:lnTo>
                  <a:lnTo>
                    <a:pt x="1" y="10005"/>
                  </a:lnTo>
                  <a:lnTo>
                    <a:pt x="1062" y="11218"/>
                  </a:lnTo>
                  <a:lnTo>
                    <a:pt x="2274" y="11218"/>
                  </a:lnTo>
                  <a:lnTo>
                    <a:pt x="3184" y="12279"/>
                  </a:lnTo>
                  <a:lnTo>
                    <a:pt x="2123" y="13492"/>
                  </a:lnTo>
                  <a:lnTo>
                    <a:pt x="910" y="18798"/>
                  </a:lnTo>
                  <a:lnTo>
                    <a:pt x="3032" y="20768"/>
                  </a:lnTo>
                  <a:lnTo>
                    <a:pt x="3032" y="21830"/>
                  </a:lnTo>
                  <a:lnTo>
                    <a:pt x="26529" y="21830"/>
                  </a:lnTo>
                  <a:lnTo>
                    <a:pt x="29258" y="23042"/>
                  </a:lnTo>
                  <a:lnTo>
                    <a:pt x="33957" y="22133"/>
                  </a:lnTo>
                  <a:lnTo>
                    <a:pt x="34563" y="24103"/>
                  </a:lnTo>
                  <a:lnTo>
                    <a:pt x="35473" y="24861"/>
                  </a:lnTo>
                  <a:lnTo>
                    <a:pt x="37141" y="24710"/>
                  </a:lnTo>
                  <a:lnTo>
                    <a:pt x="37747" y="26529"/>
                  </a:lnTo>
                  <a:lnTo>
                    <a:pt x="39718" y="26529"/>
                  </a:lnTo>
                  <a:lnTo>
                    <a:pt x="41082" y="25619"/>
                  </a:lnTo>
                  <a:lnTo>
                    <a:pt x="45630" y="25619"/>
                  </a:lnTo>
                  <a:lnTo>
                    <a:pt x="47600" y="23952"/>
                  </a:lnTo>
                  <a:lnTo>
                    <a:pt x="49419" y="23952"/>
                  </a:lnTo>
                  <a:lnTo>
                    <a:pt x="48661" y="25923"/>
                  </a:lnTo>
                  <a:lnTo>
                    <a:pt x="48661" y="25923"/>
                  </a:lnTo>
                  <a:lnTo>
                    <a:pt x="51845" y="25468"/>
                  </a:lnTo>
                  <a:lnTo>
                    <a:pt x="49874" y="26377"/>
                  </a:lnTo>
                  <a:lnTo>
                    <a:pt x="50026" y="27287"/>
                  </a:lnTo>
                  <a:lnTo>
                    <a:pt x="55635" y="25316"/>
                  </a:lnTo>
                  <a:lnTo>
                    <a:pt x="52906" y="25165"/>
                  </a:lnTo>
                  <a:lnTo>
                    <a:pt x="51542" y="23952"/>
                  </a:lnTo>
                  <a:lnTo>
                    <a:pt x="52906" y="21981"/>
                  </a:lnTo>
                  <a:lnTo>
                    <a:pt x="52300" y="21526"/>
                  </a:lnTo>
                  <a:lnTo>
                    <a:pt x="48358" y="23194"/>
                  </a:lnTo>
                  <a:lnTo>
                    <a:pt x="48358" y="22284"/>
                  </a:lnTo>
                  <a:lnTo>
                    <a:pt x="51996" y="20465"/>
                  </a:lnTo>
                  <a:lnTo>
                    <a:pt x="58060" y="20162"/>
                  </a:lnTo>
                  <a:lnTo>
                    <a:pt x="62608" y="17737"/>
                  </a:lnTo>
                  <a:lnTo>
                    <a:pt x="62608" y="16675"/>
                  </a:lnTo>
                  <a:lnTo>
                    <a:pt x="59273" y="16069"/>
                  </a:lnTo>
                  <a:lnTo>
                    <a:pt x="58970" y="10612"/>
                  </a:lnTo>
                  <a:lnTo>
                    <a:pt x="54574" y="12431"/>
                  </a:lnTo>
                  <a:lnTo>
                    <a:pt x="54725" y="9854"/>
                  </a:lnTo>
                  <a:lnTo>
                    <a:pt x="52603" y="8035"/>
                  </a:lnTo>
                  <a:lnTo>
                    <a:pt x="49723" y="8035"/>
                  </a:lnTo>
                  <a:lnTo>
                    <a:pt x="42143" y="19253"/>
                  </a:lnTo>
                  <a:lnTo>
                    <a:pt x="40172" y="19253"/>
                  </a:lnTo>
                  <a:lnTo>
                    <a:pt x="40324" y="15614"/>
                  </a:lnTo>
                  <a:lnTo>
                    <a:pt x="33654" y="11976"/>
                  </a:lnTo>
                  <a:lnTo>
                    <a:pt x="40324" y="7125"/>
                  </a:lnTo>
                  <a:lnTo>
                    <a:pt x="43962" y="6367"/>
                  </a:lnTo>
                  <a:lnTo>
                    <a:pt x="43204" y="5306"/>
                  </a:lnTo>
                  <a:lnTo>
                    <a:pt x="48965" y="4548"/>
                  </a:lnTo>
                  <a:lnTo>
                    <a:pt x="51390" y="2123"/>
                  </a:lnTo>
                  <a:lnTo>
                    <a:pt x="49116" y="1971"/>
                  </a:lnTo>
                  <a:lnTo>
                    <a:pt x="46084" y="3942"/>
                  </a:lnTo>
                  <a:lnTo>
                    <a:pt x="46084" y="3942"/>
                  </a:lnTo>
                  <a:lnTo>
                    <a:pt x="46388" y="2274"/>
                  </a:lnTo>
                  <a:lnTo>
                    <a:pt x="45023" y="2123"/>
                  </a:lnTo>
                  <a:lnTo>
                    <a:pt x="4472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1204" name="Google Shape;241;p7">
              <a:extLst>
                <a:ext uri="{FF2B5EF4-FFF2-40B4-BE49-F238E27FC236}">
                  <a16:creationId xmlns:a16="http://schemas.microsoft.com/office/drawing/2014/main" id="{57342E48-B843-B52C-681A-AEF7EAD1CAA0}"/>
                </a:ext>
              </a:extLst>
            </p:cNvPr>
            <p:cNvSpPr/>
            <p:nvPr/>
          </p:nvSpPr>
          <p:spPr>
            <a:xfrm>
              <a:off x="1890450" y="1459050"/>
              <a:ext cx="98575" cy="45500"/>
            </a:xfrm>
            <a:custGeom>
              <a:avLst/>
              <a:gdLst/>
              <a:ahLst/>
              <a:cxnLst/>
              <a:rect l="l" t="t" r="r" b="b"/>
              <a:pathLst>
                <a:path w="3943" h="1820" extrusionOk="0">
                  <a:moveTo>
                    <a:pt x="1820" y="0"/>
                  </a:moveTo>
                  <a:lnTo>
                    <a:pt x="1" y="1516"/>
                  </a:lnTo>
                  <a:lnTo>
                    <a:pt x="3488" y="1819"/>
                  </a:lnTo>
                  <a:lnTo>
                    <a:pt x="3942" y="910"/>
                  </a:lnTo>
                  <a:lnTo>
                    <a:pt x="182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5" name="Google Shape;242;p7">
              <a:extLst>
                <a:ext uri="{FF2B5EF4-FFF2-40B4-BE49-F238E27FC236}">
                  <a16:creationId xmlns:a16="http://schemas.microsoft.com/office/drawing/2014/main" id="{72C69CD6-E999-CDA6-B853-5FCC9DFF2C50}"/>
                </a:ext>
              </a:extLst>
            </p:cNvPr>
            <p:cNvSpPr/>
            <p:nvPr/>
          </p:nvSpPr>
          <p:spPr>
            <a:xfrm>
              <a:off x="1761600" y="1349150"/>
              <a:ext cx="56875" cy="41700"/>
            </a:xfrm>
            <a:custGeom>
              <a:avLst/>
              <a:gdLst/>
              <a:ahLst/>
              <a:cxnLst/>
              <a:rect l="l" t="t" r="r" b="b"/>
              <a:pathLst>
                <a:path w="2275" h="1668" extrusionOk="0">
                  <a:moveTo>
                    <a:pt x="1820" y="0"/>
                  </a:moveTo>
                  <a:lnTo>
                    <a:pt x="1" y="758"/>
                  </a:lnTo>
                  <a:lnTo>
                    <a:pt x="607" y="1668"/>
                  </a:lnTo>
                  <a:lnTo>
                    <a:pt x="2275" y="758"/>
                  </a:lnTo>
                  <a:lnTo>
                    <a:pt x="182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6" name="Google Shape;243;p7">
              <a:extLst>
                <a:ext uri="{FF2B5EF4-FFF2-40B4-BE49-F238E27FC236}">
                  <a16:creationId xmlns:a16="http://schemas.microsoft.com/office/drawing/2014/main" id="{F22506F4-13D8-BF81-2DDF-0948B18718B5}"/>
                </a:ext>
              </a:extLst>
            </p:cNvPr>
            <p:cNvSpPr/>
            <p:nvPr/>
          </p:nvSpPr>
          <p:spPr>
            <a:xfrm>
              <a:off x="1791925" y="1265775"/>
              <a:ext cx="98550" cy="56875"/>
            </a:xfrm>
            <a:custGeom>
              <a:avLst/>
              <a:gdLst/>
              <a:ahLst/>
              <a:cxnLst/>
              <a:rect l="l" t="t" r="r" b="b"/>
              <a:pathLst>
                <a:path w="3942" h="2275" extrusionOk="0">
                  <a:moveTo>
                    <a:pt x="3942" y="0"/>
                  </a:moveTo>
                  <a:lnTo>
                    <a:pt x="1" y="1213"/>
                  </a:lnTo>
                  <a:lnTo>
                    <a:pt x="1062" y="2274"/>
                  </a:lnTo>
                  <a:lnTo>
                    <a:pt x="3336" y="1516"/>
                  </a:lnTo>
                  <a:lnTo>
                    <a:pt x="3942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7" name="Google Shape;244;p7">
              <a:extLst>
                <a:ext uri="{FF2B5EF4-FFF2-40B4-BE49-F238E27FC236}">
                  <a16:creationId xmlns:a16="http://schemas.microsoft.com/office/drawing/2014/main" id="{084A41F7-744A-C8D9-C1EA-B7E6DAA35C5C}"/>
                </a:ext>
              </a:extLst>
            </p:cNvPr>
            <p:cNvSpPr/>
            <p:nvPr/>
          </p:nvSpPr>
          <p:spPr>
            <a:xfrm>
              <a:off x="1901825" y="1265775"/>
              <a:ext cx="87200" cy="41700"/>
            </a:xfrm>
            <a:custGeom>
              <a:avLst/>
              <a:gdLst/>
              <a:ahLst/>
              <a:cxnLst/>
              <a:rect l="l" t="t" r="r" b="b"/>
              <a:pathLst>
                <a:path w="3488" h="1668" extrusionOk="0">
                  <a:moveTo>
                    <a:pt x="2729" y="0"/>
                  </a:moveTo>
                  <a:lnTo>
                    <a:pt x="1" y="607"/>
                  </a:lnTo>
                  <a:lnTo>
                    <a:pt x="304" y="1668"/>
                  </a:lnTo>
                  <a:lnTo>
                    <a:pt x="3487" y="758"/>
                  </a:lnTo>
                  <a:lnTo>
                    <a:pt x="2729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8" name="Google Shape;245;p7">
              <a:extLst>
                <a:ext uri="{FF2B5EF4-FFF2-40B4-BE49-F238E27FC236}">
                  <a16:creationId xmlns:a16="http://schemas.microsoft.com/office/drawing/2014/main" id="{44908CB6-688B-9855-F23C-55D4FCC7DB7F}"/>
                </a:ext>
              </a:extLst>
            </p:cNvPr>
            <p:cNvSpPr/>
            <p:nvPr/>
          </p:nvSpPr>
          <p:spPr>
            <a:xfrm>
              <a:off x="2015525" y="1208925"/>
              <a:ext cx="212250" cy="49275"/>
            </a:xfrm>
            <a:custGeom>
              <a:avLst/>
              <a:gdLst/>
              <a:ahLst/>
              <a:cxnLst/>
              <a:rect l="l" t="t" r="r" b="b"/>
              <a:pathLst>
                <a:path w="8490" h="1971" extrusionOk="0">
                  <a:moveTo>
                    <a:pt x="1668" y="0"/>
                  </a:moveTo>
                  <a:lnTo>
                    <a:pt x="0" y="1365"/>
                  </a:lnTo>
                  <a:lnTo>
                    <a:pt x="6822" y="1971"/>
                  </a:lnTo>
                  <a:lnTo>
                    <a:pt x="8490" y="758"/>
                  </a:lnTo>
                  <a:lnTo>
                    <a:pt x="3487" y="758"/>
                  </a:lnTo>
                  <a:lnTo>
                    <a:pt x="166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9" name="Google Shape;246;p7">
              <a:extLst>
                <a:ext uri="{FF2B5EF4-FFF2-40B4-BE49-F238E27FC236}">
                  <a16:creationId xmlns:a16="http://schemas.microsoft.com/office/drawing/2014/main" id="{E7AFD374-BD57-43D6-EAC4-AF52B306CEF6}"/>
                </a:ext>
              </a:extLst>
            </p:cNvPr>
            <p:cNvSpPr/>
            <p:nvPr/>
          </p:nvSpPr>
          <p:spPr>
            <a:xfrm>
              <a:off x="2121625" y="1083850"/>
              <a:ext cx="477550" cy="140250"/>
            </a:xfrm>
            <a:custGeom>
              <a:avLst/>
              <a:gdLst/>
              <a:ahLst/>
              <a:cxnLst/>
              <a:rect l="l" t="t" r="r" b="b"/>
              <a:pathLst>
                <a:path w="19102" h="5610" extrusionOk="0">
                  <a:moveTo>
                    <a:pt x="19102" y="1"/>
                  </a:moveTo>
                  <a:lnTo>
                    <a:pt x="5155" y="1062"/>
                  </a:lnTo>
                  <a:lnTo>
                    <a:pt x="5155" y="1668"/>
                  </a:lnTo>
                  <a:lnTo>
                    <a:pt x="9854" y="1668"/>
                  </a:lnTo>
                  <a:lnTo>
                    <a:pt x="9248" y="2578"/>
                  </a:lnTo>
                  <a:lnTo>
                    <a:pt x="4246" y="2578"/>
                  </a:lnTo>
                  <a:lnTo>
                    <a:pt x="5004" y="3791"/>
                  </a:lnTo>
                  <a:lnTo>
                    <a:pt x="2881" y="3336"/>
                  </a:lnTo>
                  <a:lnTo>
                    <a:pt x="3639" y="4549"/>
                  </a:lnTo>
                  <a:lnTo>
                    <a:pt x="1" y="4549"/>
                  </a:lnTo>
                  <a:lnTo>
                    <a:pt x="607" y="5003"/>
                  </a:lnTo>
                  <a:lnTo>
                    <a:pt x="4549" y="5003"/>
                  </a:lnTo>
                  <a:lnTo>
                    <a:pt x="5155" y="5610"/>
                  </a:lnTo>
                  <a:lnTo>
                    <a:pt x="10916" y="2881"/>
                  </a:lnTo>
                  <a:lnTo>
                    <a:pt x="15615" y="1971"/>
                  </a:lnTo>
                  <a:lnTo>
                    <a:pt x="1910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0" name="Google Shape;247;p7">
              <a:extLst>
                <a:ext uri="{FF2B5EF4-FFF2-40B4-BE49-F238E27FC236}">
                  <a16:creationId xmlns:a16="http://schemas.microsoft.com/office/drawing/2014/main" id="{97B1CF4E-5095-63C4-231C-F42AD6652EFD}"/>
                </a:ext>
              </a:extLst>
            </p:cNvPr>
            <p:cNvSpPr/>
            <p:nvPr/>
          </p:nvSpPr>
          <p:spPr>
            <a:xfrm>
              <a:off x="2083750" y="1121750"/>
              <a:ext cx="102350" cy="41725"/>
            </a:xfrm>
            <a:custGeom>
              <a:avLst/>
              <a:gdLst/>
              <a:ahLst/>
              <a:cxnLst/>
              <a:rect l="l" t="t" r="r" b="b"/>
              <a:pathLst>
                <a:path w="4094" h="1669" extrusionOk="0">
                  <a:moveTo>
                    <a:pt x="3032" y="1"/>
                  </a:moveTo>
                  <a:lnTo>
                    <a:pt x="0" y="1213"/>
                  </a:lnTo>
                  <a:lnTo>
                    <a:pt x="2577" y="1668"/>
                  </a:lnTo>
                  <a:lnTo>
                    <a:pt x="4093" y="759"/>
                  </a:lnTo>
                  <a:lnTo>
                    <a:pt x="303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1" name="Google Shape;248;p7">
              <a:extLst>
                <a:ext uri="{FF2B5EF4-FFF2-40B4-BE49-F238E27FC236}">
                  <a16:creationId xmlns:a16="http://schemas.microsoft.com/office/drawing/2014/main" id="{9C5B9557-B30E-063E-F430-7BE587ED7688}"/>
                </a:ext>
              </a:extLst>
            </p:cNvPr>
            <p:cNvSpPr/>
            <p:nvPr/>
          </p:nvSpPr>
          <p:spPr>
            <a:xfrm>
              <a:off x="1371250" y="1254400"/>
              <a:ext cx="178150" cy="68250"/>
            </a:xfrm>
            <a:custGeom>
              <a:avLst/>
              <a:gdLst/>
              <a:ahLst/>
              <a:cxnLst/>
              <a:rect l="l" t="t" r="r" b="b"/>
              <a:pathLst>
                <a:path w="7126" h="2730" extrusionOk="0">
                  <a:moveTo>
                    <a:pt x="5761" y="0"/>
                  </a:moveTo>
                  <a:lnTo>
                    <a:pt x="1" y="1516"/>
                  </a:lnTo>
                  <a:lnTo>
                    <a:pt x="1062" y="2729"/>
                  </a:lnTo>
                  <a:lnTo>
                    <a:pt x="7126" y="607"/>
                  </a:lnTo>
                  <a:lnTo>
                    <a:pt x="576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2" name="Google Shape;249;p7">
              <a:extLst>
                <a:ext uri="{FF2B5EF4-FFF2-40B4-BE49-F238E27FC236}">
                  <a16:creationId xmlns:a16="http://schemas.microsoft.com/office/drawing/2014/main" id="{D52DB612-C251-8928-D128-376B84872ADB}"/>
                </a:ext>
              </a:extLst>
            </p:cNvPr>
            <p:cNvSpPr/>
            <p:nvPr/>
          </p:nvSpPr>
          <p:spPr>
            <a:xfrm>
              <a:off x="1458425" y="1280925"/>
              <a:ext cx="288050" cy="102350"/>
            </a:xfrm>
            <a:custGeom>
              <a:avLst/>
              <a:gdLst/>
              <a:ahLst/>
              <a:cxnLst/>
              <a:rect l="l" t="t" r="r" b="b"/>
              <a:pathLst>
                <a:path w="11522" h="4094" extrusionOk="0">
                  <a:moveTo>
                    <a:pt x="4397" y="1"/>
                  </a:moveTo>
                  <a:lnTo>
                    <a:pt x="1213" y="1062"/>
                  </a:lnTo>
                  <a:lnTo>
                    <a:pt x="3032" y="1971"/>
                  </a:lnTo>
                  <a:lnTo>
                    <a:pt x="0" y="2729"/>
                  </a:lnTo>
                  <a:lnTo>
                    <a:pt x="3790" y="4093"/>
                  </a:lnTo>
                  <a:lnTo>
                    <a:pt x="6367" y="3032"/>
                  </a:lnTo>
                  <a:lnTo>
                    <a:pt x="9248" y="3790"/>
                  </a:lnTo>
                  <a:lnTo>
                    <a:pt x="11521" y="3184"/>
                  </a:lnTo>
                  <a:lnTo>
                    <a:pt x="9399" y="2274"/>
                  </a:lnTo>
                  <a:lnTo>
                    <a:pt x="10915" y="152"/>
                  </a:lnTo>
                  <a:lnTo>
                    <a:pt x="9399" y="152"/>
                  </a:lnTo>
                  <a:lnTo>
                    <a:pt x="8338" y="1365"/>
                  </a:lnTo>
                  <a:lnTo>
                    <a:pt x="8035" y="152"/>
                  </a:lnTo>
                  <a:lnTo>
                    <a:pt x="6216" y="758"/>
                  </a:lnTo>
                  <a:lnTo>
                    <a:pt x="4397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3" name="Google Shape;250;p7">
              <a:extLst>
                <a:ext uri="{FF2B5EF4-FFF2-40B4-BE49-F238E27FC236}">
                  <a16:creationId xmlns:a16="http://schemas.microsoft.com/office/drawing/2014/main" id="{99925595-E6F8-9595-2EBD-661F12EFDCC5}"/>
                </a:ext>
              </a:extLst>
            </p:cNvPr>
            <p:cNvSpPr/>
            <p:nvPr/>
          </p:nvSpPr>
          <p:spPr>
            <a:xfrm>
              <a:off x="1450850" y="2542925"/>
              <a:ext cx="216025" cy="90975"/>
            </a:xfrm>
            <a:custGeom>
              <a:avLst/>
              <a:gdLst/>
              <a:ahLst/>
              <a:cxnLst/>
              <a:rect l="l" t="t" r="r" b="b"/>
              <a:pathLst>
                <a:path w="8641" h="3639" extrusionOk="0">
                  <a:moveTo>
                    <a:pt x="1061" y="0"/>
                  </a:moveTo>
                  <a:lnTo>
                    <a:pt x="0" y="910"/>
                  </a:lnTo>
                  <a:lnTo>
                    <a:pt x="3032" y="910"/>
                  </a:lnTo>
                  <a:lnTo>
                    <a:pt x="5458" y="2577"/>
                  </a:lnTo>
                  <a:lnTo>
                    <a:pt x="4548" y="3639"/>
                  </a:lnTo>
                  <a:lnTo>
                    <a:pt x="8641" y="3639"/>
                  </a:lnTo>
                  <a:lnTo>
                    <a:pt x="363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4" name="Google Shape;251;p7">
              <a:extLst>
                <a:ext uri="{FF2B5EF4-FFF2-40B4-BE49-F238E27FC236}">
                  <a16:creationId xmlns:a16="http://schemas.microsoft.com/office/drawing/2014/main" id="{0A6510B5-6ED8-1D14-031F-B60A27C885CF}"/>
                </a:ext>
              </a:extLst>
            </p:cNvPr>
            <p:cNvSpPr/>
            <p:nvPr/>
          </p:nvSpPr>
          <p:spPr>
            <a:xfrm>
              <a:off x="1556950" y="2660400"/>
              <a:ext cx="60675" cy="30350"/>
            </a:xfrm>
            <a:custGeom>
              <a:avLst/>
              <a:gdLst/>
              <a:ahLst/>
              <a:cxnLst/>
              <a:rect l="l" t="t" r="r" b="b"/>
              <a:pathLst>
                <a:path w="2427" h="1214" extrusionOk="0">
                  <a:moveTo>
                    <a:pt x="1" y="1"/>
                  </a:moveTo>
                  <a:lnTo>
                    <a:pt x="1" y="759"/>
                  </a:lnTo>
                  <a:lnTo>
                    <a:pt x="607" y="1213"/>
                  </a:lnTo>
                  <a:lnTo>
                    <a:pt x="2426" y="1213"/>
                  </a:lnTo>
                  <a:lnTo>
                    <a:pt x="2426" y="607"/>
                  </a:lnTo>
                  <a:lnTo>
                    <a:pt x="1668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5" name="Google Shape;252;p7">
              <a:extLst>
                <a:ext uri="{FF2B5EF4-FFF2-40B4-BE49-F238E27FC236}">
                  <a16:creationId xmlns:a16="http://schemas.microsoft.com/office/drawing/2014/main" id="{DE196372-464C-4FB1-5CB2-15187C9B0C6F}"/>
                </a:ext>
              </a:extLst>
            </p:cNvPr>
            <p:cNvSpPr/>
            <p:nvPr/>
          </p:nvSpPr>
          <p:spPr>
            <a:xfrm>
              <a:off x="1826025" y="2667975"/>
              <a:ext cx="34150" cy="15200"/>
            </a:xfrm>
            <a:custGeom>
              <a:avLst/>
              <a:gdLst/>
              <a:ahLst/>
              <a:cxnLst/>
              <a:rect l="l" t="t" r="r" b="b"/>
              <a:pathLst>
                <a:path w="1366" h="608" extrusionOk="0">
                  <a:moveTo>
                    <a:pt x="304" y="1"/>
                  </a:moveTo>
                  <a:lnTo>
                    <a:pt x="1" y="607"/>
                  </a:lnTo>
                  <a:lnTo>
                    <a:pt x="910" y="607"/>
                  </a:lnTo>
                  <a:lnTo>
                    <a:pt x="1365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6" name="Google Shape;253;p7">
              <a:extLst>
                <a:ext uri="{FF2B5EF4-FFF2-40B4-BE49-F238E27FC236}">
                  <a16:creationId xmlns:a16="http://schemas.microsoft.com/office/drawing/2014/main" id="{79774FA1-1C98-2390-73BA-6782909131FF}"/>
                </a:ext>
              </a:extLst>
            </p:cNvPr>
            <p:cNvSpPr/>
            <p:nvPr/>
          </p:nvSpPr>
          <p:spPr>
            <a:xfrm>
              <a:off x="1212100" y="2686925"/>
              <a:ext cx="102325" cy="109950"/>
            </a:xfrm>
            <a:custGeom>
              <a:avLst/>
              <a:gdLst/>
              <a:ahLst/>
              <a:cxnLst/>
              <a:rect l="l" t="t" r="r" b="b"/>
              <a:pathLst>
                <a:path w="4093" h="4398" extrusionOk="0">
                  <a:moveTo>
                    <a:pt x="2274" y="1"/>
                  </a:moveTo>
                  <a:lnTo>
                    <a:pt x="2577" y="1820"/>
                  </a:lnTo>
                  <a:lnTo>
                    <a:pt x="910" y="1820"/>
                  </a:lnTo>
                  <a:lnTo>
                    <a:pt x="0" y="3184"/>
                  </a:lnTo>
                  <a:lnTo>
                    <a:pt x="2425" y="4397"/>
                  </a:lnTo>
                  <a:lnTo>
                    <a:pt x="4093" y="1517"/>
                  </a:lnTo>
                  <a:lnTo>
                    <a:pt x="3790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7" name="Google Shape;254;p7">
              <a:extLst>
                <a:ext uri="{FF2B5EF4-FFF2-40B4-BE49-F238E27FC236}">
                  <a16:creationId xmlns:a16="http://schemas.microsoft.com/office/drawing/2014/main" id="{4DC52D36-8766-6363-7D6D-7E7A55566722}"/>
                </a:ext>
              </a:extLst>
            </p:cNvPr>
            <p:cNvSpPr/>
            <p:nvPr/>
          </p:nvSpPr>
          <p:spPr>
            <a:xfrm>
              <a:off x="1287875" y="2740000"/>
              <a:ext cx="140250" cy="83400"/>
            </a:xfrm>
            <a:custGeom>
              <a:avLst/>
              <a:gdLst/>
              <a:ahLst/>
              <a:cxnLst/>
              <a:rect l="l" t="t" r="r" b="b"/>
              <a:pathLst>
                <a:path w="5610" h="3336" extrusionOk="0">
                  <a:moveTo>
                    <a:pt x="759" y="0"/>
                  </a:moveTo>
                  <a:lnTo>
                    <a:pt x="1" y="1364"/>
                  </a:lnTo>
                  <a:lnTo>
                    <a:pt x="1365" y="2122"/>
                  </a:lnTo>
                  <a:lnTo>
                    <a:pt x="1062" y="3184"/>
                  </a:lnTo>
                  <a:lnTo>
                    <a:pt x="1517" y="3335"/>
                  </a:lnTo>
                  <a:lnTo>
                    <a:pt x="5610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8" name="Google Shape;255;p7">
              <a:extLst>
                <a:ext uri="{FF2B5EF4-FFF2-40B4-BE49-F238E27FC236}">
                  <a16:creationId xmlns:a16="http://schemas.microsoft.com/office/drawing/2014/main" id="{3E740513-ED6E-04F7-E085-30E42D46C01C}"/>
                </a:ext>
              </a:extLst>
            </p:cNvPr>
            <p:cNvSpPr/>
            <p:nvPr/>
          </p:nvSpPr>
          <p:spPr>
            <a:xfrm>
              <a:off x="1272725" y="2774100"/>
              <a:ext cx="49300" cy="45500"/>
            </a:xfrm>
            <a:custGeom>
              <a:avLst/>
              <a:gdLst/>
              <a:ahLst/>
              <a:cxnLst/>
              <a:rect l="l" t="t" r="r" b="b"/>
              <a:pathLst>
                <a:path w="1972" h="1820" extrusionOk="0">
                  <a:moveTo>
                    <a:pt x="607" y="0"/>
                  </a:moveTo>
                  <a:lnTo>
                    <a:pt x="0" y="910"/>
                  </a:lnTo>
                  <a:lnTo>
                    <a:pt x="1668" y="1820"/>
                  </a:lnTo>
                  <a:lnTo>
                    <a:pt x="1971" y="758"/>
                  </a:lnTo>
                  <a:lnTo>
                    <a:pt x="607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9" name="Google Shape;256;p7">
              <a:extLst>
                <a:ext uri="{FF2B5EF4-FFF2-40B4-BE49-F238E27FC236}">
                  <a16:creationId xmlns:a16="http://schemas.microsoft.com/office/drawing/2014/main" id="{22B8D030-1501-2373-9D47-E9607F0E364E}"/>
                </a:ext>
              </a:extLst>
            </p:cNvPr>
            <p:cNvSpPr/>
            <p:nvPr/>
          </p:nvSpPr>
          <p:spPr>
            <a:xfrm>
              <a:off x="1306825" y="2649025"/>
              <a:ext cx="45500" cy="75825"/>
            </a:xfrm>
            <a:custGeom>
              <a:avLst/>
              <a:gdLst/>
              <a:ahLst/>
              <a:cxnLst/>
              <a:rect l="l" t="t" r="r" b="b"/>
              <a:pathLst>
                <a:path w="1820" h="3033" extrusionOk="0">
                  <a:moveTo>
                    <a:pt x="1820" y="1"/>
                  </a:moveTo>
                  <a:lnTo>
                    <a:pt x="1" y="1517"/>
                  </a:lnTo>
                  <a:lnTo>
                    <a:pt x="304" y="3033"/>
                  </a:lnTo>
                  <a:lnTo>
                    <a:pt x="1820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0" name="Google Shape;257;p7">
              <a:extLst>
                <a:ext uri="{FF2B5EF4-FFF2-40B4-BE49-F238E27FC236}">
                  <a16:creationId xmlns:a16="http://schemas.microsoft.com/office/drawing/2014/main" id="{D83E8CEA-6826-52D6-D287-095E391AB42D}"/>
                </a:ext>
              </a:extLst>
            </p:cNvPr>
            <p:cNvSpPr/>
            <p:nvPr/>
          </p:nvSpPr>
          <p:spPr>
            <a:xfrm>
              <a:off x="1325775" y="2740000"/>
              <a:ext cx="106150" cy="140250"/>
            </a:xfrm>
            <a:custGeom>
              <a:avLst/>
              <a:gdLst/>
              <a:ahLst/>
              <a:cxnLst/>
              <a:rect l="l" t="t" r="r" b="b"/>
              <a:pathLst>
                <a:path w="4246" h="5610" extrusionOk="0">
                  <a:moveTo>
                    <a:pt x="4094" y="0"/>
                  </a:moveTo>
                  <a:lnTo>
                    <a:pt x="1" y="3335"/>
                  </a:lnTo>
                  <a:lnTo>
                    <a:pt x="1517" y="5457"/>
                  </a:lnTo>
                  <a:lnTo>
                    <a:pt x="4245" y="5609"/>
                  </a:lnTo>
                  <a:lnTo>
                    <a:pt x="409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1" name="Google Shape;258;p7">
              <a:extLst>
                <a:ext uri="{FF2B5EF4-FFF2-40B4-BE49-F238E27FC236}">
                  <a16:creationId xmlns:a16="http://schemas.microsoft.com/office/drawing/2014/main" id="{838B4849-3AFF-9FBC-9CC0-CE5868FF3619}"/>
                </a:ext>
              </a:extLst>
            </p:cNvPr>
            <p:cNvSpPr/>
            <p:nvPr/>
          </p:nvSpPr>
          <p:spPr>
            <a:xfrm>
              <a:off x="1469800" y="3126550"/>
              <a:ext cx="151600" cy="174350"/>
            </a:xfrm>
            <a:custGeom>
              <a:avLst/>
              <a:gdLst/>
              <a:ahLst/>
              <a:cxnLst/>
              <a:rect l="l" t="t" r="r" b="b"/>
              <a:pathLst>
                <a:path w="6064" h="6974" extrusionOk="0">
                  <a:moveTo>
                    <a:pt x="2123" y="0"/>
                  </a:moveTo>
                  <a:lnTo>
                    <a:pt x="303" y="2274"/>
                  </a:lnTo>
                  <a:lnTo>
                    <a:pt x="0" y="5913"/>
                  </a:lnTo>
                  <a:lnTo>
                    <a:pt x="2274" y="6974"/>
                  </a:lnTo>
                  <a:lnTo>
                    <a:pt x="6064" y="2274"/>
                  </a:lnTo>
                  <a:lnTo>
                    <a:pt x="212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2" name="Google Shape;259;p7">
              <a:extLst>
                <a:ext uri="{FF2B5EF4-FFF2-40B4-BE49-F238E27FC236}">
                  <a16:creationId xmlns:a16="http://schemas.microsoft.com/office/drawing/2014/main" id="{D5154B91-61B3-D76C-047A-128BDEC25C3D}"/>
                </a:ext>
              </a:extLst>
            </p:cNvPr>
            <p:cNvSpPr/>
            <p:nvPr/>
          </p:nvSpPr>
          <p:spPr>
            <a:xfrm>
              <a:off x="1522850" y="2857475"/>
              <a:ext cx="276675" cy="397950"/>
            </a:xfrm>
            <a:custGeom>
              <a:avLst/>
              <a:gdLst/>
              <a:ahLst/>
              <a:cxnLst/>
              <a:rect l="l" t="t" r="r" b="b"/>
              <a:pathLst>
                <a:path w="11067" h="15918" extrusionOk="0">
                  <a:moveTo>
                    <a:pt x="4851" y="1"/>
                  </a:moveTo>
                  <a:lnTo>
                    <a:pt x="2578" y="2881"/>
                  </a:lnTo>
                  <a:lnTo>
                    <a:pt x="1516" y="3032"/>
                  </a:lnTo>
                  <a:lnTo>
                    <a:pt x="1820" y="4093"/>
                  </a:lnTo>
                  <a:lnTo>
                    <a:pt x="1213" y="4851"/>
                  </a:lnTo>
                  <a:lnTo>
                    <a:pt x="1668" y="6367"/>
                  </a:lnTo>
                  <a:lnTo>
                    <a:pt x="1365" y="9096"/>
                  </a:lnTo>
                  <a:lnTo>
                    <a:pt x="1" y="10763"/>
                  </a:lnTo>
                  <a:lnTo>
                    <a:pt x="8944" y="15918"/>
                  </a:lnTo>
                  <a:lnTo>
                    <a:pt x="8944" y="10157"/>
                  </a:lnTo>
                  <a:lnTo>
                    <a:pt x="11067" y="10006"/>
                  </a:lnTo>
                  <a:lnTo>
                    <a:pt x="11067" y="5458"/>
                  </a:lnTo>
                  <a:lnTo>
                    <a:pt x="7580" y="5003"/>
                  </a:lnTo>
                  <a:lnTo>
                    <a:pt x="6216" y="3487"/>
                  </a:lnTo>
                  <a:lnTo>
                    <a:pt x="5913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3" name="Google Shape;260;p7">
              <a:extLst>
                <a:ext uri="{FF2B5EF4-FFF2-40B4-BE49-F238E27FC236}">
                  <a16:creationId xmlns:a16="http://schemas.microsoft.com/office/drawing/2014/main" id="{3EB1FD12-60E0-6AA9-5784-B06B57DFBB23}"/>
                </a:ext>
              </a:extLst>
            </p:cNvPr>
            <p:cNvSpPr/>
            <p:nvPr/>
          </p:nvSpPr>
          <p:spPr>
            <a:xfrm>
              <a:off x="2023100" y="4574250"/>
              <a:ext cx="136450" cy="56875"/>
            </a:xfrm>
            <a:custGeom>
              <a:avLst/>
              <a:gdLst/>
              <a:ahLst/>
              <a:cxnLst/>
              <a:rect l="l" t="t" r="r" b="b"/>
              <a:pathLst>
                <a:path w="5458" h="2275" extrusionOk="0">
                  <a:moveTo>
                    <a:pt x="1062" y="0"/>
                  </a:moveTo>
                  <a:lnTo>
                    <a:pt x="1" y="910"/>
                  </a:lnTo>
                  <a:lnTo>
                    <a:pt x="1365" y="2123"/>
                  </a:lnTo>
                  <a:lnTo>
                    <a:pt x="5458" y="2274"/>
                  </a:lnTo>
                  <a:lnTo>
                    <a:pt x="1062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4" name="Google Shape;261;p7">
              <a:extLst>
                <a:ext uri="{FF2B5EF4-FFF2-40B4-BE49-F238E27FC236}">
                  <a16:creationId xmlns:a16="http://schemas.microsoft.com/office/drawing/2014/main" id="{9EEC4F76-7E95-D60B-D0A3-F60BE92F2406}"/>
                </a:ext>
              </a:extLst>
            </p:cNvPr>
            <p:cNvSpPr/>
            <p:nvPr/>
          </p:nvSpPr>
          <p:spPr>
            <a:xfrm>
              <a:off x="1818450" y="3748075"/>
              <a:ext cx="367650" cy="807250"/>
            </a:xfrm>
            <a:custGeom>
              <a:avLst/>
              <a:gdLst/>
              <a:ahLst/>
              <a:cxnLst/>
              <a:rect l="l" t="t" r="r" b="b"/>
              <a:pathLst>
                <a:path w="14706" h="32290" extrusionOk="0">
                  <a:moveTo>
                    <a:pt x="5458" y="0"/>
                  </a:moveTo>
                  <a:lnTo>
                    <a:pt x="5155" y="455"/>
                  </a:lnTo>
                  <a:lnTo>
                    <a:pt x="1062" y="455"/>
                  </a:lnTo>
                  <a:lnTo>
                    <a:pt x="1" y="10763"/>
                  </a:lnTo>
                  <a:lnTo>
                    <a:pt x="2275" y="20920"/>
                  </a:lnTo>
                  <a:lnTo>
                    <a:pt x="4397" y="24710"/>
                  </a:lnTo>
                  <a:lnTo>
                    <a:pt x="4397" y="27438"/>
                  </a:lnTo>
                  <a:lnTo>
                    <a:pt x="7580" y="32289"/>
                  </a:lnTo>
                  <a:lnTo>
                    <a:pt x="8641" y="32289"/>
                  </a:lnTo>
                  <a:lnTo>
                    <a:pt x="8187" y="20162"/>
                  </a:lnTo>
                  <a:lnTo>
                    <a:pt x="14705" y="17282"/>
                  </a:lnTo>
                  <a:lnTo>
                    <a:pt x="11673" y="13037"/>
                  </a:lnTo>
                  <a:lnTo>
                    <a:pt x="11673" y="8490"/>
                  </a:lnTo>
                  <a:lnTo>
                    <a:pt x="14705" y="5458"/>
                  </a:lnTo>
                  <a:lnTo>
                    <a:pt x="14553" y="4397"/>
                  </a:lnTo>
                  <a:lnTo>
                    <a:pt x="12734" y="5458"/>
                  </a:lnTo>
                  <a:lnTo>
                    <a:pt x="10309" y="5458"/>
                  </a:lnTo>
                  <a:lnTo>
                    <a:pt x="10309" y="3335"/>
                  </a:lnTo>
                  <a:lnTo>
                    <a:pt x="5458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5" name="Google Shape;262;p7">
              <a:extLst>
                <a:ext uri="{FF2B5EF4-FFF2-40B4-BE49-F238E27FC236}">
                  <a16:creationId xmlns:a16="http://schemas.microsoft.com/office/drawing/2014/main" id="{479F9E16-CE24-C04B-A284-0155C3DFD36F}"/>
                </a:ext>
              </a:extLst>
            </p:cNvPr>
            <p:cNvSpPr/>
            <p:nvPr/>
          </p:nvSpPr>
          <p:spPr>
            <a:xfrm>
              <a:off x="2110275" y="3960300"/>
              <a:ext cx="125075" cy="147825"/>
            </a:xfrm>
            <a:custGeom>
              <a:avLst/>
              <a:gdLst/>
              <a:ahLst/>
              <a:cxnLst/>
              <a:rect l="l" t="t" r="r" b="b"/>
              <a:pathLst>
                <a:path w="5003" h="5913" extrusionOk="0">
                  <a:moveTo>
                    <a:pt x="0" y="1"/>
                  </a:moveTo>
                  <a:lnTo>
                    <a:pt x="0" y="4548"/>
                  </a:lnTo>
                  <a:lnTo>
                    <a:pt x="3638" y="5913"/>
                  </a:lnTo>
                  <a:lnTo>
                    <a:pt x="5003" y="3487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6" name="Google Shape;263;p7">
              <a:extLst>
                <a:ext uri="{FF2B5EF4-FFF2-40B4-BE49-F238E27FC236}">
                  <a16:creationId xmlns:a16="http://schemas.microsoft.com/office/drawing/2014/main" id="{867B451B-1399-B537-4147-187EB5E586E9}"/>
                </a:ext>
              </a:extLst>
            </p:cNvPr>
            <p:cNvSpPr/>
            <p:nvPr/>
          </p:nvSpPr>
          <p:spPr>
            <a:xfrm>
              <a:off x="1670650" y="2857475"/>
              <a:ext cx="307000" cy="288050"/>
            </a:xfrm>
            <a:custGeom>
              <a:avLst/>
              <a:gdLst/>
              <a:ahLst/>
              <a:cxnLst/>
              <a:rect l="l" t="t" r="r" b="b"/>
              <a:pathLst>
                <a:path w="12280" h="11522" extrusionOk="0">
                  <a:moveTo>
                    <a:pt x="1" y="1"/>
                  </a:moveTo>
                  <a:lnTo>
                    <a:pt x="304" y="3487"/>
                  </a:lnTo>
                  <a:lnTo>
                    <a:pt x="1668" y="5003"/>
                  </a:lnTo>
                  <a:lnTo>
                    <a:pt x="5155" y="5458"/>
                  </a:lnTo>
                  <a:lnTo>
                    <a:pt x="5155" y="10006"/>
                  </a:lnTo>
                  <a:lnTo>
                    <a:pt x="5761" y="10006"/>
                  </a:lnTo>
                  <a:lnTo>
                    <a:pt x="6367" y="11521"/>
                  </a:lnTo>
                  <a:lnTo>
                    <a:pt x="8641" y="10763"/>
                  </a:lnTo>
                  <a:lnTo>
                    <a:pt x="8490" y="8338"/>
                  </a:lnTo>
                  <a:lnTo>
                    <a:pt x="11370" y="7277"/>
                  </a:lnTo>
                  <a:lnTo>
                    <a:pt x="12280" y="2881"/>
                  </a:lnTo>
                  <a:lnTo>
                    <a:pt x="11218" y="1971"/>
                  </a:lnTo>
                  <a:lnTo>
                    <a:pt x="7277" y="1516"/>
                  </a:lnTo>
                  <a:lnTo>
                    <a:pt x="5155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7" name="Google Shape;264;p7">
              <a:extLst>
                <a:ext uri="{FF2B5EF4-FFF2-40B4-BE49-F238E27FC236}">
                  <a16:creationId xmlns:a16="http://schemas.microsoft.com/office/drawing/2014/main" id="{0D4FC9E2-C126-7F05-453A-EB1CC03A6E58}"/>
                </a:ext>
              </a:extLst>
            </p:cNvPr>
            <p:cNvSpPr/>
            <p:nvPr/>
          </p:nvSpPr>
          <p:spPr>
            <a:xfrm>
              <a:off x="1363675" y="2876425"/>
              <a:ext cx="83400" cy="64450"/>
            </a:xfrm>
            <a:custGeom>
              <a:avLst/>
              <a:gdLst/>
              <a:ahLst/>
              <a:cxnLst/>
              <a:rect l="l" t="t" r="r" b="b"/>
              <a:pathLst>
                <a:path w="3336" h="2578" extrusionOk="0">
                  <a:moveTo>
                    <a:pt x="1" y="0"/>
                  </a:moveTo>
                  <a:lnTo>
                    <a:pt x="1820" y="2274"/>
                  </a:lnTo>
                  <a:lnTo>
                    <a:pt x="2426" y="2578"/>
                  </a:lnTo>
                  <a:lnTo>
                    <a:pt x="3336" y="1365"/>
                  </a:lnTo>
                  <a:lnTo>
                    <a:pt x="2729" y="1062"/>
                  </a:lnTo>
                  <a:lnTo>
                    <a:pt x="2729" y="15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8" name="Google Shape;265;p7">
              <a:extLst>
                <a:ext uri="{FF2B5EF4-FFF2-40B4-BE49-F238E27FC236}">
                  <a16:creationId xmlns:a16="http://schemas.microsoft.com/office/drawing/2014/main" id="{57CA0310-D98E-AC87-935B-C4CEC0824E41}"/>
                </a:ext>
              </a:extLst>
            </p:cNvPr>
            <p:cNvSpPr/>
            <p:nvPr/>
          </p:nvSpPr>
          <p:spPr>
            <a:xfrm>
              <a:off x="1954875" y="2929475"/>
              <a:ext cx="102350" cy="189525"/>
            </a:xfrm>
            <a:custGeom>
              <a:avLst/>
              <a:gdLst/>
              <a:ahLst/>
              <a:cxnLst/>
              <a:rect l="l" t="t" r="r" b="b"/>
              <a:pathLst>
                <a:path w="4094" h="7581" extrusionOk="0">
                  <a:moveTo>
                    <a:pt x="911" y="1"/>
                  </a:moveTo>
                  <a:lnTo>
                    <a:pt x="1" y="4397"/>
                  </a:lnTo>
                  <a:lnTo>
                    <a:pt x="1" y="4397"/>
                  </a:lnTo>
                  <a:lnTo>
                    <a:pt x="1365" y="3942"/>
                  </a:lnTo>
                  <a:lnTo>
                    <a:pt x="1365" y="3942"/>
                  </a:lnTo>
                  <a:lnTo>
                    <a:pt x="1062" y="7580"/>
                  </a:lnTo>
                  <a:lnTo>
                    <a:pt x="4094" y="7277"/>
                  </a:lnTo>
                  <a:lnTo>
                    <a:pt x="3033" y="4700"/>
                  </a:lnTo>
                  <a:lnTo>
                    <a:pt x="3942" y="3033"/>
                  </a:lnTo>
                  <a:lnTo>
                    <a:pt x="911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9" name="Google Shape;266;p7">
              <a:extLst>
                <a:ext uri="{FF2B5EF4-FFF2-40B4-BE49-F238E27FC236}">
                  <a16:creationId xmlns:a16="http://schemas.microsoft.com/office/drawing/2014/main" id="{DD7745ED-5E21-DF99-54A6-4A9A1A3D9535}"/>
                </a:ext>
              </a:extLst>
            </p:cNvPr>
            <p:cNvSpPr/>
            <p:nvPr/>
          </p:nvSpPr>
          <p:spPr>
            <a:xfrm>
              <a:off x="1788125" y="3452475"/>
              <a:ext cx="276700" cy="307000"/>
            </a:xfrm>
            <a:custGeom>
              <a:avLst/>
              <a:gdLst/>
              <a:ahLst/>
              <a:cxnLst/>
              <a:rect l="l" t="t" r="r" b="b"/>
              <a:pathLst>
                <a:path w="11068" h="12280" extrusionOk="0">
                  <a:moveTo>
                    <a:pt x="3033" y="0"/>
                  </a:moveTo>
                  <a:lnTo>
                    <a:pt x="1" y="758"/>
                  </a:lnTo>
                  <a:lnTo>
                    <a:pt x="1" y="7731"/>
                  </a:lnTo>
                  <a:lnTo>
                    <a:pt x="2275" y="12279"/>
                  </a:lnTo>
                  <a:lnTo>
                    <a:pt x="6368" y="12279"/>
                  </a:lnTo>
                  <a:lnTo>
                    <a:pt x="8035" y="9399"/>
                  </a:lnTo>
                  <a:lnTo>
                    <a:pt x="11067" y="9399"/>
                  </a:lnTo>
                  <a:lnTo>
                    <a:pt x="11067" y="7125"/>
                  </a:lnTo>
                  <a:lnTo>
                    <a:pt x="5761" y="2729"/>
                  </a:lnTo>
                  <a:lnTo>
                    <a:pt x="3033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0" name="Google Shape;267;p7">
              <a:extLst>
                <a:ext uri="{FF2B5EF4-FFF2-40B4-BE49-F238E27FC236}">
                  <a16:creationId xmlns:a16="http://schemas.microsoft.com/office/drawing/2014/main" id="{A85449E9-A24F-BC01-D3FC-D4040A3712E4}"/>
                </a:ext>
              </a:extLst>
            </p:cNvPr>
            <p:cNvSpPr/>
            <p:nvPr/>
          </p:nvSpPr>
          <p:spPr>
            <a:xfrm>
              <a:off x="2125425" y="3009075"/>
              <a:ext cx="64450" cy="94750"/>
            </a:xfrm>
            <a:custGeom>
              <a:avLst/>
              <a:gdLst/>
              <a:ahLst/>
              <a:cxnLst/>
              <a:rect l="l" t="t" r="r" b="b"/>
              <a:pathLst>
                <a:path w="2578" h="3790" extrusionOk="0">
                  <a:moveTo>
                    <a:pt x="1" y="0"/>
                  </a:moveTo>
                  <a:lnTo>
                    <a:pt x="1" y="3790"/>
                  </a:lnTo>
                  <a:lnTo>
                    <a:pt x="1971" y="3638"/>
                  </a:lnTo>
                  <a:lnTo>
                    <a:pt x="2578" y="1971"/>
                  </a:lnTo>
                  <a:lnTo>
                    <a:pt x="1668" y="15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1" name="Google Shape;268;p7">
              <a:extLst>
                <a:ext uri="{FF2B5EF4-FFF2-40B4-BE49-F238E27FC236}">
                  <a16:creationId xmlns:a16="http://schemas.microsoft.com/office/drawing/2014/main" id="{3BB2BC47-D649-3AD0-E0E1-CF93E50BC040}"/>
                </a:ext>
              </a:extLst>
            </p:cNvPr>
            <p:cNvSpPr/>
            <p:nvPr/>
          </p:nvSpPr>
          <p:spPr>
            <a:xfrm>
              <a:off x="1954875" y="3687450"/>
              <a:ext cx="227425" cy="197075"/>
            </a:xfrm>
            <a:custGeom>
              <a:avLst/>
              <a:gdLst/>
              <a:ahLst/>
              <a:cxnLst/>
              <a:rect l="l" t="t" r="r" b="b"/>
              <a:pathLst>
                <a:path w="9097" h="7883" extrusionOk="0">
                  <a:moveTo>
                    <a:pt x="1365" y="0"/>
                  </a:moveTo>
                  <a:lnTo>
                    <a:pt x="1" y="2425"/>
                  </a:lnTo>
                  <a:lnTo>
                    <a:pt x="4852" y="5760"/>
                  </a:lnTo>
                  <a:lnTo>
                    <a:pt x="4852" y="7883"/>
                  </a:lnTo>
                  <a:lnTo>
                    <a:pt x="7277" y="7883"/>
                  </a:lnTo>
                  <a:lnTo>
                    <a:pt x="9096" y="6822"/>
                  </a:lnTo>
                  <a:lnTo>
                    <a:pt x="8945" y="5154"/>
                  </a:lnTo>
                  <a:lnTo>
                    <a:pt x="4549" y="2729"/>
                  </a:lnTo>
                  <a:lnTo>
                    <a:pt x="4397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2" name="Google Shape;269;p7">
              <a:extLst>
                <a:ext uri="{FF2B5EF4-FFF2-40B4-BE49-F238E27FC236}">
                  <a16:creationId xmlns:a16="http://schemas.microsoft.com/office/drawing/2014/main" id="{A9438678-CE44-B4B0-9B5C-5C62D36DB81C}"/>
                </a:ext>
              </a:extLst>
            </p:cNvPr>
            <p:cNvSpPr/>
            <p:nvPr/>
          </p:nvSpPr>
          <p:spPr>
            <a:xfrm>
              <a:off x="2030675" y="3005275"/>
              <a:ext cx="94775" cy="106150"/>
            </a:xfrm>
            <a:custGeom>
              <a:avLst/>
              <a:gdLst/>
              <a:ahLst/>
              <a:cxnLst/>
              <a:rect l="l" t="t" r="r" b="b"/>
              <a:pathLst>
                <a:path w="3791" h="4246" extrusionOk="0">
                  <a:moveTo>
                    <a:pt x="910" y="1"/>
                  </a:moveTo>
                  <a:lnTo>
                    <a:pt x="1" y="1668"/>
                  </a:lnTo>
                  <a:lnTo>
                    <a:pt x="1062" y="4245"/>
                  </a:lnTo>
                  <a:lnTo>
                    <a:pt x="3791" y="3942"/>
                  </a:lnTo>
                  <a:lnTo>
                    <a:pt x="3791" y="152"/>
                  </a:lnTo>
                  <a:lnTo>
                    <a:pt x="910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3" name="Google Shape;270;p7">
              <a:extLst>
                <a:ext uri="{FF2B5EF4-FFF2-40B4-BE49-F238E27FC236}">
                  <a16:creationId xmlns:a16="http://schemas.microsoft.com/office/drawing/2014/main" id="{3C45F01A-C689-02E6-FDED-9750DD8EF63E}"/>
                </a:ext>
              </a:extLst>
            </p:cNvPr>
            <p:cNvSpPr/>
            <p:nvPr/>
          </p:nvSpPr>
          <p:spPr>
            <a:xfrm>
              <a:off x="1651700" y="3028025"/>
              <a:ext cx="962625" cy="1019475"/>
            </a:xfrm>
            <a:custGeom>
              <a:avLst/>
              <a:gdLst/>
              <a:ahLst/>
              <a:cxnLst/>
              <a:rect l="l" t="t" r="r" b="b"/>
              <a:pathLst>
                <a:path w="38505" h="40779" extrusionOk="0">
                  <a:moveTo>
                    <a:pt x="13492" y="0"/>
                  </a:moveTo>
                  <a:lnTo>
                    <a:pt x="12128" y="455"/>
                  </a:lnTo>
                  <a:lnTo>
                    <a:pt x="9248" y="1516"/>
                  </a:lnTo>
                  <a:lnTo>
                    <a:pt x="9399" y="3941"/>
                  </a:lnTo>
                  <a:lnTo>
                    <a:pt x="7125" y="4699"/>
                  </a:lnTo>
                  <a:lnTo>
                    <a:pt x="6519" y="3184"/>
                  </a:lnTo>
                  <a:lnTo>
                    <a:pt x="3790" y="3335"/>
                  </a:lnTo>
                  <a:lnTo>
                    <a:pt x="3790" y="10005"/>
                  </a:lnTo>
                  <a:lnTo>
                    <a:pt x="1213" y="10460"/>
                  </a:lnTo>
                  <a:lnTo>
                    <a:pt x="1" y="14250"/>
                  </a:lnTo>
                  <a:lnTo>
                    <a:pt x="4397" y="18039"/>
                  </a:lnTo>
                  <a:lnTo>
                    <a:pt x="8490" y="16978"/>
                  </a:lnTo>
                  <a:lnTo>
                    <a:pt x="11218" y="19707"/>
                  </a:lnTo>
                  <a:lnTo>
                    <a:pt x="16524" y="24103"/>
                  </a:lnTo>
                  <a:lnTo>
                    <a:pt x="16676" y="29106"/>
                  </a:lnTo>
                  <a:lnTo>
                    <a:pt x="21072" y="31531"/>
                  </a:lnTo>
                  <a:lnTo>
                    <a:pt x="21375" y="34260"/>
                  </a:lnTo>
                  <a:lnTo>
                    <a:pt x="18343" y="37292"/>
                  </a:lnTo>
                  <a:lnTo>
                    <a:pt x="23346" y="40778"/>
                  </a:lnTo>
                  <a:lnTo>
                    <a:pt x="26378" y="35624"/>
                  </a:lnTo>
                  <a:lnTo>
                    <a:pt x="26984" y="31228"/>
                  </a:lnTo>
                  <a:lnTo>
                    <a:pt x="34109" y="28196"/>
                  </a:lnTo>
                  <a:lnTo>
                    <a:pt x="35321" y="18343"/>
                  </a:lnTo>
                  <a:lnTo>
                    <a:pt x="38505" y="14401"/>
                  </a:lnTo>
                  <a:lnTo>
                    <a:pt x="38505" y="11976"/>
                  </a:lnTo>
                  <a:lnTo>
                    <a:pt x="33502" y="8641"/>
                  </a:lnTo>
                  <a:lnTo>
                    <a:pt x="28500" y="8338"/>
                  </a:lnTo>
                  <a:lnTo>
                    <a:pt x="28651" y="7125"/>
                  </a:lnTo>
                  <a:lnTo>
                    <a:pt x="26378" y="6064"/>
                  </a:lnTo>
                  <a:lnTo>
                    <a:pt x="24104" y="7428"/>
                  </a:lnTo>
                  <a:lnTo>
                    <a:pt x="24862" y="5457"/>
                  </a:lnTo>
                  <a:lnTo>
                    <a:pt x="23346" y="4851"/>
                  </a:lnTo>
                  <a:lnTo>
                    <a:pt x="21223" y="6367"/>
                  </a:lnTo>
                  <a:lnTo>
                    <a:pt x="21223" y="6367"/>
                  </a:lnTo>
                  <a:lnTo>
                    <a:pt x="22891" y="4093"/>
                  </a:lnTo>
                  <a:lnTo>
                    <a:pt x="21527" y="1213"/>
                  </a:lnTo>
                  <a:lnTo>
                    <a:pt x="20920" y="2880"/>
                  </a:lnTo>
                  <a:lnTo>
                    <a:pt x="13189" y="3638"/>
                  </a:lnTo>
                  <a:lnTo>
                    <a:pt x="13492" y="0"/>
                  </a:lnTo>
                  <a:close/>
                </a:path>
              </a:pathLst>
            </a:custGeom>
            <a:solidFill>
              <a:srgbClr val="51ED9F"/>
            </a:solidFill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4" name="Google Shape;271;p7">
              <a:extLst>
                <a:ext uri="{FF2B5EF4-FFF2-40B4-BE49-F238E27FC236}">
                  <a16:creationId xmlns:a16="http://schemas.microsoft.com/office/drawing/2014/main" id="{67763616-15D0-D115-BDB9-48484B9F2B8F}"/>
                </a:ext>
              </a:extLst>
            </p:cNvPr>
            <p:cNvSpPr/>
            <p:nvPr/>
          </p:nvSpPr>
          <p:spPr>
            <a:xfrm>
              <a:off x="1424325" y="2902950"/>
              <a:ext cx="144025" cy="75825"/>
            </a:xfrm>
            <a:custGeom>
              <a:avLst/>
              <a:gdLst/>
              <a:ahLst/>
              <a:cxnLst/>
              <a:rect l="l" t="t" r="r" b="b"/>
              <a:pathLst>
                <a:path w="5761" h="3033" extrusionOk="0">
                  <a:moveTo>
                    <a:pt x="5154" y="1"/>
                  </a:moveTo>
                  <a:lnTo>
                    <a:pt x="2880" y="304"/>
                  </a:lnTo>
                  <a:lnTo>
                    <a:pt x="1971" y="910"/>
                  </a:lnTo>
                  <a:lnTo>
                    <a:pt x="910" y="304"/>
                  </a:lnTo>
                  <a:lnTo>
                    <a:pt x="0" y="1517"/>
                  </a:lnTo>
                  <a:lnTo>
                    <a:pt x="2577" y="2426"/>
                  </a:lnTo>
                  <a:lnTo>
                    <a:pt x="3335" y="1517"/>
                  </a:lnTo>
                  <a:lnTo>
                    <a:pt x="4699" y="1668"/>
                  </a:lnTo>
                  <a:lnTo>
                    <a:pt x="5154" y="3032"/>
                  </a:lnTo>
                  <a:lnTo>
                    <a:pt x="5761" y="2274"/>
                  </a:lnTo>
                  <a:lnTo>
                    <a:pt x="5457" y="1213"/>
                  </a:lnTo>
                  <a:lnTo>
                    <a:pt x="5154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5" name="Google Shape;272;p7">
              <a:extLst>
                <a:ext uri="{FF2B5EF4-FFF2-40B4-BE49-F238E27FC236}">
                  <a16:creationId xmlns:a16="http://schemas.microsoft.com/office/drawing/2014/main" id="{5024E5C9-5CE8-D0D2-9988-7EC8B9258123}"/>
                </a:ext>
              </a:extLst>
            </p:cNvPr>
            <p:cNvSpPr/>
            <p:nvPr/>
          </p:nvSpPr>
          <p:spPr>
            <a:xfrm>
              <a:off x="1469800" y="3183400"/>
              <a:ext cx="318350" cy="492700"/>
            </a:xfrm>
            <a:custGeom>
              <a:avLst/>
              <a:gdLst/>
              <a:ahLst/>
              <a:cxnLst/>
              <a:rect l="l" t="t" r="r" b="b"/>
              <a:pathLst>
                <a:path w="12734" h="19708" extrusionOk="0">
                  <a:moveTo>
                    <a:pt x="6064" y="0"/>
                  </a:moveTo>
                  <a:lnTo>
                    <a:pt x="2274" y="4700"/>
                  </a:lnTo>
                  <a:lnTo>
                    <a:pt x="0" y="3639"/>
                  </a:lnTo>
                  <a:lnTo>
                    <a:pt x="0" y="4700"/>
                  </a:lnTo>
                  <a:lnTo>
                    <a:pt x="6519" y="15917"/>
                  </a:lnTo>
                  <a:lnTo>
                    <a:pt x="12128" y="19707"/>
                  </a:lnTo>
                  <a:lnTo>
                    <a:pt x="12734" y="18494"/>
                  </a:lnTo>
                  <a:lnTo>
                    <a:pt x="12734" y="11521"/>
                  </a:lnTo>
                  <a:lnTo>
                    <a:pt x="11673" y="11824"/>
                  </a:lnTo>
                  <a:lnTo>
                    <a:pt x="7277" y="8035"/>
                  </a:lnTo>
                  <a:lnTo>
                    <a:pt x="8489" y="4245"/>
                  </a:lnTo>
                  <a:lnTo>
                    <a:pt x="11066" y="3790"/>
                  </a:lnTo>
                  <a:lnTo>
                    <a:pt x="11066" y="2881"/>
                  </a:lnTo>
                  <a:lnTo>
                    <a:pt x="606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6" name="Google Shape;273;p7">
              <a:extLst>
                <a:ext uri="{FF2B5EF4-FFF2-40B4-BE49-F238E27FC236}">
                  <a16:creationId xmlns:a16="http://schemas.microsoft.com/office/drawing/2014/main" id="{9473A1BE-44EC-5D12-4693-8D41897BA8CA}"/>
                </a:ext>
              </a:extLst>
            </p:cNvPr>
            <p:cNvSpPr/>
            <p:nvPr/>
          </p:nvSpPr>
          <p:spPr>
            <a:xfrm>
              <a:off x="1772975" y="3645750"/>
              <a:ext cx="235000" cy="909575"/>
            </a:xfrm>
            <a:custGeom>
              <a:avLst/>
              <a:gdLst/>
              <a:ahLst/>
              <a:cxnLst/>
              <a:rect l="l" t="t" r="r" b="b"/>
              <a:pathLst>
                <a:path w="9400" h="36383" extrusionOk="0">
                  <a:moveTo>
                    <a:pt x="607" y="0"/>
                  </a:moveTo>
                  <a:lnTo>
                    <a:pt x="1" y="1213"/>
                  </a:lnTo>
                  <a:lnTo>
                    <a:pt x="1062" y="24407"/>
                  </a:lnTo>
                  <a:lnTo>
                    <a:pt x="3487" y="26377"/>
                  </a:lnTo>
                  <a:lnTo>
                    <a:pt x="3639" y="30622"/>
                  </a:lnTo>
                  <a:lnTo>
                    <a:pt x="8035" y="36231"/>
                  </a:lnTo>
                  <a:lnTo>
                    <a:pt x="9399" y="36382"/>
                  </a:lnTo>
                  <a:lnTo>
                    <a:pt x="6216" y="31531"/>
                  </a:lnTo>
                  <a:lnTo>
                    <a:pt x="6216" y="28803"/>
                  </a:lnTo>
                  <a:lnTo>
                    <a:pt x="4094" y="25013"/>
                  </a:lnTo>
                  <a:lnTo>
                    <a:pt x="1820" y="14856"/>
                  </a:lnTo>
                  <a:lnTo>
                    <a:pt x="2881" y="4548"/>
                  </a:lnTo>
                  <a:lnTo>
                    <a:pt x="607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7" name="Google Shape;274;p7">
              <a:extLst>
                <a:ext uri="{FF2B5EF4-FFF2-40B4-BE49-F238E27FC236}">
                  <a16:creationId xmlns:a16="http://schemas.microsoft.com/office/drawing/2014/main" id="{60BF1AD2-E586-9777-6C32-080508F369A0}"/>
                </a:ext>
              </a:extLst>
            </p:cNvPr>
            <p:cNvSpPr/>
            <p:nvPr/>
          </p:nvSpPr>
          <p:spPr>
            <a:xfrm>
              <a:off x="1723700" y="2637675"/>
              <a:ext cx="75825" cy="41700"/>
            </a:xfrm>
            <a:custGeom>
              <a:avLst/>
              <a:gdLst/>
              <a:ahLst/>
              <a:cxnLst/>
              <a:rect l="l" t="t" r="r" b="b"/>
              <a:pathLst>
                <a:path w="3033" h="1668" extrusionOk="0">
                  <a:moveTo>
                    <a:pt x="1" y="0"/>
                  </a:moveTo>
                  <a:lnTo>
                    <a:pt x="1" y="1668"/>
                  </a:lnTo>
                  <a:lnTo>
                    <a:pt x="1062" y="910"/>
                  </a:lnTo>
                  <a:lnTo>
                    <a:pt x="2578" y="910"/>
                  </a:lnTo>
                  <a:lnTo>
                    <a:pt x="3033" y="30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8" name="Google Shape;275;p7">
              <a:extLst>
                <a:ext uri="{FF2B5EF4-FFF2-40B4-BE49-F238E27FC236}">
                  <a16:creationId xmlns:a16="http://schemas.microsoft.com/office/drawing/2014/main" id="{0963EED7-9800-FE1D-C025-AC48E6AA69E8}"/>
                </a:ext>
              </a:extLst>
            </p:cNvPr>
            <p:cNvSpPr/>
            <p:nvPr/>
          </p:nvSpPr>
          <p:spPr>
            <a:xfrm>
              <a:off x="1666875" y="2637675"/>
              <a:ext cx="56850" cy="30325"/>
            </a:xfrm>
            <a:custGeom>
              <a:avLst/>
              <a:gdLst/>
              <a:ahLst/>
              <a:cxnLst/>
              <a:rect l="l" t="t" r="r" b="b"/>
              <a:pathLst>
                <a:path w="2274" h="1213" extrusionOk="0">
                  <a:moveTo>
                    <a:pt x="455" y="0"/>
                  </a:moveTo>
                  <a:lnTo>
                    <a:pt x="1061" y="910"/>
                  </a:lnTo>
                  <a:lnTo>
                    <a:pt x="0" y="910"/>
                  </a:lnTo>
                  <a:lnTo>
                    <a:pt x="0" y="1213"/>
                  </a:lnTo>
                  <a:lnTo>
                    <a:pt x="2274" y="1213"/>
                  </a:lnTo>
                  <a:lnTo>
                    <a:pt x="2274" y="0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39" name="Google Shape;276;p7">
              <a:extLst>
                <a:ext uri="{FF2B5EF4-FFF2-40B4-BE49-F238E27FC236}">
                  <a16:creationId xmlns:a16="http://schemas.microsoft.com/office/drawing/2014/main" id="{2787FC60-6F43-903A-0D56-903EDB3733A9}"/>
                </a:ext>
              </a:extLst>
            </p:cNvPr>
            <p:cNvSpPr/>
            <p:nvPr/>
          </p:nvSpPr>
          <p:spPr>
            <a:xfrm>
              <a:off x="6013750" y="3486575"/>
              <a:ext cx="1360550" cy="939900"/>
            </a:xfrm>
            <a:custGeom>
              <a:avLst/>
              <a:gdLst/>
              <a:ahLst/>
              <a:cxnLst/>
              <a:rect l="l" t="t" r="r" b="b"/>
              <a:pathLst>
                <a:path w="54422" h="37596" extrusionOk="0">
                  <a:moveTo>
                    <a:pt x="30470" y="1"/>
                  </a:moveTo>
                  <a:lnTo>
                    <a:pt x="30470" y="4094"/>
                  </a:lnTo>
                  <a:lnTo>
                    <a:pt x="27590" y="6974"/>
                  </a:lnTo>
                  <a:lnTo>
                    <a:pt x="23194" y="3184"/>
                  </a:lnTo>
                  <a:lnTo>
                    <a:pt x="24558" y="759"/>
                  </a:lnTo>
                  <a:lnTo>
                    <a:pt x="19253" y="910"/>
                  </a:lnTo>
                  <a:lnTo>
                    <a:pt x="17888" y="3790"/>
                  </a:lnTo>
                  <a:lnTo>
                    <a:pt x="14705" y="2426"/>
                  </a:lnTo>
                  <a:lnTo>
                    <a:pt x="8944" y="8793"/>
                  </a:lnTo>
                  <a:lnTo>
                    <a:pt x="1213" y="12431"/>
                  </a:lnTo>
                  <a:lnTo>
                    <a:pt x="1213" y="21072"/>
                  </a:lnTo>
                  <a:lnTo>
                    <a:pt x="0" y="23952"/>
                  </a:lnTo>
                  <a:lnTo>
                    <a:pt x="910" y="25013"/>
                  </a:lnTo>
                  <a:lnTo>
                    <a:pt x="15614" y="21830"/>
                  </a:lnTo>
                  <a:lnTo>
                    <a:pt x="18040" y="23952"/>
                  </a:lnTo>
                  <a:lnTo>
                    <a:pt x="20617" y="22891"/>
                  </a:lnTo>
                  <a:lnTo>
                    <a:pt x="21526" y="27893"/>
                  </a:lnTo>
                  <a:lnTo>
                    <a:pt x="28954" y="28348"/>
                  </a:lnTo>
                  <a:lnTo>
                    <a:pt x="37595" y="19404"/>
                  </a:lnTo>
                  <a:lnTo>
                    <a:pt x="38050" y="14402"/>
                  </a:lnTo>
                  <a:lnTo>
                    <a:pt x="33351" y="7732"/>
                  </a:lnTo>
                  <a:lnTo>
                    <a:pt x="31835" y="455"/>
                  </a:lnTo>
                  <a:lnTo>
                    <a:pt x="30470" y="1"/>
                  </a:lnTo>
                  <a:close/>
                  <a:moveTo>
                    <a:pt x="53058" y="25165"/>
                  </a:moveTo>
                  <a:lnTo>
                    <a:pt x="52451" y="25468"/>
                  </a:lnTo>
                  <a:lnTo>
                    <a:pt x="52451" y="28197"/>
                  </a:lnTo>
                  <a:lnTo>
                    <a:pt x="50632" y="30016"/>
                  </a:lnTo>
                  <a:lnTo>
                    <a:pt x="50026" y="31986"/>
                  </a:lnTo>
                  <a:lnTo>
                    <a:pt x="54422" y="28803"/>
                  </a:lnTo>
                  <a:lnTo>
                    <a:pt x="53058" y="27136"/>
                  </a:lnTo>
                  <a:lnTo>
                    <a:pt x="53058" y="25165"/>
                  </a:lnTo>
                  <a:close/>
                  <a:moveTo>
                    <a:pt x="48207" y="31683"/>
                  </a:moveTo>
                  <a:lnTo>
                    <a:pt x="38959" y="36383"/>
                  </a:lnTo>
                  <a:lnTo>
                    <a:pt x="41082" y="37595"/>
                  </a:lnTo>
                  <a:lnTo>
                    <a:pt x="48207" y="32896"/>
                  </a:lnTo>
                  <a:lnTo>
                    <a:pt x="48207" y="31683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40" name="Google Shape;189;p7">
              <a:extLst>
                <a:ext uri="{FF2B5EF4-FFF2-40B4-BE49-F238E27FC236}">
                  <a16:creationId xmlns:a16="http://schemas.microsoft.com/office/drawing/2014/main" id="{1F52E238-87F5-48B8-9A00-E3A36FEE2496}"/>
                </a:ext>
              </a:extLst>
            </p:cNvPr>
            <p:cNvSpPr/>
            <p:nvPr/>
          </p:nvSpPr>
          <p:spPr>
            <a:xfrm flipV="1">
              <a:off x="5395401" y="2930505"/>
              <a:ext cx="119924" cy="209276"/>
            </a:xfrm>
            <a:custGeom>
              <a:avLst/>
              <a:gdLst/>
              <a:ahLst/>
              <a:cxnLst/>
              <a:rect l="l" t="t" r="r" b="b"/>
              <a:pathLst>
                <a:path w="7732" h="13493" extrusionOk="0">
                  <a:moveTo>
                    <a:pt x="6216" y="1"/>
                  </a:moveTo>
                  <a:lnTo>
                    <a:pt x="1365" y="5155"/>
                  </a:lnTo>
                  <a:lnTo>
                    <a:pt x="758" y="8641"/>
                  </a:lnTo>
                  <a:lnTo>
                    <a:pt x="0" y="11067"/>
                  </a:lnTo>
                  <a:lnTo>
                    <a:pt x="1062" y="13492"/>
                  </a:lnTo>
                  <a:lnTo>
                    <a:pt x="3487" y="13492"/>
                  </a:lnTo>
                  <a:lnTo>
                    <a:pt x="7732" y="1"/>
                  </a:lnTo>
                  <a:close/>
                </a:path>
              </a:pathLst>
            </a:custGeom>
            <a:grpFill/>
            <a:ln w="38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41" name="Google Shape;101;p7">
              <a:extLst>
                <a:ext uri="{FF2B5EF4-FFF2-40B4-BE49-F238E27FC236}">
                  <a16:creationId xmlns:a16="http://schemas.microsoft.com/office/drawing/2014/main" id="{3AF56780-6212-39F2-7036-692F8BD26E97}"/>
                </a:ext>
              </a:extLst>
            </p:cNvPr>
            <p:cNvSpPr/>
            <p:nvPr/>
          </p:nvSpPr>
          <p:spPr>
            <a:xfrm rot="7316963">
              <a:off x="5238707" y="2271479"/>
              <a:ext cx="131026" cy="66218"/>
            </a:xfrm>
            <a:custGeom>
              <a:avLst/>
              <a:gdLst/>
              <a:ahLst/>
              <a:cxnLst/>
              <a:rect l="l" t="t" r="r" b="b"/>
              <a:pathLst>
                <a:path w="1517" h="3184" extrusionOk="0">
                  <a:moveTo>
                    <a:pt x="1061" y="0"/>
                  </a:moveTo>
                  <a:lnTo>
                    <a:pt x="303" y="758"/>
                  </a:lnTo>
                  <a:lnTo>
                    <a:pt x="0" y="2880"/>
                  </a:lnTo>
                  <a:lnTo>
                    <a:pt x="1061" y="3184"/>
                  </a:lnTo>
                  <a:lnTo>
                    <a:pt x="910" y="1364"/>
                  </a:lnTo>
                  <a:lnTo>
                    <a:pt x="1516" y="455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FFFF00"/>
            </a:solidFill>
            <a:ln w="3800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3423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475</TotalTime>
  <Words>227</Words>
  <Application>Microsoft Office PowerPoint</Application>
  <PresentationFormat>Custom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 Narrow</vt:lpstr>
      <vt:lpstr>Arial</vt:lpstr>
      <vt:lpstr>Arial Narrow</vt:lpstr>
      <vt:lpstr>Bahnschrift Condensed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67</cp:revision>
  <dcterms:created xsi:type="dcterms:W3CDTF">2025-06-15T21:29:37Z</dcterms:created>
  <dcterms:modified xsi:type="dcterms:W3CDTF">2025-10-08T05:45:48Z</dcterms:modified>
</cp:coreProperties>
</file>