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</p:sldIdLst>
  <p:sldSz cx="48768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662F"/>
    <a:srgbClr val="FFFFA7"/>
    <a:srgbClr val="0C1614"/>
    <a:srgbClr val="11211E"/>
    <a:srgbClr val="1C3833"/>
    <a:srgbClr val="1DB954"/>
    <a:srgbClr val="1CE783"/>
    <a:srgbClr val="189C47"/>
    <a:srgbClr val="FFFF6D"/>
    <a:srgbClr val="17DB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5706" autoAdjust="0"/>
  </p:normalViewPr>
  <p:slideViewPr>
    <p:cSldViewPr snapToGrid="0">
      <p:cViewPr varScale="1">
        <p:scale>
          <a:sx n="21" d="100"/>
          <a:sy n="21" d="100"/>
        </p:scale>
        <p:origin x="130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0" y="4489452"/>
            <a:ext cx="36576000" cy="9550400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14408152"/>
            <a:ext cx="36576000" cy="6623048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1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7400" y="6838954"/>
            <a:ext cx="42062400" cy="11410948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7400" y="18357854"/>
            <a:ext cx="42062400" cy="6000748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75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204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2800" y="7302500"/>
            <a:ext cx="207264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88800" y="7302500"/>
            <a:ext cx="207264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21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2" y="1460502"/>
            <a:ext cx="420624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154" y="6724652"/>
            <a:ext cx="20631148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9154" y="10020300"/>
            <a:ext cx="20631148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88800" y="6724652"/>
            <a:ext cx="20732752" cy="3295648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88800" y="10020300"/>
            <a:ext cx="20732752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63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20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22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4" y="1828800"/>
            <a:ext cx="15728948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2752" y="3949702"/>
            <a:ext cx="24688800" cy="19494500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154" y="8229600"/>
            <a:ext cx="15728948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83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9154" y="1828800"/>
            <a:ext cx="15728948" cy="64008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32752" y="3949702"/>
            <a:ext cx="24688800" cy="19494500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9154" y="8229600"/>
            <a:ext cx="15728948" cy="15246352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42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49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99600" y="1460500"/>
            <a:ext cx="10515600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2800" y="1460500"/>
            <a:ext cx="30937200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29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2800" y="1460502"/>
            <a:ext cx="420624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2800" y="7302500"/>
            <a:ext cx="420624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2800" y="25425402"/>
            <a:ext cx="109728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3F1B4-16AA-4350-B9D9-743694343A4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54400" y="25425402"/>
            <a:ext cx="16459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42400" y="25425402"/>
            <a:ext cx="109728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3DD81-27DC-45DC-9BFD-14DA57463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4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7540">
              <a:srgbClr val="0C1614"/>
            </a:gs>
            <a:gs pos="69000">
              <a:srgbClr val="000000"/>
            </a:gs>
            <a:gs pos="0">
              <a:srgbClr val="10662F"/>
            </a:gs>
            <a:gs pos="32000">
              <a:schemeClr val="tx1"/>
            </a:gs>
            <a:gs pos="100000">
              <a:schemeClr val="tx1">
                <a:lumMod val="85000"/>
                <a:lumOff val="1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4C6BCB-648A-9877-D225-D86C9CB3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326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67</cp:revision>
  <dcterms:created xsi:type="dcterms:W3CDTF">2025-06-15T21:29:37Z</dcterms:created>
  <dcterms:modified xsi:type="dcterms:W3CDTF">2025-07-12T12:39:59Z</dcterms:modified>
</cp:coreProperties>
</file>