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3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5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81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D17A-EACC-99B1-0627-D6E5013FF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A6E10-134A-0258-631F-8BEBBBD31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B58F-52CE-2F86-E8DE-3801905D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19ED2-2716-5804-FFA9-439CF51E1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3A28A-3E87-9CA6-A47A-E6E1A960C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54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5BDAF-5560-FE57-2554-C8253CAB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55516-93D7-B679-BDDD-59A33DEBF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7F8E3-08A6-ED96-7AD5-DA3AE0B38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52E2D-848C-64F6-8229-E1DBDDEE9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06F14-2C0A-4566-5123-5061EAFC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7679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0D1FC-916E-3376-05B3-E51EAA9CB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19B65-F9F4-ADD5-2C29-28FCD64D4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4AC49-3B8F-BCAC-C22F-C19983C5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8F972-4062-4AF4-65DC-C100ED881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F8FA0-DCF7-AFAF-893E-66C0666FE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090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D7AEC-90BD-311D-1E05-E5CD44658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BF235-4A51-B5AF-F7D1-AB690EC24A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CFBAD-49B9-DBFA-2573-0979904DD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486D7-D86A-5ED3-6205-30E35727B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E4EA6-8969-3C84-1FC7-6594262F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8B84AB-2AEA-20C8-E897-919830C70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37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C2A19-EB66-3F24-5138-AD2A15744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58552-A834-5B5A-3C75-615E827C9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E4D14-24F8-34D0-1DA2-B46E80538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D4518D-051D-E07C-BF21-FEF78BA20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4DAD9B-D15A-A65F-1FD1-B82BC42A5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53A466-EDD4-923F-B6E5-6AA3936D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71848B-F4E8-ECAC-9504-21F7C7BF9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316BA-BD8C-0701-587E-D5726F34D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57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BE86-F1CB-B78A-07E5-E2E3B84A0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661DCE-46B7-EFDB-7A8E-2C4A413E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AF34FB-12E2-BE5A-5A1C-35C6C61A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3B5376-1B55-3152-E810-725A9C232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019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29FAC-47C7-0F1A-BD87-E4112C939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D12BC-6932-D855-C6A5-AB6044F88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57A27-39C0-8A20-9076-4ECD89FE1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9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E1ED6-7FD6-2155-2873-1D13AEDEA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DEB54-53A2-E51A-BE27-D43E4097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5B363-AF9E-5CD7-AF0A-B2727F71B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83466-793B-8F62-0CCE-6D98698E8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F4AEE2-195F-358F-23B5-C3FBD5B2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54AF2-B1D3-A400-036A-E58D1403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9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29438-B52F-ED71-FD11-E520CC544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492AB-A086-9AA1-B6F1-81141CD842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F207F-30AB-C966-19D4-5552E6C0AE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DBB37-9422-4A34-3CD9-6F1BB878A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272BD-7945-B187-3F20-D191804F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83CA4-C549-1D91-5527-A18E0674D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15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8D61-A825-A7E5-6EBE-46162231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B147B3-BE00-97E4-5D0C-B1F6C69448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356BE-28F6-0B61-D938-35984D38F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72D79-33E8-9A52-2D1B-EB0443B7D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E4174-4498-38CB-3B7D-27BE09CCD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148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0457E-4E61-2C57-6C6D-15FE85205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05793F-8691-8C93-B66B-7B6C71D0B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8845-0FE6-A601-D135-830A8B909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94035-A87C-84CE-4EE4-D0B871D8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2B567-0364-3939-3A83-4E713DAE7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654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5D8910-3DCA-5BDD-CF8D-410F75947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E49652-4F08-EAD1-DCDA-74DB0879F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FF2D9-5F8A-FF84-2039-C149C65830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F79F1-5094-44AE-9AD3-DA49618088A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7929D-A328-72CC-40B3-30923B658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A11F4-9927-17C6-92CE-1BECE1899A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3CB91-A741-48F2-B520-0FAD1F315D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65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98D1F8AC-CC85-4E81-8B34-B3037F2DEE98}"/>
              </a:ext>
            </a:extLst>
          </p:cNvPr>
          <p:cNvSpPr/>
          <p:nvPr/>
        </p:nvSpPr>
        <p:spPr>
          <a:xfrm rot="1911392" flipH="1">
            <a:off x="3524917" y="4050377"/>
            <a:ext cx="3876013" cy="4418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9B64D47-3881-4153-8096-C8F9A42D90E9}"/>
              </a:ext>
            </a:extLst>
          </p:cNvPr>
          <p:cNvSpPr/>
          <p:nvPr/>
        </p:nvSpPr>
        <p:spPr>
          <a:xfrm rot="1911392" flipH="1">
            <a:off x="5041810" y="-843754"/>
            <a:ext cx="3876013" cy="44182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93AE0E4-BD48-4E0C-BE71-0D311FE2812B}"/>
              </a:ext>
            </a:extLst>
          </p:cNvPr>
          <p:cNvSpPr/>
          <p:nvPr/>
        </p:nvSpPr>
        <p:spPr>
          <a:xfrm>
            <a:off x="197964" y="197963"/>
            <a:ext cx="11802358" cy="6476214"/>
          </a:xfrm>
          <a:prstGeom prst="roundRect">
            <a:avLst>
              <a:gd name="adj" fmla="val 140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: Top Corners Rounded 25">
            <a:extLst>
              <a:ext uri="{FF2B5EF4-FFF2-40B4-BE49-F238E27FC236}">
                <a16:creationId xmlns:a16="http://schemas.microsoft.com/office/drawing/2014/main" id="{93AC7211-2372-4407-B191-AF16BBE98464}"/>
              </a:ext>
            </a:extLst>
          </p:cNvPr>
          <p:cNvSpPr/>
          <p:nvPr/>
        </p:nvSpPr>
        <p:spPr>
          <a:xfrm>
            <a:off x="273379" y="266243"/>
            <a:ext cx="11641553" cy="225389"/>
          </a:xfrm>
          <a:prstGeom prst="round2Same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51A8D8-B27B-4582-BD24-CAD770444C45}"/>
              </a:ext>
            </a:extLst>
          </p:cNvPr>
          <p:cNvSpPr/>
          <p:nvPr/>
        </p:nvSpPr>
        <p:spPr>
          <a:xfrm>
            <a:off x="273379" y="482247"/>
            <a:ext cx="11641554" cy="186741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42E16D-329D-4C4E-B89A-CD757CD6FDCD}"/>
              </a:ext>
            </a:extLst>
          </p:cNvPr>
          <p:cNvCxnSpPr>
            <a:cxnSpLocks/>
          </p:cNvCxnSpPr>
          <p:nvPr/>
        </p:nvCxnSpPr>
        <p:spPr>
          <a:xfrm>
            <a:off x="5474823" y="11575"/>
            <a:ext cx="3611304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CCE22D6-9F57-423C-B7B2-E8E36C87C8B9}"/>
              </a:ext>
            </a:extLst>
          </p:cNvPr>
          <p:cNvCxnSpPr>
            <a:cxnSpLocks/>
          </p:cNvCxnSpPr>
          <p:nvPr/>
        </p:nvCxnSpPr>
        <p:spPr>
          <a:xfrm>
            <a:off x="5474823" y="82213"/>
            <a:ext cx="381964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098DA5-53BC-4226-8665-25C9683CD4D6}"/>
              </a:ext>
            </a:extLst>
          </p:cNvPr>
          <p:cNvCxnSpPr>
            <a:cxnSpLocks/>
          </p:cNvCxnSpPr>
          <p:nvPr/>
        </p:nvCxnSpPr>
        <p:spPr>
          <a:xfrm>
            <a:off x="5430448" y="153588"/>
            <a:ext cx="3819648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36C66AB-74BA-45AC-AD22-06CD9D814D6A}"/>
              </a:ext>
            </a:extLst>
          </p:cNvPr>
          <p:cNvCxnSpPr/>
          <p:nvPr/>
        </p:nvCxnSpPr>
        <p:spPr>
          <a:xfrm>
            <a:off x="2801073" y="6685752"/>
            <a:ext cx="488451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3FBB27-F07B-4986-8E0E-B9C7EE7E06BA}"/>
              </a:ext>
            </a:extLst>
          </p:cNvPr>
          <p:cNvCxnSpPr/>
          <p:nvPr/>
        </p:nvCxnSpPr>
        <p:spPr>
          <a:xfrm>
            <a:off x="2745126" y="6838152"/>
            <a:ext cx="488451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00D2163-AA89-4A35-A6EB-D08B07918DEF}"/>
              </a:ext>
            </a:extLst>
          </p:cNvPr>
          <p:cNvCxnSpPr/>
          <p:nvPr/>
        </p:nvCxnSpPr>
        <p:spPr>
          <a:xfrm>
            <a:off x="2781776" y="6761952"/>
            <a:ext cx="4884517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DC8E64B-233D-4FAD-B0CE-16A320589980}"/>
              </a:ext>
            </a:extLst>
          </p:cNvPr>
          <p:cNvSpPr/>
          <p:nvPr/>
        </p:nvSpPr>
        <p:spPr>
          <a:xfrm>
            <a:off x="564713" y="1637267"/>
            <a:ext cx="2474535" cy="11287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2E5F51E-334A-4C04-9A06-45556D43D47B}"/>
              </a:ext>
            </a:extLst>
          </p:cNvPr>
          <p:cNvSpPr/>
          <p:nvPr/>
        </p:nvSpPr>
        <p:spPr>
          <a:xfrm>
            <a:off x="3436702" y="1637267"/>
            <a:ext cx="2474535" cy="11287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E49A0FE-1A1B-4AA9-9F38-229AF10FD3BC}"/>
              </a:ext>
            </a:extLst>
          </p:cNvPr>
          <p:cNvSpPr/>
          <p:nvPr/>
        </p:nvSpPr>
        <p:spPr>
          <a:xfrm>
            <a:off x="6280765" y="1637267"/>
            <a:ext cx="2474535" cy="11287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C5C290-ED33-4403-B32C-2295A4E495C6}"/>
              </a:ext>
            </a:extLst>
          </p:cNvPr>
          <p:cNvSpPr/>
          <p:nvPr/>
        </p:nvSpPr>
        <p:spPr>
          <a:xfrm>
            <a:off x="9119316" y="1658942"/>
            <a:ext cx="2474535" cy="11287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D29520D-CAB0-449D-86EA-2980C77418E2}"/>
              </a:ext>
            </a:extLst>
          </p:cNvPr>
          <p:cNvSpPr/>
          <p:nvPr/>
        </p:nvSpPr>
        <p:spPr>
          <a:xfrm>
            <a:off x="531524" y="1637414"/>
            <a:ext cx="2474535" cy="11287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D04AA41-56B6-472D-9EC4-6CFB3FE60F5F}"/>
              </a:ext>
            </a:extLst>
          </p:cNvPr>
          <p:cNvSpPr/>
          <p:nvPr/>
        </p:nvSpPr>
        <p:spPr>
          <a:xfrm>
            <a:off x="3383058" y="1637414"/>
            <a:ext cx="2474535" cy="11287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950A4D4-F566-472A-A36D-AA55A20F4C1A}"/>
              </a:ext>
            </a:extLst>
          </p:cNvPr>
          <p:cNvSpPr/>
          <p:nvPr/>
        </p:nvSpPr>
        <p:spPr>
          <a:xfrm>
            <a:off x="6234592" y="1637414"/>
            <a:ext cx="2474535" cy="11287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2001FFE-7C82-43C9-9DB6-2145BA9CEC31}"/>
              </a:ext>
            </a:extLst>
          </p:cNvPr>
          <p:cNvSpPr/>
          <p:nvPr/>
        </p:nvSpPr>
        <p:spPr>
          <a:xfrm>
            <a:off x="9086127" y="1659089"/>
            <a:ext cx="2474535" cy="112874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195519-47FD-47D1-A541-549F51560343}"/>
              </a:ext>
            </a:extLst>
          </p:cNvPr>
          <p:cNvSpPr/>
          <p:nvPr/>
        </p:nvSpPr>
        <p:spPr>
          <a:xfrm>
            <a:off x="273378" y="2941503"/>
            <a:ext cx="5637859" cy="3650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2D7F37-66AD-4287-8233-49497662E2E6}"/>
              </a:ext>
            </a:extLst>
          </p:cNvPr>
          <p:cNvSpPr/>
          <p:nvPr/>
        </p:nvSpPr>
        <p:spPr>
          <a:xfrm>
            <a:off x="6234592" y="2941503"/>
            <a:ext cx="5637859" cy="3650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039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Jerin Abraham George</dc:creator>
  <cp:lastModifiedBy>Jerin Abraham George</cp:lastModifiedBy>
  <cp:revision>3</cp:revision>
  <dcterms:created xsi:type="dcterms:W3CDTF">2025-11-15T21:17:36Z</dcterms:created>
  <dcterms:modified xsi:type="dcterms:W3CDTF">2025-11-15T22:36:38Z</dcterms:modified>
</cp:coreProperties>
</file>