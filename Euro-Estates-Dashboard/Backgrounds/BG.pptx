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70125" r:id="rId2"/>
    <p:sldId id="214747012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0F2"/>
    <a:srgbClr val="F1F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12" autoAdjust="0"/>
    <p:restoredTop sz="94660"/>
  </p:normalViewPr>
  <p:slideViewPr>
    <p:cSldViewPr snapToGrid="0">
      <p:cViewPr varScale="1">
        <p:scale>
          <a:sx n="90" d="100"/>
          <a:sy n="90" d="100"/>
        </p:scale>
        <p:origin x="70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0BCB7-2481-4827-1174-14278A242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A1AA50-AC1F-B12E-4A11-CB1451D9C2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183D4-BDD5-FF0F-3984-F8831E11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CCFB1-712A-4874-8BFB-217C51EEFCC0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BA725-796F-610B-8DFA-1210C76CD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387EE-7250-0226-28AD-3C02881C5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C6803-282C-4214-8846-999784C896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483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E7AA3-A5F8-4DA9-9B9E-557A27E84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74FD0-A73B-C48C-2869-3D422D188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EBF9F-DC65-B431-A07F-6DC1FEF94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CCFB1-712A-4874-8BFB-217C51EEFCC0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7991A-1184-3093-02DD-00ADE4578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5BFCD-6EEB-FD72-1EF1-5021A57CD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C6803-282C-4214-8846-999784C896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680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C8F65-A0BE-2D0D-CE4C-27265D24E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70D7F-3452-2C5C-A7DC-F8F32E415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41B05-E9EC-A89A-D376-4B41DEC6E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CCFB1-712A-4874-8BFB-217C51EEFCC0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78AE2-9888-2371-8E52-A5C2E4D1F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5C5B3-61EC-EB13-DC07-9A6CB71D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C6803-282C-4214-8846-999784C896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252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C21F1-28FD-C903-622C-64FF49A94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AC871-09F6-922A-DBC9-CE9D711D16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1A03F8-17FD-9BF5-E2E4-4670A681C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2FB5A-7C6C-2B98-9C41-0CCA8A40D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CCFB1-712A-4874-8BFB-217C51EEFCC0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6E80C-4577-EAF1-C6E2-25C8149E9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6619F-3992-91A3-2726-FCF424893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C6803-282C-4214-8846-999784C896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646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21200-12CB-EB7A-4D34-856D85B49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B726B-3023-6B52-8C6A-190A3728E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2D7ECC-E3D5-50D4-244A-37611F7141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F4BFF4-3516-686C-7251-F3F97694FB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8E2A83-7650-C046-3505-9B2C24F02F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867522-0ABC-3FEA-FBF8-FA3D49230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CCFB1-712A-4874-8BFB-217C51EEFCC0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1AC4CE-4A04-0294-862A-10F8A095D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A0C3E3-4736-9386-98FE-69FE0A3A4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C6803-282C-4214-8846-999784C896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536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DFBD6-EC18-ED60-752C-5694C29CB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C63254-7814-CC1C-722F-7A8B1339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CCFB1-712A-4874-8BFB-217C51EEFCC0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1EE51-DCC4-9872-F105-87C15BD2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E4CB39-D2B4-3922-1ADC-30AFE2776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C6803-282C-4214-8846-999784C896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683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51E01F-5EC6-2184-5B96-D31599F91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CCFB1-712A-4874-8BFB-217C51EEFCC0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3E8BA6-158D-8558-0EA9-0F794EAA2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0F3D3-6B24-960E-032C-263860451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C6803-282C-4214-8846-999784C896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31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BAA33-497D-E562-58A1-F2716E61A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2BD0D-D7BC-F799-0954-B4596CA2E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D46DE-E90D-4773-05FF-3607E0999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FC699-E51F-7B09-6874-2C09062EA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CCFB1-712A-4874-8BFB-217C51EEFCC0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566C4-8C1F-1C8E-2C19-931E17E0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4FEE0-19C9-830F-6BD8-DD6604BD0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C6803-282C-4214-8846-999784C896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4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635DE-E07D-81BE-066C-83F0187E9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B6911A-1F5F-EE92-0214-8D8EE1D2C7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F4556-E3FE-EF18-B197-739D12308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42820-8EE7-A06A-59F0-F578FE838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CCFB1-712A-4874-8BFB-217C51EEFCC0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11FF8-C6DB-D9FA-F5B7-CE8ECD93F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358DA-54AB-B2DD-E2D3-8CD64700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C6803-282C-4214-8846-999784C896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959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2C33C-F76C-B3FB-5C19-586FC9635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C6ABD2-CBCC-6CC1-BC88-EDAACE32F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20652-6715-D4EF-BEA6-7AB603662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CCFB1-712A-4874-8BFB-217C51EEFCC0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A8C37-D6F6-1642-5BA5-F8D12009C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DBFE2-B6A4-E955-AC8F-22F8896E8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C6803-282C-4214-8846-999784C896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117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E75184-38C2-349D-4547-FBEB712D89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9FCF05-621D-F959-FDD8-8814B56B5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B6088-50AC-C581-47C4-EBE85B168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CCFB1-712A-4874-8BFB-217C51EEFCC0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4841A-9252-12FB-5A02-F3E2C5FCE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9D8B0-4A6B-6590-2B25-678B2C242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C6803-282C-4214-8846-999784C896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040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68BD72-561C-4B1C-AEFD-9DD9C46CD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7C8F4-247A-4722-905A-E29735E46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828D2-C15B-F473-0933-560D0E361A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CCFB1-712A-4874-8BFB-217C51EEFCC0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C6FA7-D95D-AD05-FD1E-D2CD6AA11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1C760-554D-BAA8-A27C-FEC0EC2273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C6803-282C-4214-8846-999784C896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39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BB5D05-C6B6-B79D-532C-A08974D9D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25617824-67B6-5DE0-4B30-8D004E185DBC}"/>
              </a:ext>
            </a:extLst>
          </p:cNvPr>
          <p:cNvSpPr/>
          <p:nvPr/>
        </p:nvSpPr>
        <p:spPr>
          <a:xfrm>
            <a:off x="0" y="1948874"/>
            <a:ext cx="12192000" cy="490912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6C8E2CF-C585-379B-3E12-D30AC3AF3507}"/>
              </a:ext>
            </a:extLst>
          </p:cNvPr>
          <p:cNvSpPr/>
          <p:nvPr/>
        </p:nvSpPr>
        <p:spPr>
          <a:xfrm>
            <a:off x="120073" y="83127"/>
            <a:ext cx="11979563" cy="6696363"/>
          </a:xfrm>
          <a:prstGeom prst="roundRect">
            <a:avLst>
              <a:gd name="adj" fmla="val 2430"/>
            </a:avLst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9016FDE-E0D8-EFEF-8253-E62CBD2A4397}"/>
              </a:ext>
            </a:extLst>
          </p:cNvPr>
          <p:cNvSpPr/>
          <p:nvPr/>
        </p:nvSpPr>
        <p:spPr>
          <a:xfrm>
            <a:off x="203200" y="157018"/>
            <a:ext cx="11822543" cy="6557818"/>
          </a:xfrm>
          <a:prstGeom prst="roundRect">
            <a:avLst>
              <a:gd name="adj" fmla="val 2157"/>
            </a:avLst>
          </a:prstGeom>
          <a:solidFill>
            <a:srgbClr val="F4F2F3"/>
          </a:solidFill>
          <a:ln>
            <a:solidFill>
              <a:schemeClr val="bg1">
                <a:lumMod val="95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CF3CA2B2-96BD-1ED0-0533-654FEA63158E}"/>
              </a:ext>
            </a:extLst>
          </p:cNvPr>
          <p:cNvSpPr/>
          <p:nvPr/>
        </p:nvSpPr>
        <p:spPr>
          <a:xfrm>
            <a:off x="1491340" y="179419"/>
            <a:ext cx="10497459" cy="661091"/>
          </a:xfrm>
          <a:prstGeom prst="round2SameRect">
            <a:avLst>
              <a:gd name="adj1" fmla="val 20859"/>
              <a:gd name="adj2" fmla="val 0"/>
            </a:avLst>
          </a:prstGeom>
          <a:solidFill>
            <a:srgbClr val="FFFFFF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661A40-F1CD-6254-D47D-2E64EB854E21}"/>
              </a:ext>
            </a:extLst>
          </p:cNvPr>
          <p:cNvSpPr/>
          <p:nvPr/>
        </p:nvSpPr>
        <p:spPr>
          <a:xfrm>
            <a:off x="5726548" y="1978048"/>
            <a:ext cx="1708725" cy="867687"/>
          </a:xfrm>
          <a:prstGeom prst="roundRect">
            <a:avLst>
              <a:gd name="adj" fmla="val 8322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B6CD9CC4-C14D-60B9-C37F-B74EB7690078}"/>
              </a:ext>
            </a:extLst>
          </p:cNvPr>
          <p:cNvSpPr/>
          <p:nvPr/>
        </p:nvSpPr>
        <p:spPr>
          <a:xfrm rot="16200000">
            <a:off x="-2139552" y="2574292"/>
            <a:ext cx="6480000" cy="1708725"/>
          </a:xfrm>
          <a:prstGeom prst="round2SameRect">
            <a:avLst>
              <a:gd name="adj1" fmla="val 9224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9E1C7CA-50D2-2EB5-6878-E58330A22281}"/>
              </a:ext>
            </a:extLst>
          </p:cNvPr>
          <p:cNvSpPr/>
          <p:nvPr/>
        </p:nvSpPr>
        <p:spPr>
          <a:xfrm>
            <a:off x="1782621" y="801634"/>
            <a:ext cx="10021451" cy="5691530"/>
          </a:xfrm>
          <a:prstGeom prst="roundRect">
            <a:avLst>
              <a:gd name="adj" fmla="val 1506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DD3737-B635-2EB4-53D0-6CB78C109E8C}"/>
              </a:ext>
            </a:extLst>
          </p:cNvPr>
          <p:cNvSpPr/>
          <p:nvPr/>
        </p:nvSpPr>
        <p:spPr>
          <a:xfrm>
            <a:off x="1782621" y="6363854"/>
            <a:ext cx="10163294" cy="310109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14A012-352C-9314-DB0B-D681752C4602}"/>
              </a:ext>
            </a:extLst>
          </p:cNvPr>
          <p:cNvSpPr/>
          <p:nvPr/>
        </p:nvSpPr>
        <p:spPr>
          <a:xfrm>
            <a:off x="11647055" y="801634"/>
            <a:ext cx="341744" cy="5691530"/>
          </a:xfrm>
          <a:prstGeom prst="rect">
            <a:avLst/>
          </a:prstGeom>
          <a:solidFill>
            <a:srgbClr val="EF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E48A5F6-95FB-DFDD-8CCA-BCFB570A4CEB}"/>
              </a:ext>
            </a:extLst>
          </p:cNvPr>
          <p:cNvSpPr/>
          <p:nvPr/>
        </p:nvSpPr>
        <p:spPr>
          <a:xfrm>
            <a:off x="1872514" y="888170"/>
            <a:ext cx="5186653" cy="2540830"/>
          </a:xfrm>
          <a:prstGeom prst="roundRect">
            <a:avLst>
              <a:gd name="adj" fmla="val 4054"/>
            </a:avLst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92F5B85-F126-AD21-920B-73514C59F994}"/>
              </a:ext>
            </a:extLst>
          </p:cNvPr>
          <p:cNvSpPr/>
          <p:nvPr/>
        </p:nvSpPr>
        <p:spPr>
          <a:xfrm>
            <a:off x="2037939" y="1398349"/>
            <a:ext cx="1637517" cy="851594"/>
          </a:xfrm>
          <a:prstGeom prst="roundRect">
            <a:avLst>
              <a:gd name="adj" fmla="val 6022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12700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61CB8D3-9225-3912-CB29-E1E3746C1385}"/>
              </a:ext>
            </a:extLst>
          </p:cNvPr>
          <p:cNvSpPr/>
          <p:nvPr/>
        </p:nvSpPr>
        <p:spPr>
          <a:xfrm>
            <a:off x="2037938" y="2380543"/>
            <a:ext cx="1637517" cy="851594"/>
          </a:xfrm>
          <a:prstGeom prst="roundRect">
            <a:avLst>
              <a:gd name="adj" fmla="val 6022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12700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80CEDC-7117-3322-626E-19D330057C43}"/>
              </a:ext>
            </a:extLst>
          </p:cNvPr>
          <p:cNvSpPr/>
          <p:nvPr/>
        </p:nvSpPr>
        <p:spPr>
          <a:xfrm>
            <a:off x="7149061" y="3524679"/>
            <a:ext cx="2205252" cy="3099083"/>
          </a:xfrm>
          <a:prstGeom prst="roundRect">
            <a:avLst>
              <a:gd name="adj" fmla="val 30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2BF65A0-CB06-9E13-F443-9F3EA1641334}"/>
              </a:ext>
            </a:extLst>
          </p:cNvPr>
          <p:cNvSpPr/>
          <p:nvPr/>
        </p:nvSpPr>
        <p:spPr>
          <a:xfrm>
            <a:off x="1872514" y="3524680"/>
            <a:ext cx="2543101" cy="3099084"/>
          </a:xfrm>
          <a:prstGeom prst="roundRect">
            <a:avLst>
              <a:gd name="adj" fmla="val 30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46D0A9F-3938-F42C-8F9E-1C390F73E994}"/>
              </a:ext>
            </a:extLst>
          </p:cNvPr>
          <p:cNvSpPr/>
          <p:nvPr/>
        </p:nvSpPr>
        <p:spPr>
          <a:xfrm>
            <a:off x="9446679" y="3524678"/>
            <a:ext cx="2499236" cy="3099083"/>
          </a:xfrm>
          <a:prstGeom prst="roundRect">
            <a:avLst>
              <a:gd name="adj" fmla="val 30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E5C1865-94E1-AFA7-1678-8CDC7F492997}"/>
              </a:ext>
            </a:extLst>
          </p:cNvPr>
          <p:cNvSpPr/>
          <p:nvPr/>
        </p:nvSpPr>
        <p:spPr>
          <a:xfrm>
            <a:off x="4513594" y="3524677"/>
            <a:ext cx="2543101" cy="3099084"/>
          </a:xfrm>
          <a:prstGeom prst="roundRect">
            <a:avLst>
              <a:gd name="adj" fmla="val 30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03C57B1-BE86-F4F3-2AA6-DF805654E31C}"/>
              </a:ext>
            </a:extLst>
          </p:cNvPr>
          <p:cNvSpPr/>
          <p:nvPr/>
        </p:nvSpPr>
        <p:spPr>
          <a:xfrm>
            <a:off x="7149060" y="888170"/>
            <a:ext cx="4796855" cy="2540830"/>
          </a:xfrm>
          <a:prstGeom prst="roundRect">
            <a:avLst>
              <a:gd name="adj" fmla="val 30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83695FF-98A7-768B-4F5E-4704593C71BA}"/>
              </a:ext>
            </a:extLst>
          </p:cNvPr>
          <p:cNvSpPr/>
          <p:nvPr/>
        </p:nvSpPr>
        <p:spPr>
          <a:xfrm>
            <a:off x="9556864" y="3959352"/>
            <a:ext cx="1086985" cy="731520"/>
          </a:xfrm>
          <a:prstGeom prst="roundRect">
            <a:avLst>
              <a:gd name="adj" fmla="val 4839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872C3F6-26D3-75F6-2ACB-28A455A145D3}"/>
              </a:ext>
            </a:extLst>
          </p:cNvPr>
          <p:cNvSpPr/>
          <p:nvPr/>
        </p:nvSpPr>
        <p:spPr>
          <a:xfrm>
            <a:off x="10754033" y="3959352"/>
            <a:ext cx="1086985" cy="731520"/>
          </a:xfrm>
          <a:prstGeom prst="roundRect">
            <a:avLst>
              <a:gd name="adj" fmla="val 4839"/>
            </a:avLst>
          </a:prstGeom>
          <a:solidFill>
            <a:schemeClr val="accent1">
              <a:lumMod val="20000"/>
              <a:lumOff val="80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7F18E7D-B82F-59F1-2FC4-96442BA8EF7A}"/>
              </a:ext>
            </a:extLst>
          </p:cNvPr>
          <p:cNvSpPr/>
          <p:nvPr/>
        </p:nvSpPr>
        <p:spPr>
          <a:xfrm>
            <a:off x="9571830" y="4823460"/>
            <a:ext cx="1086985" cy="731520"/>
          </a:xfrm>
          <a:prstGeom prst="roundRect">
            <a:avLst>
              <a:gd name="adj" fmla="val 4839"/>
            </a:avLst>
          </a:prstGeom>
          <a:solidFill>
            <a:srgbClr val="F8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57767D0-9988-2BB1-F74A-EBE4CFB42968}"/>
              </a:ext>
            </a:extLst>
          </p:cNvPr>
          <p:cNvSpPr/>
          <p:nvPr/>
        </p:nvSpPr>
        <p:spPr>
          <a:xfrm>
            <a:off x="9556863" y="5690606"/>
            <a:ext cx="1086985" cy="731520"/>
          </a:xfrm>
          <a:prstGeom prst="roundRect">
            <a:avLst>
              <a:gd name="adj" fmla="val 4839"/>
            </a:avLst>
          </a:prstGeom>
          <a:solidFill>
            <a:srgbClr val="ECF4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52E98BA-2E2C-2647-B04F-53E90CB4D452}"/>
              </a:ext>
            </a:extLst>
          </p:cNvPr>
          <p:cNvSpPr/>
          <p:nvPr/>
        </p:nvSpPr>
        <p:spPr>
          <a:xfrm>
            <a:off x="10757042" y="4823460"/>
            <a:ext cx="1086985" cy="731520"/>
          </a:xfrm>
          <a:prstGeom prst="roundRect">
            <a:avLst>
              <a:gd name="adj" fmla="val 4839"/>
            </a:avLst>
          </a:prstGeom>
          <a:solidFill>
            <a:srgbClr val="DEDBD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D3DACB8-C2E2-2343-8562-92807B08BB84}"/>
              </a:ext>
            </a:extLst>
          </p:cNvPr>
          <p:cNvSpPr/>
          <p:nvPr/>
        </p:nvSpPr>
        <p:spPr>
          <a:xfrm>
            <a:off x="10763269" y="5693926"/>
            <a:ext cx="1086985" cy="731520"/>
          </a:xfrm>
          <a:prstGeom prst="roundRect">
            <a:avLst>
              <a:gd name="adj" fmla="val 4839"/>
            </a:avLst>
          </a:prstGeom>
          <a:solidFill>
            <a:schemeClr val="accent4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9F975E-D095-5361-6D25-26B419866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953" y="968785"/>
            <a:ext cx="2251544" cy="2318327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0D525E8-A602-E069-0B81-356B1D7F4FD8}"/>
              </a:ext>
            </a:extLst>
          </p:cNvPr>
          <p:cNvSpPr/>
          <p:nvPr/>
        </p:nvSpPr>
        <p:spPr>
          <a:xfrm>
            <a:off x="3807153" y="1402681"/>
            <a:ext cx="1637517" cy="851594"/>
          </a:xfrm>
          <a:prstGeom prst="roundRect">
            <a:avLst>
              <a:gd name="adj" fmla="val 6022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12700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D9EA1AB-5684-23DC-0592-655423E3DBB0}"/>
              </a:ext>
            </a:extLst>
          </p:cNvPr>
          <p:cNvSpPr/>
          <p:nvPr/>
        </p:nvSpPr>
        <p:spPr>
          <a:xfrm>
            <a:off x="3805563" y="2385432"/>
            <a:ext cx="1637517" cy="851594"/>
          </a:xfrm>
          <a:prstGeom prst="roundRect">
            <a:avLst>
              <a:gd name="adj" fmla="val 6022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12700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39331047-316F-8D28-786F-E880BECB2790}"/>
              </a:ext>
            </a:extLst>
          </p:cNvPr>
          <p:cNvSpPr/>
          <p:nvPr/>
        </p:nvSpPr>
        <p:spPr>
          <a:xfrm rot="16200000">
            <a:off x="-581442" y="1064937"/>
            <a:ext cx="3219627" cy="1508500"/>
          </a:xfrm>
          <a:prstGeom prst="round2SameRect">
            <a:avLst>
              <a:gd name="adj1" fmla="val 9224"/>
              <a:gd name="adj2" fmla="val 0"/>
            </a:avLst>
          </a:prstGeom>
          <a:blipFill>
            <a:blip r:embed="rId3">
              <a:duotone>
                <a:prstClr val="black"/>
                <a:schemeClr val="tx1">
                  <a:tint val="45000"/>
                  <a:satMod val="400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964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D87474C-F5D0-42F7-B124-C7AABB0EED64}"/>
              </a:ext>
            </a:extLst>
          </p:cNvPr>
          <p:cNvSpPr/>
          <p:nvPr/>
        </p:nvSpPr>
        <p:spPr>
          <a:xfrm>
            <a:off x="0" y="1948874"/>
            <a:ext cx="12192000" cy="490912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18E70FC-7D19-40C4-BBF1-6DF2D32A595F}"/>
              </a:ext>
            </a:extLst>
          </p:cNvPr>
          <p:cNvSpPr/>
          <p:nvPr/>
        </p:nvSpPr>
        <p:spPr>
          <a:xfrm>
            <a:off x="120073" y="83127"/>
            <a:ext cx="11979563" cy="6696363"/>
          </a:xfrm>
          <a:prstGeom prst="roundRect">
            <a:avLst>
              <a:gd name="adj" fmla="val 2430"/>
            </a:avLst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1D4A0FF-D4BA-4D20-80C9-54046CE514B1}"/>
              </a:ext>
            </a:extLst>
          </p:cNvPr>
          <p:cNvSpPr/>
          <p:nvPr/>
        </p:nvSpPr>
        <p:spPr>
          <a:xfrm>
            <a:off x="203200" y="157018"/>
            <a:ext cx="11822543" cy="6557818"/>
          </a:xfrm>
          <a:prstGeom prst="roundRect">
            <a:avLst>
              <a:gd name="adj" fmla="val 2157"/>
            </a:avLst>
          </a:prstGeom>
          <a:solidFill>
            <a:srgbClr val="F4F2F3"/>
          </a:solidFill>
          <a:ln>
            <a:solidFill>
              <a:schemeClr val="bg1">
                <a:lumMod val="95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64919279-656F-4671-89FB-F05DC50702FC}"/>
              </a:ext>
            </a:extLst>
          </p:cNvPr>
          <p:cNvSpPr/>
          <p:nvPr/>
        </p:nvSpPr>
        <p:spPr>
          <a:xfrm>
            <a:off x="1491340" y="179419"/>
            <a:ext cx="10497459" cy="661091"/>
          </a:xfrm>
          <a:prstGeom prst="round2SameRect">
            <a:avLst>
              <a:gd name="adj1" fmla="val 20859"/>
              <a:gd name="adj2" fmla="val 0"/>
            </a:avLst>
          </a:prstGeom>
          <a:solidFill>
            <a:srgbClr val="FFFFFF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4833F7-158A-4CFA-BA1F-B569A2B5A267}"/>
              </a:ext>
            </a:extLst>
          </p:cNvPr>
          <p:cNvSpPr/>
          <p:nvPr/>
        </p:nvSpPr>
        <p:spPr>
          <a:xfrm>
            <a:off x="5726548" y="1978048"/>
            <a:ext cx="1708725" cy="867687"/>
          </a:xfrm>
          <a:prstGeom prst="roundRect">
            <a:avLst>
              <a:gd name="adj" fmla="val 8322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E581BB94-57E9-43CF-BFB1-E5E0775D4420}"/>
              </a:ext>
            </a:extLst>
          </p:cNvPr>
          <p:cNvSpPr/>
          <p:nvPr/>
        </p:nvSpPr>
        <p:spPr>
          <a:xfrm rot="16200000">
            <a:off x="-2139552" y="2574292"/>
            <a:ext cx="6480000" cy="1708725"/>
          </a:xfrm>
          <a:prstGeom prst="round2SameRect">
            <a:avLst>
              <a:gd name="adj1" fmla="val 9224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4D6734C-C2F2-4232-9E3F-51B40699467F}"/>
              </a:ext>
            </a:extLst>
          </p:cNvPr>
          <p:cNvSpPr/>
          <p:nvPr/>
        </p:nvSpPr>
        <p:spPr>
          <a:xfrm>
            <a:off x="1782621" y="801634"/>
            <a:ext cx="10021451" cy="5691530"/>
          </a:xfrm>
          <a:prstGeom prst="roundRect">
            <a:avLst>
              <a:gd name="adj" fmla="val 1506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4C5491-5294-43A4-BDAC-B4EAC08CB680}"/>
              </a:ext>
            </a:extLst>
          </p:cNvPr>
          <p:cNvSpPr/>
          <p:nvPr/>
        </p:nvSpPr>
        <p:spPr>
          <a:xfrm>
            <a:off x="1782621" y="6363854"/>
            <a:ext cx="10163294" cy="310109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9C29F5-5D44-4B62-BCAC-9F6D37B52C9A}"/>
              </a:ext>
            </a:extLst>
          </p:cNvPr>
          <p:cNvSpPr/>
          <p:nvPr/>
        </p:nvSpPr>
        <p:spPr>
          <a:xfrm>
            <a:off x="11647055" y="801634"/>
            <a:ext cx="341744" cy="5691530"/>
          </a:xfrm>
          <a:prstGeom prst="rect">
            <a:avLst/>
          </a:prstGeom>
          <a:solidFill>
            <a:srgbClr val="EF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213113F-6C6A-4D60-99EC-44EF10B820BE}"/>
              </a:ext>
            </a:extLst>
          </p:cNvPr>
          <p:cNvSpPr/>
          <p:nvPr/>
        </p:nvSpPr>
        <p:spPr>
          <a:xfrm>
            <a:off x="1872514" y="888170"/>
            <a:ext cx="5186653" cy="2540830"/>
          </a:xfrm>
          <a:prstGeom prst="roundRect">
            <a:avLst>
              <a:gd name="adj" fmla="val 4054"/>
            </a:avLst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FA5E54F-E972-4B7A-9C68-37898196520F}"/>
              </a:ext>
            </a:extLst>
          </p:cNvPr>
          <p:cNvSpPr/>
          <p:nvPr/>
        </p:nvSpPr>
        <p:spPr>
          <a:xfrm>
            <a:off x="2037939" y="1398349"/>
            <a:ext cx="1637517" cy="851594"/>
          </a:xfrm>
          <a:prstGeom prst="roundRect">
            <a:avLst>
              <a:gd name="adj" fmla="val 6022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12700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E9C299A-CC02-44FE-9CFB-E2CD5EEE81D0}"/>
              </a:ext>
            </a:extLst>
          </p:cNvPr>
          <p:cNvSpPr/>
          <p:nvPr/>
        </p:nvSpPr>
        <p:spPr>
          <a:xfrm>
            <a:off x="2037938" y="2380543"/>
            <a:ext cx="1637517" cy="851594"/>
          </a:xfrm>
          <a:prstGeom prst="roundRect">
            <a:avLst>
              <a:gd name="adj" fmla="val 6022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12700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4BAAA6E-AF26-048B-F135-0777880CF43C}"/>
              </a:ext>
            </a:extLst>
          </p:cNvPr>
          <p:cNvSpPr/>
          <p:nvPr/>
        </p:nvSpPr>
        <p:spPr>
          <a:xfrm>
            <a:off x="7149061" y="3524679"/>
            <a:ext cx="4775084" cy="3099083"/>
          </a:xfrm>
          <a:prstGeom prst="roundRect">
            <a:avLst>
              <a:gd name="adj" fmla="val 1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4BD7B39-606E-28E3-FAEB-E8436AC30401}"/>
              </a:ext>
            </a:extLst>
          </p:cNvPr>
          <p:cNvSpPr/>
          <p:nvPr/>
        </p:nvSpPr>
        <p:spPr>
          <a:xfrm>
            <a:off x="1872514" y="3524680"/>
            <a:ext cx="2543101" cy="3099084"/>
          </a:xfrm>
          <a:prstGeom prst="roundRect">
            <a:avLst>
              <a:gd name="adj" fmla="val 30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76CDCCF-F16F-A5C4-FAD8-87EBDEB2FE6A}"/>
              </a:ext>
            </a:extLst>
          </p:cNvPr>
          <p:cNvSpPr/>
          <p:nvPr/>
        </p:nvSpPr>
        <p:spPr>
          <a:xfrm>
            <a:off x="4513594" y="3524677"/>
            <a:ext cx="2543101" cy="3099084"/>
          </a:xfrm>
          <a:prstGeom prst="roundRect">
            <a:avLst>
              <a:gd name="adj" fmla="val 30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335FBCC-35CF-2225-3FE9-25653D7A9D3A}"/>
              </a:ext>
            </a:extLst>
          </p:cNvPr>
          <p:cNvSpPr/>
          <p:nvPr/>
        </p:nvSpPr>
        <p:spPr>
          <a:xfrm>
            <a:off x="7149060" y="888170"/>
            <a:ext cx="4796855" cy="2540830"/>
          </a:xfrm>
          <a:prstGeom prst="roundRect">
            <a:avLst>
              <a:gd name="adj" fmla="val 30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C5A9FCE-751B-44F9-FB6B-C3674B694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287" y="951074"/>
            <a:ext cx="2146334" cy="2448318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C88000D-272C-429F-A0BA-7E8299602ED2}"/>
              </a:ext>
            </a:extLst>
          </p:cNvPr>
          <p:cNvSpPr/>
          <p:nvPr/>
        </p:nvSpPr>
        <p:spPr>
          <a:xfrm>
            <a:off x="3807153" y="1402681"/>
            <a:ext cx="1637517" cy="851594"/>
          </a:xfrm>
          <a:prstGeom prst="roundRect">
            <a:avLst>
              <a:gd name="adj" fmla="val 6022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12700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84B46C6-7D7D-43A2-9E83-002DC271D7CD}"/>
              </a:ext>
            </a:extLst>
          </p:cNvPr>
          <p:cNvSpPr/>
          <p:nvPr/>
        </p:nvSpPr>
        <p:spPr>
          <a:xfrm>
            <a:off x="3805563" y="2385432"/>
            <a:ext cx="1637517" cy="851594"/>
          </a:xfrm>
          <a:prstGeom prst="roundRect">
            <a:avLst>
              <a:gd name="adj" fmla="val 6022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12700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AF80AD21-11A7-389B-B407-2D4A484F35CA}"/>
              </a:ext>
            </a:extLst>
          </p:cNvPr>
          <p:cNvSpPr/>
          <p:nvPr/>
        </p:nvSpPr>
        <p:spPr>
          <a:xfrm rot="16200000">
            <a:off x="-581442" y="1064937"/>
            <a:ext cx="3219627" cy="1508500"/>
          </a:xfrm>
          <a:prstGeom prst="round2SameRect">
            <a:avLst>
              <a:gd name="adj1" fmla="val 9224"/>
              <a:gd name="adj2" fmla="val 0"/>
            </a:avLst>
          </a:prstGeom>
          <a:blipFill>
            <a:blip r:embed="rId3">
              <a:duotone>
                <a:prstClr val="black"/>
                <a:schemeClr val="tx1">
                  <a:tint val="45000"/>
                  <a:satMod val="400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1293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12529"/>
      </a:accent1>
      <a:accent2>
        <a:srgbClr val="343A40"/>
      </a:accent2>
      <a:accent3>
        <a:srgbClr val="495057"/>
      </a:accent3>
      <a:accent4>
        <a:srgbClr val="6C757D"/>
      </a:accent4>
      <a:accent5>
        <a:srgbClr val="ADB5BD"/>
      </a:accent5>
      <a:accent6>
        <a:srgbClr val="DEE2E6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7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Jerin Abraham George</dc:creator>
  <cp:lastModifiedBy>Jerin Abraham George</cp:lastModifiedBy>
  <cp:revision>9</cp:revision>
  <dcterms:created xsi:type="dcterms:W3CDTF">2026-05-13T06:09:07Z</dcterms:created>
  <dcterms:modified xsi:type="dcterms:W3CDTF">2026-07-04T15:24:03Z</dcterms:modified>
</cp:coreProperties>
</file>