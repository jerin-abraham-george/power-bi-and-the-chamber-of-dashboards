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80B469"/>
    <a:srgbClr val="D00000"/>
    <a:srgbClr val="344E41"/>
    <a:srgbClr val="8D99AE"/>
    <a:srgbClr val="2B2D42"/>
    <a:srgbClr val="F2F2F2"/>
    <a:srgbClr val="222720"/>
    <a:srgbClr val="FBFBF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6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54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85A8E-5556-48D1-8322-D389A01E7948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9D73D-A4AE-4EF4-AB9B-8D4338861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78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9D73D-A4AE-4EF4-AB9B-8D433886173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33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D6D8-33ED-77C4-01D8-9E77B6D0B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449C0-06DB-93FF-93EF-463E801E7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585A-B428-6F54-DAD4-DC98948E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43341-C74F-7300-984B-4757291D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9FACB-B472-70C3-F1B6-7D9B04AEB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2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8C0E-DB8C-46CF-89B5-FF6A86D0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842B3-9051-601B-D618-8CF2B4DAB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5F557-C55A-B104-480C-A05D9A30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C0144-9B2D-7B3E-515D-2564B50D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5AD4-6DDE-D194-72AF-6561347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05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845A-3582-8680-FA6D-3E5BE68A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D3470-BAED-6482-2D95-55108D8F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4317-1FB8-903B-A7C9-A4360B6C9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718E9-86CC-D452-D97A-B535974E0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ABB23-5650-4BF5-E0A1-FAC1735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93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0E2C-455C-2E4E-3A3F-EAB3A03C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58DA8-4B37-2D31-34E9-6BC04B937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8EF5C-D1F7-CAF7-C734-DDCF911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FDCE7-9F82-5C03-96D4-296B344A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C14E2-E781-7A9B-29F2-6EA7DA1E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4D1F8-7552-7F25-FDA9-86012629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8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5C4D-94D7-DA6D-9A89-391A6723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643B2-D4DE-B41E-27A1-C9B31DBBC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25E90-5E40-AFBE-9FE3-973D89B6F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2B4E4-640B-1FD3-0291-A2C98248C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BDF80-961F-846C-73BB-FBD364A2E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6411C2-04A8-EE35-6C56-C6FAD4EA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65BC5-AA44-B645-01E1-AEC63423D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5212E-A78B-EBAF-86DD-F65C0E11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56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F9ED9-5FAD-BFDF-6634-68396EE7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6F566-0DC8-E62F-0900-BB3AD8AE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DD85C-A828-CF7E-1939-E38596BB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D1238-4C07-F54E-FAF8-5EDE0A42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3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9D60F5-E8E0-0846-A7BE-94EF6DEB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D454C-6A9C-A71D-8DD6-7C2A1AC71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7D136-D08D-45DB-3087-2BE2DED2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8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CCD1-6B0F-D4CC-0F7A-5125B3C0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D972D-BC6A-7229-4C2A-C5AC903F6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E38B8-7225-F42F-9864-07A5F2266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3E7A-3ED6-A479-226A-4A72E236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7B52F-BF31-98F9-C432-99EC5A87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965C7-8791-FA4E-76FD-C5CA7FD7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1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3887-71C8-B94D-2DB5-58C24ED4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715D7-C75E-3437-8F89-94955E10A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42B40-8762-10FE-B210-4D595C7C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B4847-F5C4-78BD-D759-62684839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4CEA8-AB1B-7C99-0013-EBE229B3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78B00-DE87-4E2F-BC1A-CBFA62E8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5F47-5FCC-4015-0FAD-3FC7F8096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158EE-2611-91E7-FFFA-734430D47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EBCA0-4547-AF86-BF4C-140F56B3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97844-E20E-B416-EB7C-B1326F61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1E7A0-05F0-54CC-7DFB-401DBB2C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5B0B1-33FF-3CA2-B3C7-B831C1917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AC5A3-1887-0E55-8F5E-95D06D470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FC879-264B-C72D-7E50-7835A488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4274-BFA8-073B-B76C-F9BA9953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8D7B4-4808-A086-7AEC-1BE5134E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7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64294-5686-26E2-3396-A8FD4ABC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7CF0-B2D3-FD14-0197-2866E092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701C3-0596-BAFB-B386-1AA63FC82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51D9F-66B5-4C69-AAA4-86759AA1E50E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BF6B3-22A2-CAAB-25E7-02C788761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43048-F017-87C3-3068-C2E99BBF9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59674-B114-4340-8101-ED3977C22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59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AAC51D-3784-A6F6-1EAE-3F708DF2F3BA}"/>
              </a:ext>
            </a:extLst>
          </p:cNvPr>
          <p:cNvSpPr/>
          <p:nvPr/>
        </p:nvSpPr>
        <p:spPr>
          <a:xfrm>
            <a:off x="10555705" y="1300747"/>
            <a:ext cx="1379621" cy="729916"/>
          </a:xfrm>
          <a:prstGeom prst="roundRect">
            <a:avLst/>
          </a:prstGeom>
          <a:solidFill>
            <a:srgbClr val="80B4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#80B469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CEA9C9-932D-7046-B37A-7D01F0B0090D}"/>
              </a:ext>
            </a:extLst>
          </p:cNvPr>
          <p:cNvSpPr/>
          <p:nvPr/>
        </p:nvSpPr>
        <p:spPr>
          <a:xfrm>
            <a:off x="10555704" y="2132263"/>
            <a:ext cx="1379621" cy="729916"/>
          </a:xfrm>
          <a:prstGeom prst="round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#222720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5CFA29-91F5-77F2-8C2D-266C249D67C8}"/>
              </a:ext>
            </a:extLst>
          </p:cNvPr>
          <p:cNvSpPr/>
          <p:nvPr/>
        </p:nvSpPr>
        <p:spPr>
          <a:xfrm>
            <a:off x="10555703" y="2963779"/>
            <a:ext cx="1379621" cy="72991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#F2F2F2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234989-578C-3935-7E66-550662AFAE40}"/>
              </a:ext>
            </a:extLst>
          </p:cNvPr>
          <p:cNvSpPr/>
          <p:nvPr/>
        </p:nvSpPr>
        <p:spPr>
          <a:xfrm>
            <a:off x="10555703" y="469231"/>
            <a:ext cx="1379621" cy="729916"/>
          </a:xfrm>
          <a:prstGeom prst="roundRect">
            <a:avLst/>
          </a:prstGeom>
          <a:solidFill>
            <a:srgbClr val="344E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#344E41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7719D7-B325-06DB-0A2D-76E3EC1CC1CE}"/>
              </a:ext>
            </a:extLst>
          </p:cNvPr>
          <p:cNvSpPr/>
          <p:nvPr/>
        </p:nvSpPr>
        <p:spPr>
          <a:xfrm>
            <a:off x="10555703" y="3795295"/>
            <a:ext cx="1379621" cy="729916"/>
          </a:xfrm>
          <a:prstGeom prst="roundRect">
            <a:avLst/>
          </a:prstGeom>
          <a:solidFill>
            <a:srgbClr val="D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#D00000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0E1E7A-4032-1C6B-D5F3-84B25304D385}"/>
              </a:ext>
            </a:extLst>
          </p:cNvPr>
          <p:cNvSpPr/>
          <p:nvPr/>
        </p:nvSpPr>
        <p:spPr>
          <a:xfrm>
            <a:off x="10555703" y="4626811"/>
            <a:ext cx="1379621" cy="729916"/>
          </a:xfrm>
          <a:prstGeom prst="roundRect">
            <a:avLst/>
          </a:prstGeom>
          <a:solidFill>
            <a:srgbClr val="2B2D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#2B2D42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4FEF0D-560E-76B4-08DA-AD3DAF5C75BB}"/>
              </a:ext>
            </a:extLst>
          </p:cNvPr>
          <p:cNvSpPr/>
          <p:nvPr/>
        </p:nvSpPr>
        <p:spPr>
          <a:xfrm>
            <a:off x="10555703" y="5458327"/>
            <a:ext cx="1379621" cy="729916"/>
          </a:xfrm>
          <a:prstGeom prst="roundRect">
            <a:avLst/>
          </a:prstGeom>
          <a:solidFill>
            <a:srgbClr val="8D99A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#8D99AE</a:t>
            </a:r>
          </a:p>
        </p:txBody>
      </p:sp>
    </p:spTree>
    <p:extLst>
      <p:ext uri="{BB962C8B-B14F-4D97-AF65-F5344CB8AC3E}">
        <p14:creationId xmlns:p14="http://schemas.microsoft.com/office/powerpoint/2010/main" val="74243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7077F-75B1-BE1A-83B4-435BE072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02D135-02E2-805F-92FC-2EC71A892FFE}"/>
              </a:ext>
            </a:extLst>
          </p:cNvPr>
          <p:cNvSpPr/>
          <p:nvPr/>
        </p:nvSpPr>
        <p:spPr>
          <a:xfrm>
            <a:off x="0" y="1"/>
            <a:ext cx="12192000" cy="1371600"/>
          </a:xfrm>
          <a:prstGeom prst="roundRect">
            <a:avLst>
              <a:gd name="adj" fmla="val 0"/>
            </a:avLst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93F4A2-0867-0F51-1917-E6A927AD3C28}"/>
              </a:ext>
            </a:extLst>
          </p:cNvPr>
          <p:cNvSpPr/>
          <p:nvPr/>
        </p:nvSpPr>
        <p:spPr>
          <a:xfrm>
            <a:off x="0" y="1371601"/>
            <a:ext cx="1042733" cy="5486398"/>
          </a:xfrm>
          <a:prstGeom prst="roundRect">
            <a:avLst>
              <a:gd name="adj" fmla="val 0"/>
            </a:avLst>
          </a:prstGeom>
          <a:solidFill>
            <a:srgbClr val="FBFBFB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61A41B-7D33-443B-A1D6-554A30B8C793}"/>
              </a:ext>
            </a:extLst>
          </p:cNvPr>
          <p:cNvSpPr/>
          <p:nvPr/>
        </p:nvSpPr>
        <p:spPr>
          <a:xfrm>
            <a:off x="6726990" y="2495538"/>
            <a:ext cx="5368756" cy="4274230"/>
          </a:xfrm>
          <a:prstGeom prst="roundRect">
            <a:avLst>
              <a:gd name="adj" fmla="val 1923"/>
            </a:avLst>
          </a:prstGeom>
          <a:solidFill>
            <a:srgbClr val="FBFBFB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F4F3C0-0793-B0D6-C75F-A228E84F3DBD}"/>
              </a:ext>
            </a:extLst>
          </p:cNvPr>
          <p:cNvSpPr/>
          <p:nvPr/>
        </p:nvSpPr>
        <p:spPr>
          <a:xfrm>
            <a:off x="0" y="1250069"/>
            <a:ext cx="12192000" cy="95850"/>
          </a:xfrm>
          <a:prstGeom prst="roundRect">
            <a:avLst>
              <a:gd name="adj" fmla="val 0"/>
            </a:avLst>
          </a:prstGeom>
          <a:gradFill flip="none" rotWithShape="1">
            <a:gsLst>
              <a:gs pos="21000">
                <a:srgbClr val="00B050"/>
              </a:gs>
              <a:gs pos="74000">
                <a:srgbClr val="92D050"/>
              </a:gs>
              <a:gs pos="53000">
                <a:srgbClr val="D00000"/>
              </a:gs>
              <a:gs pos="100000">
                <a:srgbClr val="80B469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827BD3-B2EF-5FFE-A9EC-ED89A18AC8D1}"/>
              </a:ext>
            </a:extLst>
          </p:cNvPr>
          <p:cNvGrpSpPr/>
          <p:nvPr/>
        </p:nvGrpSpPr>
        <p:grpSpPr>
          <a:xfrm>
            <a:off x="9496926" y="501134"/>
            <a:ext cx="2598821" cy="1879135"/>
            <a:chOff x="9496926" y="501134"/>
            <a:chExt cx="2598821" cy="1879135"/>
          </a:xfrm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684B5E3-F2EB-72D1-D828-0336CC900D47}"/>
                </a:ext>
              </a:extLst>
            </p:cNvPr>
            <p:cNvSpPr/>
            <p:nvPr/>
          </p:nvSpPr>
          <p:spPr>
            <a:xfrm>
              <a:off x="9496927" y="513348"/>
              <a:ext cx="2598820" cy="1866921"/>
            </a:xfrm>
            <a:prstGeom prst="roundRect">
              <a:avLst>
                <a:gd name="adj" fmla="val 6990"/>
              </a:avLst>
            </a:prstGeom>
            <a:solidFill>
              <a:srgbClr val="FBFBF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73AC66-6D19-994E-32EE-89F9C9DE76E9}"/>
                </a:ext>
              </a:extLst>
            </p:cNvPr>
            <p:cNvSpPr/>
            <p:nvPr/>
          </p:nvSpPr>
          <p:spPr>
            <a:xfrm>
              <a:off x="9496926" y="504557"/>
              <a:ext cx="2598820" cy="458261"/>
            </a:xfrm>
            <a:custGeom>
              <a:avLst/>
              <a:gdLst>
                <a:gd name="connsiteX0" fmla="*/ 130498 w 2598820"/>
                <a:gd name="connsiteY0" fmla="*/ 0 h 458261"/>
                <a:gd name="connsiteX1" fmla="*/ 2468322 w 2598820"/>
                <a:gd name="connsiteY1" fmla="*/ 0 h 458261"/>
                <a:gd name="connsiteX2" fmla="*/ 2598820 w 2598820"/>
                <a:gd name="connsiteY2" fmla="*/ 130498 h 458261"/>
                <a:gd name="connsiteX3" fmla="*/ 2598820 w 2598820"/>
                <a:gd name="connsiteY3" fmla="*/ 458261 h 458261"/>
                <a:gd name="connsiteX4" fmla="*/ 2468322 w 2598820"/>
                <a:gd name="connsiteY4" fmla="*/ 327763 h 458261"/>
                <a:gd name="connsiteX5" fmla="*/ 130498 w 2598820"/>
                <a:gd name="connsiteY5" fmla="*/ 327763 h 458261"/>
                <a:gd name="connsiteX6" fmla="*/ 0 w 2598820"/>
                <a:gd name="connsiteY6" fmla="*/ 458261 h 458261"/>
                <a:gd name="connsiteX7" fmla="*/ 0 w 2598820"/>
                <a:gd name="connsiteY7" fmla="*/ 130498 h 458261"/>
                <a:gd name="connsiteX8" fmla="*/ 130498 w 2598820"/>
                <a:gd name="connsiteY8" fmla="*/ 0 h 4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8820" h="458261">
                  <a:moveTo>
                    <a:pt x="130498" y="0"/>
                  </a:moveTo>
                  <a:lnTo>
                    <a:pt x="2468322" y="0"/>
                  </a:lnTo>
                  <a:cubicBezTo>
                    <a:pt x="2540394" y="0"/>
                    <a:pt x="2598820" y="58426"/>
                    <a:pt x="2598820" y="130498"/>
                  </a:cubicBezTo>
                  <a:lnTo>
                    <a:pt x="2598820" y="458261"/>
                  </a:lnTo>
                  <a:cubicBezTo>
                    <a:pt x="2598820" y="386189"/>
                    <a:pt x="2540394" y="327763"/>
                    <a:pt x="2468322" y="327763"/>
                  </a:cubicBezTo>
                  <a:lnTo>
                    <a:pt x="130498" y="327763"/>
                  </a:lnTo>
                  <a:cubicBezTo>
                    <a:pt x="58426" y="327763"/>
                    <a:pt x="0" y="386189"/>
                    <a:pt x="0" y="458261"/>
                  </a:cubicBezTo>
                  <a:lnTo>
                    <a:pt x="0" y="130498"/>
                  </a:lnTo>
                  <a:cubicBezTo>
                    <a:pt x="0" y="58426"/>
                    <a:pt x="58426" y="0"/>
                    <a:pt x="130498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E6AB4BE-FE8A-1F97-F84D-B75AF061155B}"/>
                </a:ext>
              </a:extLst>
            </p:cNvPr>
            <p:cNvSpPr txBox="1"/>
            <p:nvPr/>
          </p:nvSpPr>
          <p:spPr>
            <a:xfrm>
              <a:off x="9942094" y="501134"/>
              <a:ext cx="1708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/>
                <a:t>Net Profit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618BAFE-368C-8E8E-C912-42F427A3B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08699" y="559855"/>
              <a:ext cx="309600" cy="3096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761510-E102-B20A-CC4F-0020F762537A}"/>
              </a:ext>
            </a:extLst>
          </p:cNvPr>
          <p:cNvGrpSpPr/>
          <p:nvPr/>
        </p:nvGrpSpPr>
        <p:grpSpPr>
          <a:xfrm>
            <a:off x="6726989" y="501134"/>
            <a:ext cx="2598821" cy="1879135"/>
            <a:chOff x="6726989" y="501134"/>
            <a:chExt cx="2598821" cy="1879135"/>
          </a:xfrm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36370C4-6D3E-8258-0F8E-AA949427CFC4}"/>
                </a:ext>
              </a:extLst>
            </p:cNvPr>
            <p:cNvSpPr/>
            <p:nvPr/>
          </p:nvSpPr>
          <p:spPr>
            <a:xfrm>
              <a:off x="6726990" y="513348"/>
              <a:ext cx="2598820" cy="1866921"/>
            </a:xfrm>
            <a:prstGeom prst="roundRect">
              <a:avLst>
                <a:gd name="adj" fmla="val 6990"/>
              </a:avLst>
            </a:prstGeom>
            <a:solidFill>
              <a:srgbClr val="FBFBF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44D5663-C7DB-C185-8BA3-C4C608AA6E76}"/>
                </a:ext>
              </a:extLst>
            </p:cNvPr>
            <p:cNvSpPr/>
            <p:nvPr/>
          </p:nvSpPr>
          <p:spPr>
            <a:xfrm>
              <a:off x="6726989" y="504557"/>
              <a:ext cx="2598820" cy="458261"/>
            </a:xfrm>
            <a:custGeom>
              <a:avLst/>
              <a:gdLst>
                <a:gd name="connsiteX0" fmla="*/ 130498 w 2598820"/>
                <a:gd name="connsiteY0" fmla="*/ 0 h 458261"/>
                <a:gd name="connsiteX1" fmla="*/ 2468322 w 2598820"/>
                <a:gd name="connsiteY1" fmla="*/ 0 h 458261"/>
                <a:gd name="connsiteX2" fmla="*/ 2598820 w 2598820"/>
                <a:gd name="connsiteY2" fmla="*/ 130498 h 458261"/>
                <a:gd name="connsiteX3" fmla="*/ 2598820 w 2598820"/>
                <a:gd name="connsiteY3" fmla="*/ 458261 h 458261"/>
                <a:gd name="connsiteX4" fmla="*/ 2468322 w 2598820"/>
                <a:gd name="connsiteY4" fmla="*/ 327763 h 458261"/>
                <a:gd name="connsiteX5" fmla="*/ 130498 w 2598820"/>
                <a:gd name="connsiteY5" fmla="*/ 327763 h 458261"/>
                <a:gd name="connsiteX6" fmla="*/ 0 w 2598820"/>
                <a:gd name="connsiteY6" fmla="*/ 458261 h 458261"/>
                <a:gd name="connsiteX7" fmla="*/ 0 w 2598820"/>
                <a:gd name="connsiteY7" fmla="*/ 130498 h 458261"/>
                <a:gd name="connsiteX8" fmla="*/ 130498 w 2598820"/>
                <a:gd name="connsiteY8" fmla="*/ 0 h 4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8820" h="458261">
                  <a:moveTo>
                    <a:pt x="130498" y="0"/>
                  </a:moveTo>
                  <a:lnTo>
                    <a:pt x="2468322" y="0"/>
                  </a:lnTo>
                  <a:cubicBezTo>
                    <a:pt x="2540394" y="0"/>
                    <a:pt x="2598820" y="58426"/>
                    <a:pt x="2598820" y="130498"/>
                  </a:cubicBezTo>
                  <a:lnTo>
                    <a:pt x="2598820" y="458261"/>
                  </a:lnTo>
                  <a:cubicBezTo>
                    <a:pt x="2598820" y="386189"/>
                    <a:pt x="2540394" y="327763"/>
                    <a:pt x="2468322" y="327763"/>
                  </a:cubicBezTo>
                  <a:lnTo>
                    <a:pt x="130498" y="327763"/>
                  </a:lnTo>
                  <a:cubicBezTo>
                    <a:pt x="58426" y="327763"/>
                    <a:pt x="0" y="386189"/>
                    <a:pt x="0" y="458261"/>
                  </a:cubicBezTo>
                  <a:lnTo>
                    <a:pt x="0" y="130498"/>
                  </a:lnTo>
                  <a:cubicBezTo>
                    <a:pt x="0" y="58426"/>
                    <a:pt x="58426" y="0"/>
                    <a:pt x="130498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4623C3-5EA5-438B-0347-72D26A02FD4F}"/>
                </a:ext>
              </a:extLst>
            </p:cNvPr>
            <p:cNvSpPr txBox="1"/>
            <p:nvPr/>
          </p:nvSpPr>
          <p:spPr>
            <a:xfrm>
              <a:off x="7174227" y="501134"/>
              <a:ext cx="1708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Gross Profit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F6124CF-18AA-C50A-CAD8-EF28D17B3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89267" y="559855"/>
              <a:ext cx="307065" cy="30706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61EBE2-6A19-8586-6ED9-106EC1111DDC}"/>
              </a:ext>
            </a:extLst>
          </p:cNvPr>
          <p:cNvGrpSpPr/>
          <p:nvPr/>
        </p:nvGrpSpPr>
        <p:grpSpPr>
          <a:xfrm>
            <a:off x="3957052" y="501134"/>
            <a:ext cx="2598821" cy="1879135"/>
            <a:chOff x="3957052" y="501134"/>
            <a:chExt cx="2598821" cy="1879135"/>
          </a:xfrm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AFBD4A7-3F0B-2725-4ABC-1981D8D2A5A6}"/>
                </a:ext>
              </a:extLst>
            </p:cNvPr>
            <p:cNvSpPr/>
            <p:nvPr/>
          </p:nvSpPr>
          <p:spPr>
            <a:xfrm>
              <a:off x="3957053" y="513348"/>
              <a:ext cx="2598820" cy="1866921"/>
            </a:xfrm>
            <a:prstGeom prst="roundRect">
              <a:avLst>
                <a:gd name="adj" fmla="val 6990"/>
              </a:avLst>
            </a:prstGeom>
            <a:solidFill>
              <a:srgbClr val="FBFBF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B731B1-1A05-54D1-F804-678CA37EB630}"/>
                </a:ext>
              </a:extLst>
            </p:cNvPr>
            <p:cNvSpPr/>
            <p:nvPr/>
          </p:nvSpPr>
          <p:spPr>
            <a:xfrm>
              <a:off x="3957052" y="504557"/>
              <a:ext cx="2598820" cy="458261"/>
            </a:xfrm>
            <a:custGeom>
              <a:avLst/>
              <a:gdLst>
                <a:gd name="connsiteX0" fmla="*/ 130498 w 2598820"/>
                <a:gd name="connsiteY0" fmla="*/ 0 h 458261"/>
                <a:gd name="connsiteX1" fmla="*/ 2468322 w 2598820"/>
                <a:gd name="connsiteY1" fmla="*/ 0 h 458261"/>
                <a:gd name="connsiteX2" fmla="*/ 2598820 w 2598820"/>
                <a:gd name="connsiteY2" fmla="*/ 130498 h 458261"/>
                <a:gd name="connsiteX3" fmla="*/ 2598820 w 2598820"/>
                <a:gd name="connsiteY3" fmla="*/ 458261 h 458261"/>
                <a:gd name="connsiteX4" fmla="*/ 2468322 w 2598820"/>
                <a:gd name="connsiteY4" fmla="*/ 327763 h 458261"/>
                <a:gd name="connsiteX5" fmla="*/ 130498 w 2598820"/>
                <a:gd name="connsiteY5" fmla="*/ 327763 h 458261"/>
                <a:gd name="connsiteX6" fmla="*/ 0 w 2598820"/>
                <a:gd name="connsiteY6" fmla="*/ 458261 h 458261"/>
                <a:gd name="connsiteX7" fmla="*/ 0 w 2598820"/>
                <a:gd name="connsiteY7" fmla="*/ 130498 h 458261"/>
                <a:gd name="connsiteX8" fmla="*/ 130498 w 2598820"/>
                <a:gd name="connsiteY8" fmla="*/ 0 h 4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8820" h="458261">
                  <a:moveTo>
                    <a:pt x="130498" y="0"/>
                  </a:moveTo>
                  <a:lnTo>
                    <a:pt x="2468322" y="0"/>
                  </a:lnTo>
                  <a:cubicBezTo>
                    <a:pt x="2540394" y="0"/>
                    <a:pt x="2598820" y="58426"/>
                    <a:pt x="2598820" y="130498"/>
                  </a:cubicBezTo>
                  <a:lnTo>
                    <a:pt x="2598820" y="458261"/>
                  </a:lnTo>
                  <a:cubicBezTo>
                    <a:pt x="2598820" y="386189"/>
                    <a:pt x="2540394" y="327763"/>
                    <a:pt x="2468322" y="327763"/>
                  </a:cubicBezTo>
                  <a:lnTo>
                    <a:pt x="130498" y="327763"/>
                  </a:lnTo>
                  <a:cubicBezTo>
                    <a:pt x="58426" y="327763"/>
                    <a:pt x="0" y="386189"/>
                    <a:pt x="0" y="458261"/>
                  </a:cubicBezTo>
                  <a:lnTo>
                    <a:pt x="0" y="130498"/>
                  </a:lnTo>
                  <a:cubicBezTo>
                    <a:pt x="0" y="58426"/>
                    <a:pt x="58426" y="0"/>
                    <a:pt x="130498" y="0"/>
                  </a:cubicBezTo>
                  <a:close/>
                </a:path>
              </a:pathLst>
            </a:custGeom>
            <a:solidFill>
              <a:srgbClr val="D00000">
                <a:alpha val="56000"/>
              </a:srgb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890CF7-99E9-CD59-F9CF-A6C752042C58}"/>
                </a:ext>
              </a:extLst>
            </p:cNvPr>
            <p:cNvSpPr txBox="1"/>
            <p:nvPr/>
          </p:nvSpPr>
          <p:spPr>
            <a:xfrm>
              <a:off x="4406360" y="501134"/>
              <a:ext cx="1708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Expense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76B61C8-E95E-696C-4B14-3DAF3070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68825" y="559855"/>
              <a:ext cx="307065" cy="30706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ED52643-610D-64D6-DDF7-91DF35C1B68C}"/>
              </a:ext>
            </a:extLst>
          </p:cNvPr>
          <p:cNvGrpSpPr/>
          <p:nvPr/>
        </p:nvGrpSpPr>
        <p:grpSpPr>
          <a:xfrm>
            <a:off x="1187115" y="501134"/>
            <a:ext cx="2598821" cy="1879135"/>
            <a:chOff x="1187115" y="501134"/>
            <a:chExt cx="2598821" cy="1879135"/>
          </a:xfrm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AA444DD-908F-3DA9-D62A-25630AB93940}"/>
                </a:ext>
              </a:extLst>
            </p:cNvPr>
            <p:cNvSpPr/>
            <p:nvPr/>
          </p:nvSpPr>
          <p:spPr>
            <a:xfrm>
              <a:off x="1187116" y="513348"/>
              <a:ext cx="2598820" cy="1866921"/>
            </a:xfrm>
            <a:prstGeom prst="roundRect">
              <a:avLst>
                <a:gd name="adj" fmla="val 6990"/>
              </a:avLst>
            </a:prstGeom>
            <a:solidFill>
              <a:srgbClr val="FBFBFB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933C33-E274-2F95-3F76-654EFBEDD0D3}"/>
                </a:ext>
              </a:extLst>
            </p:cNvPr>
            <p:cNvSpPr/>
            <p:nvPr/>
          </p:nvSpPr>
          <p:spPr>
            <a:xfrm>
              <a:off x="1187115" y="504557"/>
              <a:ext cx="2598820" cy="458261"/>
            </a:xfrm>
            <a:custGeom>
              <a:avLst/>
              <a:gdLst>
                <a:gd name="connsiteX0" fmla="*/ 130498 w 2598820"/>
                <a:gd name="connsiteY0" fmla="*/ 0 h 458261"/>
                <a:gd name="connsiteX1" fmla="*/ 2468322 w 2598820"/>
                <a:gd name="connsiteY1" fmla="*/ 0 h 458261"/>
                <a:gd name="connsiteX2" fmla="*/ 2598820 w 2598820"/>
                <a:gd name="connsiteY2" fmla="*/ 130498 h 458261"/>
                <a:gd name="connsiteX3" fmla="*/ 2598820 w 2598820"/>
                <a:gd name="connsiteY3" fmla="*/ 458261 h 458261"/>
                <a:gd name="connsiteX4" fmla="*/ 2468322 w 2598820"/>
                <a:gd name="connsiteY4" fmla="*/ 327763 h 458261"/>
                <a:gd name="connsiteX5" fmla="*/ 130498 w 2598820"/>
                <a:gd name="connsiteY5" fmla="*/ 327763 h 458261"/>
                <a:gd name="connsiteX6" fmla="*/ 0 w 2598820"/>
                <a:gd name="connsiteY6" fmla="*/ 458261 h 458261"/>
                <a:gd name="connsiteX7" fmla="*/ 0 w 2598820"/>
                <a:gd name="connsiteY7" fmla="*/ 130498 h 458261"/>
                <a:gd name="connsiteX8" fmla="*/ 130498 w 2598820"/>
                <a:gd name="connsiteY8" fmla="*/ 0 h 45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8820" h="458261">
                  <a:moveTo>
                    <a:pt x="130498" y="0"/>
                  </a:moveTo>
                  <a:lnTo>
                    <a:pt x="2468322" y="0"/>
                  </a:lnTo>
                  <a:cubicBezTo>
                    <a:pt x="2540394" y="0"/>
                    <a:pt x="2598820" y="58426"/>
                    <a:pt x="2598820" y="130498"/>
                  </a:cubicBezTo>
                  <a:lnTo>
                    <a:pt x="2598820" y="458261"/>
                  </a:lnTo>
                  <a:cubicBezTo>
                    <a:pt x="2598820" y="386189"/>
                    <a:pt x="2540394" y="327763"/>
                    <a:pt x="2468322" y="327763"/>
                  </a:cubicBezTo>
                  <a:lnTo>
                    <a:pt x="130498" y="327763"/>
                  </a:lnTo>
                  <a:cubicBezTo>
                    <a:pt x="58426" y="327763"/>
                    <a:pt x="0" y="386189"/>
                    <a:pt x="0" y="458261"/>
                  </a:cubicBezTo>
                  <a:lnTo>
                    <a:pt x="0" y="130498"/>
                  </a:lnTo>
                  <a:cubicBezTo>
                    <a:pt x="0" y="58426"/>
                    <a:pt x="58426" y="0"/>
                    <a:pt x="130498" y="0"/>
                  </a:cubicBezTo>
                  <a:close/>
                </a:path>
              </a:pathLst>
            </a:custGeom>
            <a:solidFill>
              <a:srgbClr val="80B469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1217C9-2863-CAA8-502F-506D00FA99DA}"/>
                </a:ext>
              </a:extLst>
            </p:cNvPr>
            <p:cNvSpPr txBox="1"/>
            <p:nvPr/>
          </p:nvSpPr>
          <p:spPr>
            <a:xfrm>
              <a:off x="1638493" y="501134"/>
              <a:ext cx="17084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Revenue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45D4C58-C7D3-C4A2-3232-19CF3D5F1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07633" y="559855"/>
              <a:ext cx="307065" cy="307065"/>
            </a:xfrm>
            <a:prstGeom prst="rect">
              <a:avLst/>
            </a:prstGeom>
          </p:spPr>
        </p:pic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1BD0221-9EA5-824A-0322-5FBEE7272817}"/>
              </a:ext>
            </a:extLst>
          </p:cNvPr>
          <p:cNvSpPr/>
          <p:nvPr/>
        </p:nvSpPr>
        <p:spPr>
          <a:xfrm>
            <a:off x="1187115" y="2495538"/>
            <a:ext cx="5368756" cy="4274230"/>
          </a:xfrm>
          <a:prstGeom prst="roundRect">
            <a:avLst>
              <a:gd name="adj" fmla="val 1923"/>
            </a:avLst>
          </a:prstGeom>
          <a:solidFill>
            <a:srgbClr val="FBFBFB"/>
          </a:solidFill>
          <a:ln w="3175"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455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21</Words>
  <Application>Microsoft Office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13</cp:revision>
  <dcterms:created xsi:type="dcterms:W3CDTF">2025-09-28T09:49:36Z</dcterms:created>
  <dcterms:modified xsi:type="dcterms:W3CDTF">2025-11-01T14:23:01Z</dcterms:modified>
</cp:coreProperties>
</file>