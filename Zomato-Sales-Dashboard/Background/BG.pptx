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2" autoAdjust="0"/>
    <p:restoredTop sz="94660"/>
  </p:normalViewPr>
  <p:slideViewPr>
    <p:cSldViewPr snapToGrid="0">
      <p:cViewPr varScale="1">
        <p:scale>
          <a:sx n="90" d="100"/>
          <a:sy n="90" d="100"/>
        </p:scale>
        <p:origin x="7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F1D2-0835-EE7D-CE3F-FA42FF5C4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91A8C-64E5-6FB1-85EF-7C1C59796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F9A6C-4EC6-9A4F-9573-94E4B3A88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5ED7C-197D-F6ED-395C-B4A5D4EC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64C7-D1C3-B3A6-B807-81A6EE13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57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70E1-5449-BE73-FAEA-E6BC12458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B2C8-3E58-D64A-C619-FF44474CB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CC7F-38EE-2FF0-5418-651CA6D1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F48DF-4202-E634-61BB-0C54D0E8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4F96B-62C5-E8AB-FDCF-8869B48E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99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E7A6-557B-A962-80DE-E6D81D64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7BDD9-E1EB-9153-7264-7298A49C5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ACDC-DD78-8B55-6AC7-18744DE25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E1C6-AFCC-B391-9AA6-C4A0284E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4E1F7-59EB-92B5-7847-2FE7FC49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64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336-1020-7480-18EB-53D1F062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9EDCF-A806-B2EE-21FD-FF18F0A80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9A6A2-FC97-E23C-266B-3A582EAF0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6BE7B-DA75-6B3D-27F8-BF3909125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E1DE8-CE0D-BF88-9C53-FB7A65B9D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866AB-0781-339F-8D4B-AA5C0706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8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0BE7-3155-B6EA-60CD-5E563F3F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62DC9-0B5E-7123-B657-9BC3AF3A7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C0C8B-D80D-1950-205D-68D804C43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7C963-4E48-DC18-83D8-E28F06991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8109A-285B-62F9-7D85-B25F3E39D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B3C1E-6D04-F69B-BD3D-9EDAAEE3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2BD96-B210-215F-19D9-2D728CD1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C07F4-B68D-210B-5293-0294D304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2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997D-D0AF-BB9F-E6DB-505B09E1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58A84-31C2-1076-9DD2-B50D0152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D1FF7-0B6D-E1DE-72B1-80D55AAE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A8729-6086-72E6-CF07-F65834445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486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ECEA5-F506-D127-61A0-EC3BD782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4483B-DC41-6E7E-3E25-0C09AB4AB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64275-9FCC-F52E-4215-04127986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39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4403-6BDC-3001-773C-6FF1C531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66DE9-FEF6-0C96-7B28-B74255E2E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EB871-5B8B-444A-59C7-F9589051B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85DF2-448F-8802-6F37-15438639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04E3C-E429-132E-7AEA-DD946A6E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175B9-2F5E-8F61-37E3-B7FDBAAF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19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E09C-88CF-3C12-3990-967CB20C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BB4896-1BA6-77BA-7108-83207F9C4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2FE2-1903-7241-7D6D-971792C96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1C83F-E716-5E5C-BC58-051BFD51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8F736-DDC2-1131-94C9-2E04B15C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AC30E-83D6-FF57-4787-315A4DF3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2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F5394-661C-BE0B-B1B8-DEB71B83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9B417-17A0-FA08-E4C3-03C4E9A28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A5284-5465-90D3-B461-0B274AD6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582AA-B668-CD85-337F-9AC871177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C6EF-9E0C-CDC2-0219-B01427DD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716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FAA45-AD89-7CE9-CBFD-A2EB92492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B5365-6555-DA36-B18E-DCFA9BE45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23F29-A982-1FEE-9D62-21C88D8D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74065-3EC3-19A7-3D40-CA429E0A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05D1B-5B50-AF62-7326-BFA9ED93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59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89807-AA9D-51B6-203A-783A50CA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678E1-A269-4FFE-C741-C749859E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180C2-50A0-14FF-448C-A7A40BE8F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63C77-0186-4973-A8B5-FE77B77C256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219F8-E4B7-30BC-E47E-24D23F2A0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F044-65AC-F554-5D68-D78FBFDDB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C83ED-6DAB-4ABF-8EE4-90DF577E6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9A5B67-D28A-E19E-2371-F1509955F28E}"/>
              </a:ext>
            </a:extLst>
          </p:cNvPr>
          <p:cNvSpPr/>
          <p:nvPr/>
        </p:nvSpPr>
        <p:spPr>
          <a:xfrm>
            <a:off x="233049" y="4021443"/>
            <a:ext cx="2247684" cy="2464024"/>
          </a:xfrm>
          <a:prstGeom prst="roundRect">
            <a:avLst>
              <a:gd name="adj" fmla="val 7519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D9B202-FEE7-8E06-307F-978493602303}"/>
              </a:ext>
            </a:extLst>
          </p:cNvPr>
          <p:cNvSpPr/>
          <p:nvPr/>
        </p:nvSpPr>
        <p:spPr>
          <a:xfrm>
            <a:off x="7370448" y="4021442"/>
            <a:ext cx="4588504" cy="2464023"/>
          </a:xfrm>
          <a:prstGeom prst="roundRect">
            <a:avLst>
              <a:gd name="adj" fmla="val 6645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80E930-9BC6-332D-A42B-1962D25DABD7}"/>
              </a:ext>
            </a:extLst>
          </p:cNvPr>
          <p:cNvSpPr/>
          <p:nvPr/>
        </p:nvSpPr>
        <p:spPr>
          <a:xfrm>
            <a:off x="2612182" y="4021443"/>
            <a:ext cx="2247684" cy="2464024"/>
          </a:xfrm>
          <a:prstGeom prst="roundRect">
            <a:avLst>
              <a:gd name="adj" fmla="val 7519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466839-3152-CC87-E334-25385D590229}"/>
              </a:ext>
            </a:extLst>
          </p:cNvPr>
          <p:cNvSpPr/>
          <p:nvPr/>
        </p:nvSpPr>
        <p:spPr>
          <a:xfrm>
            <a:off x="4991315" y="4021443"/>
            <a:ext cx="2247684" cy="2464024"/>
          </a:xfrm>
          <a:prstGeom prst="roundRect">
            <a:avLst>
              <a:gd name="adj" fmla="val 7519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16B8D86-D466-DC22-69D4-21AB9C53FD6F}"/>
              </a:ext>
            </a:extLst>
          </p:cNvPr>
          <p:cNvSpPr/>
          <p:nvPr/>
        </p:nvSpPr>
        <p:spPr>
          <a:xfrm>
            <a:off x="7370448" y="287869"/>
            <a:ext cx="4588504" cy="3555998"/>
          </a:xfrm>
          <a:prstGeom prst="roundRect">
            <a:avLst>
              <a:gd name="adj" fmla="val 474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340CFB-A757-96C2-E2D5-EEB904A34D5E}"/>
              </a:ext>
            </a:extLst>
          </p:cNvPr>
          <p:cNvSpPr/>
          <p:nvPr/>
        </p:nvSpPr>
        <p:spPr>
          <a:xfrm>
            <a:off x="6096000" y="287869"/>
            <a:ext cx="1142999" cy="3555998"/>
          </a:xfrm>
          <a:prstGeom prst="roundRect">
            <a:avLst>
              <a:gd name="adj" fmla="val 1511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A0A68D-35D8-312B-3DC6-6B476DF53A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744" y="601537"/>
            <a:ext cx="3352531" cy="22350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85896C5-810C-D0DB-6C8C-DCCD1D944A32}"/>
              </a:ext>
            </a:extLst>
          </p:cNvPr>
          <p:cNvSpPr txBox="1"/>
          <p:nvPr/>
        </p:nvSpPr>
        <p:spPr>
          <a:xfrm>
            <a:off x="89225" y="103203"/>
            <a:ext cx="2391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rgbClr val="D64550"/>
                </a:solidFill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16423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4FBBE-D163-006D-50CC-F3D57266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65D708-9953-CBE2-58CF-095196A26413}"/>
              </a:ext>
            </a:extLst>
          </p:cNvPr>
          <p:cNvSpPr/>
          <p:nvPr/>
        </p:nvSpPr>
        <p:spPr>
          <a:xfrm>
            <a:off x="160867" y="4106108"/>
            <a:ext cx="11798085" cy="2464023"/>
          </a:xfrm>
          <a:prstGeom prst="roundRect">
            <a:avLst>
              <a:gd name="adj" fmla="val 6645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141C9A-8B13-A184-5E9A-5622DBA18379}"/>
              </a:ext>
            </a:extLst>
          </p:cNvPr>
          <p:cNvSpPr/>
          <p:nvPr/>
        </p:nvSpPr>
        <p:spPr>
          <a:xfrm>
            <a:off x="7370448" y="287869"/>
            <a:ext cx="4588504" cy="3555998"/>
          </a:xfrm>
          <a:prstGeom prst="roundRect">
            <a:avLst>
              <a:gd name="adj" fmla="val 474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BB8AA4-1A51-AA07-19BB-21E77BE645FF}"/>
              </a:ext>
            </a:extLst>
          </p:cNvPr>
          <p:cNvSpPr txBox="1"/>
          <p:nvPr/>
        </p:nvSpPr>
        <p:spPr>
          <a:xfrm>
            <a:off x="89224" y="103203"/>
            <a:ext cx="39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rgbClr val="D64550"/>
                </a:solidFill>
              </a:rPr>
              <a:t>User 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024FB-1546-F7BF-26EC-EE5A769AB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749534"/>
            <a:ext cx="4189098" cy="279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421-DD09-6D6D-5C17-344607AB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9E81B7-159D-209D-C773-B6F253C74477}"/>
              </a:ext>
            </a:extLst>
          </p:cNvPr>
          <p:cNvSpPr/>
          <p:nvPr/>
        </p:nvSpPr>
        <p:spPr>
          <a:xfrm>
            <a:off x="197454" y="3606526"/>
            <a:ext cx="3703605" cy="3031337"/>
          </a:xfrm>
          <a:prstGeom prst="roundRect">
            <a:avLst>
              <a:gd name="adj" fmla="val 524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01D4B6-D8F5-5DAB-C0B2-A659D414F837}"/>
              </a:ext>
            </a:extLst>
          </p:cNvPr>
          <p:cNvSpPr/>
          <p:nvPr/>
        </p:nvSpPr>
        <p:spPr>
          <a:xfrm>
            <a:off x="7370448" y="287869"/>
            <a:ext cx="4588504" cy="2853264"/>
          </a:xfrm>
          <a:prstGeom prst="roundRect">
            <a:avLst>
              <a:gd name="adj" fmla="val 474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1A6580-C617-A608-C6A6-240E3416ED8B}"/>
              </a:ext>
            </a:extLst>
          </p:cNvPr>
          <p:cNvSpPr txBox="1"/>
          <p:nvPr/>
        </p:nvSpPr>
        <p:spPr>
          <a:xfrm>
            <a:off x="89224" y="103203"/>
            <a:ext cx="39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>
                <a:solidFill>
                  <a:srgbClr val="D64550"/>
                </a:solidFill>
              </a:rPr>
              <a:t>City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51761-B41F-2612-0C39-F4F50F071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086" y="749534"/>
            <a:ext cx="4320447" cy="230625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4349B6-A70C-7F38-CF0C-D86B860929CD}"/>
              </a:ext>
            </a:extLst>
          </p:cNvPr>
          <p:cNvSpPr/>
          <p:nvPr/>
        </p:nvSpPr>
        <p:spPr>
          <a:xfrm>
            <a:off x="4226401" y="3606526"/>
            <a:ext cx="3703605" cy="3031337"/>
          </a:xfrm>
          <a:prstGeom prst="roundRect">
            <a:avLst>
              <a:gd name="adj" fmla="val 524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812AD2-AE30-E259-83D1-0A47655A4CFA}"/>
              </a:ext>
            </a:extLst>
          </p:cNvPr>
          <p:cNvSpPr/>
          <p:nvPr/>
        </p:nvSpPr>
        <p:spPr>
          <a:xfrm>
            <a:off x="8255347" y="3606526"/>
            <a:ext cx="3703605" cy="3031337"/>
          </a:xfrm>
          <a:prstGeom prst="roundRect">
            <a:avLst>
              <a:gd name="adj" fmla="val 524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1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4</cp:revision>
  <dcterms:created xsi:type="dcterms:W3CDTF">2026-04-06T07:47:50Z</dcterms:created>
  <dcterms:modified xsi:type="dcterms:W3CDTF">2026-04-06T08:39:04Z</dcterms:modified>
</cp:coreProperties>
</file>