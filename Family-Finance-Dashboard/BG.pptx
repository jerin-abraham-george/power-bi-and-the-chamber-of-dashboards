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7E22"/>
    <a:srgbClr val="262626"/>
    <a:srgbClr val="FFFFFF"/>
    <a:srgbClr val="D8D8D8"/>
    <a:srgbClr val="2C3E50"/>
    <a:srgbClr val="F5F5F5"/>
    <a:srgbClr val="FBFBFB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8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F820-BD89-9593-ABA3-C086EC48B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4FAED-BCD3-D785-1268-1BE9ECC1F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CCF59-356B-42C6-4855-68157E0AD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7E1E-7A61-7E7C-3EC5-F7852867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AB1A-4CD7-9E06-2860-3B1732EA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33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6C069-3E19-9E31-96BE-64F392F2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AA0AB-2881-DEFF-4016-7FED92764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21BE8-5A8F-6E0C-C985-9A3E832D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0CA5C-A234-A1A2-21D6-4BBC1F0C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EAD4-EB31-4472-A65A-60D803A7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9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5DDA-A9BA-07DC-8FEE-F80488EB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621BE-3F66-1C0D-01E0-09C93B090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F8B4A-1BEF-2C4E-7888-A74CC6ED6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26E2-93DF-9A5B-8941-BE9D2A37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1A168-D087-B86C-8C08-C0189841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11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DC47-C622-9D53-C3A3-CD7436373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70E15-2C76-FCE1-C013-5B12E3C78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D2B72-3598-6EC5-911F-59B386AE9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C5B98-8454-C9AF-C501-0C9EE3E3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B1A5C-2EDE-B1AE-A3F3-27D70C68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BC109-7B6D-E282-BB50-7F5E8FAB7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25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B935C-D895-B696-2008-C72F0EB0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27736-16CF-BF0A-DB87-5BEC1C993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D8A80-7EE8-49FF-A975-5E42F1EAD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DFAF7-8FAB-3CE8-6E1B-B6C494076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A7B04-8FA6-CBD7-C66D-E52843AFF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1570F-CD8C-32A7-E0D8-123497D0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C0B29-AE95-44B7-268E-031AD0713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AED5BC-8499-E95C-4B32-763171FC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4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8E31-1C35-88FF-3243-9F9BA0E61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BDD49-EC13-1A92-FF56-4A27A4B3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A3BBD-2C08-04DF-8BE0-1F5CB7022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9C6D4-4F59-6BA0-D8C3-F24396F9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51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249C1-B64E-749C-05EB-E80372FD9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CFC3A-BE53-9780-E8F5-CDEF1CC2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52010-1F45-81EF-FF71-6E30C80D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59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A976-4E8D-AF30-2B9C-64D70D3C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10A6-AA20-C741-FDF5-49C797E60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AFB27-E0C7-B7B5-A49A-495B3DA25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0188D-67F4-5A28-4282-E1F96649E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36D0B-5D34-9B9E-A3D6-CA991681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B4507-ADE5-E8B7-FE09-9B8B41CB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16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E3E6-CF47-1A73-B219-92C30932A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367F4-7D7A-5760-BB3B-4C1B8C919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DE13-AA94-EB99-5849-7ED192854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B2213-C17E-8C6A-7B26-E43DED12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EED47-9699-D32A-D2B0-113BB5E6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17CFF-B20B-A5CC-E177-E1BBD88F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85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C843-4C3E-0423-BD8B-1C79267B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3D0D6-1561-9AB4-F7D1-C6C2D5A78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B64AA-DEBC-D3F6-4D2E-4C689388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9B9CA-9B34-1273-5A3F-E46E8356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79EA2-9438-3FD0-B975-3307EEAB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015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A1B8FC-E9A0-89A8-88B8-6EEBB5990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D73D2-F2C0-3FF3-C360-BB54CF70C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CB1CC-410E-CDCD-B87D-601BAB3A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8C062-ACA3-36DE-AB09-BE7290B2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76D8B-EF45-8F46-91A3-79EE2C02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29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58FE1-F2A1-AB66-7468-39D80EAC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A91F-077D-351D-D53A-88111780F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EC0D3-33F0-8340-B10F-A44A4B988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2B837-51AE-4D22-94BE-66F5D563D1F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144A4-CA7F-5939-2ED8-746E3663D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49258-6753-1A2A-170C-FB10E853E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C6170-5DBE-48C9-B871-AB1AD44E9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47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D1031E-276E-DA78-CC06-AB722606CC20}"/>
              </a:ext>
            </a:extLst>
          </p:cNvPr>
          <p:cNvGrpSpPr/>
          <p:nvPr/>
        </p:nvGrpSpPr>
        <p:grpSpPr>
          <a:xfrm>
            <a:off x="228827" y="400255"/>
            <a:ext cx="11785149" cy="1052749"/>
            <a:chOff x="224368" y="191669"/>
            <a:chExt cx="11785149" cy="105274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58B5D1E-3F52-338E-6C67-096ADBA8413D}"/>
                </a:ext>
              </a:extLst>
            </p:cNvPr>
            <p:cNvSpPr/>
            <p:nvPr/>
          </p:nvSpPr>
          <p:spPr>
            <a:xfrm rot="315039">
              <a:off x="249769" y="191669"/>
              <a:ext cx="1448791" cy="78037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81D00BC-36AF-AEED-DCC3-2D132F3537A8}"/>
                </a:ext>
              </a:extLst>
            </p:cNvPr>
            <p:cNvSpPr/>
            <p:nvPr/>
          </p:nvSpPr>
          <p:spPr>
            <a:xfrm rot="315039">
              <a:off x="10560726" y="464043"/>
              <a:ext cx="1448791" cy="780375"/>
            </a:xfrm>
            <a:prstGeom prst="roundRect">
              <a:avLst/>
            </a:prstGeom>
            <a:solidFill>
              <a:srgbClr val="E67E2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1157FB3-8E0B-F986-D4E4-C028FDCA9855}"/>
                </a:ext>
              </a:extLst>
            </p:cNvPr>
            <p:cNvSpPr/>
            <p:nvPr/>
          </p:nvSpPr>
          <p:spPr>
            <a:xfrm>
              <a:off x="224368" y="253999"/>
              <a:ext cx="11692016" cy="9619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A77D00-D1FB-0AF9-FE42-55ED1FD6CFE9}"/>
              </a:ext>
            </a:extLst>
          </p:cNvPr>
          <p:cNvSpPr/>
          <p:nvPr/>
        </p:nvSpPr>
        <p:spPr>
          <a:xfrm>
            <a:off x="228827" y="1605407"/>
            <a:ext cx="5867173" cy="5167927"/>
          </a:xfrm>
          <a:prstGeom prst="roundRect">
            <a:avLst>
              <a:gd name="adj" fmla="val 269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E774DF-65DE-F302-62BB-E53EB3AFEF57}"/>
              </a:ext>
            </a:extLst>
          </p:cNvPr>
          <p:cNvSpPr/>
          <p:nvPr/>
        </p:nvSpPr>
        <p:spPr>
          <a:xfrm>
            <a:off x="6256867" y="3225818"/>
            <a:ext cx="5706306" cy="3547518"/>
          </a:xfrm>
          <a:prstGeom prst="roundRect">
            <a:avLst>
              <a:gd name="adj" fmla="val 3837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C02E6F-02D6-D6FB-DDF7-26C8F698BA5C}"/>
              </a:ext>
            </a:extLst>
          </p:cNvPr>
          <p:cNvSpPr/>
          <p:nvPr/>
        </p:nvSpPr>
        <p:spPr>
          <a:xfrm>
            <a:off x="6256867" y="1605407"/>
            <a:ext cx="5706306" cy="1510343"/>
          </a:xfrm>
          <a:prstGeom prst="roundRect">
            <a:avLst>
              <a:gd name="adj" fmla="val 608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79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F5F99-5708-54E2-8A5A-59F3EF57E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A71EFD0-4335-1A48-D00D-6AE1CE878259}"/>
              </a:ext>
            </a:extLst>
          </p:cNvPr>
          <p:cNvGrpSpPr/>
          <p:nvPr/>
        </p:nvGrpSpPr>
        <p:grpSpPr>
          <a:xfrm>
            <a:off x="2082800" y="400255"/>
            <a:ext cx="9931177" cy="1318478"/>
            <a:chOff x="224368" y="191669"/>
            <a:chExt cx="11785149" cy="105274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8756775-2E70-1AB3-FDC6-70BD89FE7C59}"/>
                </a:ext>
              </a:extLst>
            </p:cNvPr>
            <p:cNvSpPr/>
            <p:nvPr/>
          </p:nvSpPr>
          <p:spPr>
            <a:xfrm rot="315039">
              <a:off x="249769" y="191669"/>
              <a:ext cx="1448791" cy="78037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1096342-A0E1-B2CC-EB12-E26B084F299F}"/>
                </a:ext>
              </a:extLst>
            </p:cNvPr>
            <p:cNvSpPr/>
            <p:nvPr/>
          </p:nvSpPr>
          <p:spPr>
            <a:xfrm rot="315039">
              <a:off x="10560726" y="464043"/>
              <a:ext cx="1448791" cy="780375"/>
            </a:xfrm>
            <a:prstGeom prst="roundRect">
              <a:avLst/>
            </a:prstGeom>
            <a:solidFill>
              <a:srgbClr val="E67E2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6A2D299-85F6-09C7-B0E7-D613D92A95A0}"/>
                </a:ext>
              </a:extLst>
            </p:cNvPr>
            <p:cNvSpPr/>
            <p:nvPr/>
          </p:nvSpPr>
          <p:spPr>
            <a:xfrm>
              <a:off x="224368" y="253999"/>
              <a:ext cx="11692016" cy="961957"/>
            </a:xfrm>
            <a:prstGeom prst="roundRect">
              <a:avLst>
                <a:gd name="adj" fmla="val 1054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459AE3-1112-AE5E-40E1-972F86CE444C}"/>
              </a:ext>
            </a:extLst>
          </p:cNvPr>
          <p:cNvSpPr/>
          <p:nvPr/>
        </p:nvSpPr>
        <p:spPr>
          <a:xfrm>
            <a:off x="2082800" y="1831897"/>
            <a:ext cx="9852694" cy="2593373"/>
          </a:xfrm>
          <a:prstGeom prst="roundRect">
            <a:avLst>
              <a:gd name="adj" fmla="val 608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A955E6-46D7-9C80-9DB2-BB36AF75F8E8}"/>
              </a:ext>
            </a:extLst>
          </p:cNvPr>
          <p:cNvSpPr/>
          <p:nvPr/>
        </p:nvSpPr>
        <p:spPr>
          <a:xfrm>
            <a:off x="143933" y="169333"/>
            <a:ext cx="1828800" cy="6519334"/>
          </a:xfrm>
          <a:prstGeom prst="roundRect">
            <a:avLst>
              <a:gd name="adj" fmla="val 7408"/>
            </a:avLst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62071D-963F-A57A-97D7-0A6192C213D5}"/>
              </a:ext>
            </a:extLst>
          </p:cNvPr>
          <p:cNvSpPr/>
          <p:nvPr/>
        </p:nvSpPr>
        <p:spPr>
          <a:xfrm>
            <a:off x="143933" y="253999"/>
            <a:ext cx="1828800" cy="6434668"/>
          </a:xfrm>
          <a:prstGeom prst="roundRect">
            <a:avLst>
              <a:gd name="adj" fmla="val 7408"/>
            </a:avLst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FE4F97-FD20-5C11-B836-B0782F1C2681}"/>
              </a:ext>
            </a:extLst>
          </p:cNvPr>
          <p:cNvSpPr/>
          <p:nvPr/>
        </p:nvSpPr>
        <p:spPr>
          <a:xfrm>
            <a:off x="2082800" y="4560324"/>
            <a:ext cx="6798733" cy="2128342"/>
          </a:xfrm>
          <a:prstGeom prst="roundRect">
            <a:avLst>
              <a:gd name="adj" fmla="val 608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E1F142-D6BC-0FBD-D580-A38D0C4C76C4}"/>
              </a:ext>
            </a:extLst>
          </p:cNvPr>
          <p:cNvSpPr/>
          <p:nvPr/>
        </p:nvSpPr>
        <p:spPr>
          <a:xfrm>
            <a:off x="9045079" y="4560324"/>
            <a:ext cx="2890416" cy="2128342"/>
          </a:xfrm>
          <a:prstGeom prst="roundRect">
            <a:avLst>
              <a:gd name="adj" fmla="val 608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197D12-CDED-45C9-1239-D715A323793C}"/>
              </a:ext>
            </a:extLst>
          </p:cNvPr>
          <p:cNvSpPr/>
          <p:nvPr/>
        </p:nvSpPr>
        <p:spPr>
          <a:xfrm>
            <a:off x="321733" y="3183467"/>
            <a:ext cx="1473200" cy="491067"/>
          </a:xfrm>
          <a:prstGeom prst="roundRect">
            <a:avLst>
              <a:gd name="adj" fmla="val 39655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732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6F2CC-DAC6-15AD-A779-C8F51A00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3B068E-F649-24B4-1CD3-59B4736A080D}"/>
              </a:ext>
            </a:extLst>
          </p:cNvPr>
          <p:cNvSpPr/>
          <p:nvPr/>
        </p:nvSpPr>
        <p:spPr>
          <a:xfrm>
            <a:off x="8911044" y="462585"/>
            <a:ext cx="3074463" cy="6183748"/>
          </a:xfrm>
          <a:prstGeom prst="roundRect">
            <a:avLst>
              <a:gd name="adj" fmla="val 1803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9530655-7647-5279-8C84-84DC79BAB53F}"/>
              </a:ext>
            </a:extLst>
          </p:cNvPr>
          <p:cNvSpPr/>
          <p:nvPr/>
        </p:nvSpPr>
        <p:spPr>
          <a:xfrm rot="20331792">
            <a:off x="9052741" y="2339754"/>
            <a:ext cx="888616" cy="445004"/>
          </a:xfrm>
          <a:prstGeom prst="roundRect">
            <a:avLst>
              <a:gd name="adj" fmla="val 18361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97C61A8-B4FB-72C2-87A0-BB6C505FA416}"/>
              </a:ext>
            </a:extLst>
          </p:cNvPr>
          <p:cNvSpPr/>
          <p:nvPr/>
        </p:nvSpPr>
        <p:spPr>
          <a:xfrm rot="614061">
            <a:off x="309882" y="410333"/>
            <a:ext cx="1287916" cy="1279129"/>
          </a:xfrm>
          <a:prstGeom prst="roundRect">
            <a:avLst>
              <a:gd name="adj" fmla="val 4237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11176C-B3A0-56B9-F63F-86E84C41DF28}"/>
              </a:ext>
            </a:extLst>
          </p:cNvPr>
          <p:cNvSpPr/>
          <p:nvPr/>
        </p:nvSpPr>
        <p:spPr>
          <a:xfrm>
            <a:off x="228828" y="462585"/>
            <a:ext cx="2749504" cy="6183748"/>
          </a:xfrm>
          <a:prstGeom prst="roundRect">
            <a:avLst>
              <a:gd name="adj" fmla="val 4237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3D4B81-F746-C84B-4ACD-2F47BCEBB114}"/>
              </a:ext>
            </a:extLst>
          </p:cNvPr>
          <p:cNvSpPr/>
          <p:nvPr/>
        </p:nvSpPr>
        <p:spPr>
          <a:xfrm>
            <a:off x="3072174" y="462585"/>
            <a:ext cx="5723482" cy="6183748"/>
          </a:xfrm>
          <a:prstGeom prst="roundRect">
            <a:avLst>
              <a:gd name="adj" fmla="val 1803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6D7B1B-E1B3-38EA-F447-92CAAFE92618}"/>
              </a:ext>
            </a:extLst>
          </p:cNvPr>
          <p:cNvSpPr/>
          <p:nvPr/>
        </p:nvSpPr>
        <p:spPr>
          <a:xfrm>
            <a:off x="3187562" y="931333"/>
            <a:ext cx="5492706" cy="2647889"/>
          </a:xfrm>
          <a:prstGeom prst="roundRect">
            <a:avLst>
              <a:gd name="adj" fmla="val 368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E59A59-0B92-EF84-8B1A-9A9F0FFF9C7B}"/>
              </a:ext>
            </a:extLst>
          </p:cNvPr>
          <p:cNvSpPr/>
          <p:nvPr/>
        </p:nvSpPr>
        <p:spPr>
          <a:xfrm>
            <a:off x="3178853" y="3726453"/>
            <a:ext cx="5492706" cy="2772649"/>
          </a:xfrm>
          <a:prstGeom prst="roundRect">
            <a:avLst>
              <a:gd name="adj" fmla="val 305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A0770AB-0179-D5DF-1464-5132275F197B}"/>
              </a:ext>
            </a:extLst>
          </p:cNvPr>
          <p:cNvSpPr/>
          <p:nvPr/>
        </p:nvSpPr>
        <p:spPr>
          <a:xfrm>
            <a:off x="9002401" y="656351"/>
            <a:ext cx="2891747" cy="994649"/>
          </a:xfrm>
          <a:prstGeom prst="roundRect">
            <a:avLst>
              <a:gd name="adj" fmla="val 735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7491376-5A43-654D-5403-C57B60FC3203}"/>
              </a:ext>
            </a:extLst>
          </p:cNvPr>
          <p:cNvSpPr/>
          <p:nvPr/>
        </p:nvSpPr>
        <p:spPr>
          <a:xfrm>
            <a:off x="9002400" y="2962308"/>
            <a:ext cx="2891747" cy="3536794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54771B4-D65F-F78E-22A0-34440F494913}"/>
              </a:ext>
            </a:extLst>
          </p:cNvPr>
          <p:cNvSpPr/>
          <p:nvPr/>
        </p:nvSpPr>
        <p:spPr>
          <a:xfrm>
            <a:off x="9002401" y="1809668"/>
            <a:ext cx="2891747" cy="993600"/>
          </a:xfrm>
          <a:prstGeom prst="roundRect">
            <a:avLst>
              <a:gd name="adj" fmla="val 735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382D85-64E5-E107-BB0A-6E2FA06A8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158" y="1939690"/>
            <a:ext cx="448162" cy="44816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FC2A798-9DD3-7424-87D4-9496A371F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158" y="824897"/>
            <a:ext cx="450000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8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17</cp:revision>
  <dcterms:created xsi:type="dcterms:W3CDTF">2025-09-27T06:14:42Z</dcterms:created>
  <dcterms:modified xsi:type="dcterms:W3CDTF">2025-10-19T17:54:04Z</dcterms:modified>
</cp:coreProperties>
</file>