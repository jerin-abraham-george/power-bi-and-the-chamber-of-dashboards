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529"/>
    <a:srgbClr val="272B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721FB-D4BD-2273-C077-05F2D1BC5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A06BF-BD70-E9D1-7B3A-0FFC3E9BA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DE1AE-4624-E177-D435-61A073A9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968E4-1229-478E-B74F-4BE14944CFFE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E2A07-2E32-E7D5-810E-9E9ACB5D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FC090-67F1-C51E-094F-3D3346FF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F0E39-B07D-4D88-8075-B4BB6F519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96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4518-137E-F5B7-B6D6-38E96308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E195D-30BF-5EA4-8D28-B4CAFCCE2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A4D94-63E2-2845-E701-F94F63CC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968E4-1229-478E-B74F-4BE14944CFFE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E7313-4FAD-D518-5682-237B97B63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EE9CF-E30B-096F-E055-17A23FBD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F0E39-B07D-4D88-8075-B4BB6F519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855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41C7A-31D5-556F-B67B-37814605F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2ED9A-E4C2-A8C2-3CAC-18DC40C99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26D85-6293-414C-03CC-16252D73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968E4-1229-478E-B74F-4BE14944CFFE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C9CDA-8385-71CC-0A97-94ED40F6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B0420-23D2-DAEC-2004-B0F7140D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F0E39-B07D-4D88-8075-B4BB6F519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53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3BF8D-5CD4-6877-A883-33F2DDEB1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A839F-1110-8FAB-C6FB-A283F958B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18E6B-004B-870E-39DE-17E0B169C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0F5E9-48C0-0B02-940D-D09B13BCB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968E4-1229-478E-B74F-4BE14944CFFE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1058D-E7D7-7503-27D6-97823340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D4DE8-CED6-1F71-3302-756303D51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F0E39-B07D-4D88-8075-B4BB6F519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98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8AE2-C8F8-C32D-906A-83FE39109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CE9EB-FD67-184E-43B7-C2ECB8B91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5458B-CC11-3AF1-5ECE-94CA524F6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D0EB3-2B1B-38DF-EE52-E5BBE4899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39A6F1-87F0-B693-1252-BC9D60A33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1FACB6-8FF0-D1D3-2E2F-B20DD8F49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968E4-1229-478E-B74F-4BE14944CFFE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F0855C-A260-E509-B5CB-3948DD562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1B2F00-17AF-0B0B-454E-B12950EC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F0E39-B07D-4D88-8075-B4BB6F519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80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2A6C7-E430-28D2-9EBB-000DA635C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5D8E46-7FCD-644D-943E-120ACA90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968E4-1229-478E-B74F-4BE14944CFFE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EDE8DF-A78A-34A8-35DA-6B82A765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3C2F8-78DD-8F52-A455-421CBB5A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F0E39-B07D-4D88-8075-B4BB6F519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555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0AA486-EC0D-F0C1-08E4-9B547F1E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968E4-1229-478E-B74F-4BE14944CFFE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CD929-AFA1-3B9B-1D2E-0A3A0E70C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04198-D262-840B-CB02-80862B34F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F0E39-B07D-4D88-8075-B4BB6F519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26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C8D7-3442-F2A9-82C2-784D362BA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297D2-5A51-7F0F-A918-7ED93FD7C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6D9C6-4B8E-53B9-B6C3-16E1F819B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F1C72-FA9E-7E20-4091-E51F278D1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968E4-1229-478E-B74F-4BE14944CFFE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D285E-DD7D-BD57-C6BC-625C9BD95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0FE2D-4198-E73B-B7E5-357C7DEA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F0E39-B07D-4D88-8075-B4BB6F519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896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07DDE-A5BA-5618-3AF6-AA4616D4C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16A924-9786-1BB1-FD13-FC20B3013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5CDCE-E577-E377-EC70-C2D7B8E98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CCC0B-B8E8-D8E7-1D11-1B214A1E5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968E4-1229-478E-B74F-4BE14944CFFE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71C8C-F38E-D6B6-C754-A9F547BDE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945A9-C3B4-4C20-DD29-34F56BD3C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F0E39-B07D-4D88-8075-B4BB6F519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12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EFDC5-794D-73EA-F658-2F56A13C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7DE4D-6B3A-64E7-6358-5E9F7C160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84445-C690-7A56-0F0C-043007145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968E4-1229-478E-B74F-4BE14944CFFE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3F445-3268-E157-0743-6F2D80FC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38115-10DA-14B4-83FF-1F34471A6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F0E39-B07D-4D88-8075-B4BB6F519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16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77B07-54CE-8B1B-F36B-EBBE5A8EC2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A86FD-786D-E480-91A6-D8F2DE024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2694C-2FC3-EC56-B05C-55D21E16E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968E4-1229-478E-B74F-4BE14944CFFE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665E0-33D9-060C-F772-F48DA6F16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EA7C6-1770-C05B-7A93-4E010870F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F0E39-B07D-4D88-8075-B4BB6F519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21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0B6CC5-6EE6-953A-2122-C3B39FC9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867C9-636E-86F6-C9DB-03B1904CA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740D0-C536-E555-FB85-EA196D1EF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968E4-1229-478E-B74F-4BE14944CFFE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C3852-FAED-1EC6-E81C-323CDB8E3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07F5-2CF1-D274-9DE3-65D26B212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F0E39-B07D-4D88-8075-B4BB6F519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27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E9A253-B1D3-4967-F866-29F4C33D3D3B}"/>
              </a:ext>
            </a:extLst>
          </p:cNvPr>
          <p:cNvSpPr/>
          <p:nvPr/>
        </p:nvSpPr>
        <p:spPr>
          <a:xfrm>
            <a:off x="0" y="0"/>
            <a:ext cx="1735667" cy="6858000"/>
          </a:xfrm>
          <a:prstGeom prst="rect">
            <a:avLst/>
          </a:prstGeom>
          <a:solidFill>
            <a:srgbClr val="272B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984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517AF-A24F-A924-CE8B-8B573D4F7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A6DC5B-4468-18C1-C772-B58BFABC1D81}"/>
              </a:ext>
            </a:extLst>
          </p:cNvPr>
          <p:cNvSpPr/>
          <p:nvPr/>
        </p:nvSpPr>
        <p:spPr>
          <a:xfrm>
            <a:off x="9457267" y="0"/>
            <a:ext cx="2734733" cy="6858000"/>
          </a:xfrm>
          <a:prstGeom prst="rect">
            <a:avLst/>
          </a:prstGeom>
          <a:solidFill>
            <a:srgbClr val="272B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CF497E-EFDB-3C56-FD89-33213983DC1C}"/>
              </a:ext>
            </a:extLst>
          </p:cNvPr>
          <p:cNvSpPr/>
          <p:nvPr/>
        </p:nvSpPr>
        <p:spPr>
          <a:xfrm>
            <a:off x="9702882" y="431797"/>
            <a:ext cx="2243501" cy="155787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FC6A1E-66A2-ADD6-80FF-E9CC37254924}"/>
              </a:ext>
            </a:extLst>
          </p:cNvPr>
          <p:cNvSpPr/>
          <p:nvPr/>
        </p:nvSpPr>
        <p:spPr>
          <a:xfrm>
            <a:off x="9702882" y="2645831"/>
            <a:ext cx="2243501" cy="155787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4AA637-C529-9F31-381A-039B9CBCA58F}"/>
              </a:ext>
            </a:extLst>
          </p:cNvPr>
          <p:cNvSpPr/>
          <p:nvPr/>
        </p:nvSpPr>
        <p:spPr>
          <a:xfrm>
            <a:off x="9702881" y="4859865"/>
            <a:ext cx="2243501" cy="155787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EFCD75-978C-4D07-81A7-155F0A2E4CB9}"/>
              </a:ext>
            </a:extLst>
          </p:cNvPr>
          <p:cNvSpPr/>
          <p:nvPr/>
        </p:nvSpPr>
        <p:spPr>
          <a:xfrm>
            <a:off x="0" y="0"/>
            <a:ext cx="1735667" cy="6858000"/>
          </a:xfrm>
          <a:prstGeom prst="rect">
            <a:avLst/>
          </a:prstGeom>
          <a:solidFill>
            <a:srgbClr val="272B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426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Abraham George</dc:creator>
  <cp:lastModifiedBy>Jerin Abraham George</cp:lastModifiedBy>
  <cp:revision>3</cp:revision>
  <dcterms:created xsi:type="dcterms:W3CDTF">2025-07-13T19:23:29Z</dcterms:created>
  <dcterms:modified xsi:type="dcterms:W3CDTF">2025-07-13T21:30:51Z</dcterms:modified>
</cp:coreProperties>
</file>