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71237"/>
    <a:srgbClr val="560A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471" autoAdjust="0"/>
    <p:restoredTop sz="94660"/>
  </p:normalViewPr>
  <p:slideViewPr>
    <p:cSldViewPr snapToGrid="0">
      <p:cViewPr varScale="1">
        <p:scale>
          <a:sx n="90" d="100"/>
          <a:sy n="90" d="100"/>
        </p:scale>
        <p:origin x="74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1F53D-F895-AE42-D24A-6F7D0353F8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9FDBB2-0B09-12A5-97AB-821443AF80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D7963-6799-2131-BD49-5B6E55965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149A4-F0B8-4848-A263-43D86498D9C2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D9E94-13F9-91D1-7296-278A37F0A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9BDE2-86AF-7A51-9B2B-6C669D663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D068A-85D6-4753-8C84-886211E53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351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DF2DE-3076-B334-3D1C-B6D94D65B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FCC58-1C53-5B0D-06E6-9A80DD64D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6DCD4-B101-61EE-0CCD-5585C9D9F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149A4-F0B8-4848-A263-43D86498D9C2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98DEC-E33F-CC73-F0AA-057266778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E4FC-5222-9A01-E94E-83E5D7C4C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D068A-85D6-4753-8C84-886211E53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62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A9F79-67F9-3647-4391-24DD80D2A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8DF29-1230-655F-50EE-3DFDC6FFE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0DA18-1E02-7A03-5BCE-9B84CFE94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149A4-F0B8-4848-A263-43D86498D9C2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CC5F7-2D4C-53A9-C0F5-F86235A0F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59322-BBF1-1649-6333-69EC9293E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D068A-85D6-4753-8C84-886211E53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357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D94CE-F27A-1607-F241-17D9C9DF0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04820-DE05-3EFF-AD09-2B3A9529F5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9D1B33-F5EF-53CB-C4A7-E990C397F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2662A6-F39B-3269-292A-8FF64458B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149A4-F0B8-4848-A263-43D86498D9C2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DBF8AE-E211-6C5A-5B6C-AFEB852A5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F25B94-82F3-4EBF-F9F7-DE19FA2AB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D068A-85D6-4753-8C84-886211E53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381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FBC73-0C6E-9DB1-6175-635350904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7FE1F-A44D-1EFF-1610-2CF2CB904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C52483-C002-5FA6-3EBE-ECA5E5C402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0AC1D5-C0DD-AD4C-818F-BAB943C701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353B83-9FE0-93C3-EB8A-180ABDAC26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C70DC9-53BF-4997-1FE6-C780C549C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149A4-F0B8-4848-A263-43D86498D9C2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BE381F-3313-209A-922B-F69AD7A46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93ACF6-FA75-72F5-B44B-78A35AAC0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D068A-85D6-4753-8C84-886211E53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11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44C09-6849-8DA1-EB28-A975F82B0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96E99A-8FDB-027F-EDF2-57911CCBF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149A4-F0B8-4848-A263-43D86498D9C2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7FD6A7-7046-F0AE-8CF7-A7DD7CD27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54821-5884-0388-5E41-775DE675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D068A-85D6-4753-8C84-886211E53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570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2E41F2-5CD5-9193-847F-0510BF095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149A4-F0B8-4848-A263-43D86498D9C2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A07BF0-27E9-F7F1-3900-8B714C18A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01A8C-09FD-5CF4-73BF-805B1464A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D068A-85D6-4753-8C84-886211E53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489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859D6-510A-8A7A-D17C-344C9FB5A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43646-6FF0-AE90-BFBA-C5373E37E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10A158-C1B2-D571-4491-8B1282C9E1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EFCE8A-F6AF-BC8B-DB9B-57A31972B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149A4-F0B8-4848-A263-43D86498D9C2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04BBA7-1803-181A-2AC7-E118C2209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C433C6-828C-1E44-B6B6-674849A22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D068A-85D6-4753-8C84-886211E53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698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5A9E2-5AA8-7588-24E2-1F6326A78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CBCC12-3BA6-107B-D537-5DC515110D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616CC4-C10C-5EB8-12DE-658CA3A9E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BAA8A3-631E-9731-23A3-58158CF82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149A4-F0B8-4848-A263-43D86498D9C2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9BC63-0D54-00BC-30EC-FE8EA5975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A68B86-A7CB-5606-ACD3-BCE66C58A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D068A-85D6-4753-8C84-886211E53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227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9E602-FA3D-8605-0F26-90DCE625C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C5919D-D80E-30A9-05F9-2A68EBE4F4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790C5-653A-4671-F864-D7CF58B72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149A4-F0B8-4848-A263-43D86498D9C2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D0156-6A73-4554-265C-5A04E90A8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9ADA0-B3F8-D5EE-0C58-8254F6A0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D068A-85D6-4753-8C84-886211E53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083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696152-900F-7434-E52A-A3BC47EEF2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BF96B3-C7D4-F216-2CBC-0098975BD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AB9DA-4088-AF41-A036-318D04EBA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149A4-F0B8-4848-A263-43D86498D9C2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C5FBA-B7E1-FE06-D83D-F5E3CE3E0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4C1ED-84C0-E815-B505-06A6255B9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D068A-85D6-4753-8C84-886211E53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899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1A71D8-47B0-DA0B-88D2-55F1C4FAF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D2896-4934-4E45-8183-A973CA4DE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60E4E-55BC-21C1-86C4-C45C6F1390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149A4-F0B8-4848-A263-43D86498D9C2}" type="datetimeFigureOut">
              <a:rPr lang="en-IN" smtClean="0"/>
              <a:t>25-06-2025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2CBEA-F458-FBFA-4958-9731A7FE7B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9111B-D949-4EB3-6826-791DD3EFD6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4D068A-85D6-4753-8C84-886211E53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143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BC9369-DBD3-6D98-C24C-0BA43BE74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BC891C9-E0EB-A781-A8F1-6F0997A48B6F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71AD71-85C8-0CA5-F256-7BB78DB7198A}"/>
              </a:ext>
            </a:extLst>
          </p:cNvPr>
          <p:cNvSpPr/>
          <p:nvPr/>
        </p:nvSpPr>
        <p:spPr>
          <a:xfrm>
            <a:off x="0" y="567265"/>
            <a:ext cx="12192000" cy="36000"/>
          </a:xfrm>
          <a:prstGeom prst="rect">
            <a:avLst/>
          </a:prstGeom>
          <a:gradFill flip="none" rotWithShape="1">
            <a:gsLst>
              <a:gs pos="80000">
                <a:schemeClr val="accent1">
                  <a:lumMod val="40000"/>
                  <a:lumOff val="60000"/>
                </a:schemeClr>
              </a:gs>
              <a:gs pos="0">
                <a:schemeClr val="accent3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E3FB68-6C51-A150-525A-A44268E87425}"/>
              </a:ext>
            </a:extLst>
          </p:cNvPr>
          <p:cNvSpPr/>
          <p:nvPr/>
        </p:nvSpPr>
        <p:spPr>
          <a:xfrm>
            <a:off x="0" y="6519332"/>
            <a:ext cx="12192000" cy="338667"/>
          </a:xfrm>
          <a:prstGeom prst="rect">
            <a:avLst/>
          </a:prstGeom>
          <a:gradFill>
            <a:gsLst>
              <a:gs pos="80000">
                <a:srgbClr val="560A20"/>
              </a:gs>
              <a:gs pos="0">
                <a:schemeClr val="accent3">
                  <a:lumMod val="7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4B45DA-1AEB-98D1-110B-4CE4BE0E91E7}"/>
              </a:ext>
            </a:extLst>
          </p:cNvPr>
          <p:cNvSpPr/>
          <p:nvPr/>
        </p:nvSpPr>
        <p:spPr>
          <a:xfrm>
            <a:off x="0" y="6474169"/>
            <a:ext cx="12192000" cy="36000"/>
          </a:xfrm>
          <a:prstGeom prst="rect">
            <a:avLst/>
          </a:prstGeom>
          <a:gradFill flip="none" rotWithShape="1">
            <a:gsLst>
              <a:gs pos="80000">
                <a:schemeClr val="accent1">
                  <a:lumMod val="40000"/>
                  <a:lumOff val="60000"/>
                </a:schemeClr>
              </a:gs>
              <a:gs pos="0">
                <a:schemeClr val="accent3">
                  <a:lumMod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61D1AB-3BDB-0830-1C24-8D1B89B98746}"/>
              </a:ext>
            </a:extLst>
          </p:cNvPr>
          <p:cNvSpPr txBox="1"/>
          <p:nvPr/>
        </p:nvSpPr>
        <p:spPr>
          <a:xfrm>
            <a:off x="0" y="48567"/>
            <a:ext cx="5063066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400" spc="300" dirty="0">
                <a:solidFill>
                  <a:srgbClr val="FFFFFF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Campaign Performance</a:t>
            </a:r>
            <a:endParaRPr lang="en-IN" sz="2400" spc="300" dirty="0">
              <a:solidFill>
                <a:srgbClr val="FFFFFF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6E3FA22-DA8B-E6DD-7189-35DE71639216}"/>
              </a:ext>
            </a:extLst>
          </p:cNvPr>
          <p:cNvSpPr/>
          <p:nvPr/>
        </p:nvSpPr>
        <p:spPr>
          <a:xfrm>
            <a:off x="4554617" y="-1"/>
            <a:ext cx="4039478" cy="558800"/>
          </a:xfrm>
          <a:custGeom>
            <a:avLst/>
            <a:gdLst>
              <a:gd name="connsiteX0" fmla="*/ 2090957 w 4039478"/>
              <a:gd name="connsiteY0" fmla="*/ 0 h 558800"/>
              <a:gd name="connsiteX1" fmla="*/ 3981737 w 4039478"/>
              <a:gd name="connsiteY1" fmla="*/ 0 h 558800"/>
              <a:gd name="connsiteX2" fmla="*/ 4019912 w 4039478"/>
              <a:gd name="connsiteY2" fmla="*/ 112442 h 558800"/>
              <a:gd name="connsiteX3" fmla="*/ 4019433 w 4039478"/>
              <a:gd name="connsiteY3" fmla="*/ 498820 h 558800"/>
              <a:gd name="connsiteX4" fmla="*/ 4001622 w 4039478"/>
              <a:gd name="connsiteY4" fmla="*/ 558800 h 558800"/>
              <a:gd name="connsiteX5" fmla="*/ 167239 w 4039478"/>
              <a:gd name="connsiteY5" fmla="*/ 558800 h 558800"/>
              <a:gd name="connsiteX6" fmla="*/ 0 w 4039478"/>
              <a:gd name="connsiteY6" fmla="*/ 555864 h 558800"/>
              <a:gd name="connsiteX7" fmla="*/ 1891328 w 4039478"/>
              <a:gd name="connsiteY7" fmla="*/ 120631 h 55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9478" h="558800">
                <a:moveTo>
                  <a:pt x="2090957" y="0"/>
                </a:moveTo>
                <a:lnTo>
                  <a:pt x="3981737" y="0"/>
                </a:lnTo>
                <a:lnTo>
                  <a:pt x="4019912" y="112442"/>
                </a:lnTo>
                <a:cubicBezTo>
                  <a:pt x="4046417" y="235666"/>
                  <a:pt x="4045738" y="367061"/>
                  <a:pt x="4019433" y="498820"/>
                </a:cubicBezTo>
                <a:lnTo>
                  <a:pt x="4001622" y="558800"/>
                </a:lnTo>
                <a:lnTo>
                  <a:pt x="167239" y="558800"/>
                </a:lnTo>
                <a:lnTo>
                  <a:pt x="0" y="555864"/>
                </a:lnTo>
                <a:cubicBezTo>
                  <a:pt x="742385" y="545328"/>
                  <a:pt x="1372828" y="400250"/>
                  <a:pt x="1891328" y="120631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A6F7044-196B-265F-E0FA-C6D3E11BC00D}"/>
              </a:ext>
            </a:extLst>
          </p:cNvPr>
          <p:cNvSpPr/>
          <p:nvPr/>
        </p:nvSpPr>
        <p:spPr>
          <a:xfrm>
            <a:off x="5978303" y="-1"/>
            <a:ext cx="4039478" cy="558800"/>
          </a:xfrm>
          <a:custGeom>
            <a:avLst/>
            <a:gdLst>
              <a:gd name="connsiteX0" fmla="*/ 2090957 w 4039478"/>
              <a:gd name="connsiteY0" fmla="*/ 0 h 558800"/>
              <a:gd name="connsiteX1" fmla="*/ 3981737 w 4039478"/>
              <a:gd name="connsiteY1" fmla="*/ 0 h 558800"/>
              <a:gd name="connsiteX2" fmla="*/ 4019912 w 4039478"/>
              <a:gd name="connsiteY2" fmla="*/ 112442 h 558800"/>
              <a:gd name="connsiteX3" fmla="*/ 4019433 w 4039478"/>
              <a:gd name="connsiteY3" fmla="*/ 498820 h 558800"/>
              <a:gd name="connsiteX4" fmla="*/ 4001622 w 4039478"/>
              <a:gd name="connsiteY4" fmla="*/ 558800 h 558800"/>
              <a:gd name="connsiteX5" fmla="*/ 167239 w 4039478"/>
              <a:gd name="connsiteY5" fmla="*/ 558800 h 558800"/>
              <a:gd name="connsiteX6" fmla="*/ 0 w 4039478"/>
              <a:gd name="connsiteY6" fmla="*/ 555864 h 558800"/>
              <a:gd name="connsiteX7" fmla="*/ 1891328 w 4039478"/>
              <a:gd name="connsiteY7" fmla="*/ 120631 h 55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9478" h="558800">
                <a:moveTo>
                  <a:pt x="2090957" y="0"/>
                </a:moveTo>
                <a:lnTo>
                  <a:pt x="3981737" y="0"/>
                </a:lnTo>
                <a:lnTo>
                  <a:pt x="4019912" y="112442"/>
                </a:lnTo>
                <a:cubicBezTo>
                  <a:pt x="4046417" y="235666"/>
                  <a:pt x="4045738" y="367061"/>
                  <a:pt x="4019433" y="498820"/>
                </a:cubicBezTo>
                <a:lnTo>
                  <a:pt x="4001622" y="558800"/>
                </a:lnTo>
                <a:lnTo>
                  <a:pt x="167239" y="558800"/>
                </a:lnTo>
                <a:lnTo>
                  <a:pt x="0" y="555864"/>
                </a:lnTo>
                <a:cubicBezTo>
                  <a:pt x="742385" y="545328"/>
                  <a:pt x="1372828" y="400250"/>
                  <a:pt x="1891328" y="120631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62E7564-BE0F-7451-5B28-C46D422E5F71}"/>
              </a:ext>
            </a:extLst>
          </p:cNvPr>
          <p:cNvSpPr/>
          <p:nvPr/>
        </p:nvSpPr>
        <p:spPr>
          <a:xfrm>
            <a:off x="7111980" y="-1"/>
            <a:ext cx="4039478" cy="558800"/>
          </a:xfrm>
          <a:custGeom>
            <a:avLst/>
            <a:gdLst>
              <a:gd name="connsiteX0" fmla="*/ 2090957 w 4039478"/>
              <a:gd name="connsiteY0" fmla="*/ 0 h 558800"/>
              <a:gd name="connsiteX1" fmla="*/ 3981737 w 4039478"/>
              <a:gd name="connsiteY1" fmla="*/ 0 h 558800"/>
              <a:gd name="connsiteX2" fmla="*/ 4019912 w 4039478"/>
              <a:gd name="connsiteY2" fmla="*/ 112442 h 558800"/>
              <a:gd name="connsiteX3" fmla="*/ 4019433 w 4039478"/>
              <a:gd name="connsiteY3" fmla="*/ 498820 h 558800"/>
              <a:gd name="connsiteX4" fmla="*/ 4001622 w 4039478"/>
              <a:gd name="connsiteY4" fmla="*/ 558800 h 558800"/>
              <a:gd name="connsiteX5" fmla="*/ 167239 w 4039478"/>
              <a:gd name="connsiteY5" fmla="*/ 558800 h 558800"/>
              <a:gd name="connsiteX6" fmla="*/ 0 w 4039478"/>
              <a:gd name="connsiteY6" fmla="*/ 555864 h 558800"/>
              <a:gd name="connsiteX7" fmla="*/ 1891328 w 4039478"/>
              <a:gd name="connsiteY7" fmla="*/ 120631 h 55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9478" h="558800">
                <a:moveTo>
                  <a:pt x="2090957" y="0"/>
                </a:moveTo>
                <a:lnTo>
                  <a:pt x="3981737" y="0"/>
                </a:lnTo>
                <a:lnTo>
                  <a:pt x="4019912" y="112442"/>
                </a:lnTo>
                <a:cubicBezTo>
                  <a:pt x="4046417" y="235666"/>
                  <a:pt x="4045738" y="367061"/>
                  <a:pt x="4019433" y="498820"/>
                </a:cubicBezTo>
                <a:lnTo>
                  <a:pt x="4001622" y="558800"/>
                </a:lnTo>
                <a:lnTo>
                  <a:pt x="167239" y="558800"/>
                </a:lnTo>
                <a:lnTo>
                  <a:pt x="0" y="555864"/>
                </a:lnTo>
                <a:cubicBezTo>
                  <a:pt x="742385" y="545328"/>
                  <a:pt x="1372828" y="400250"/>
                  <a:pt x="1891328" y="120631"/>
                </a:cubicBezTo>
                <a:close/>
              </a:path>
            </a:pathLst>
          </a:custGeom>
          <a:solidFill>
            <a:schemeClr val="accent5">
              <a:lumMod val="2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383500-51DC-32FC-94C2-68767C3DE31F}"/>
              </a:ext>
            </a:extLst>
          </p:cNvPr>
          <p:cNvSpPr/>
          <p:nvPr/>
        </p:nvSpPr>
        <p:spPr>
          <a:xfrm>
            <a:off x="8245656" y="-1"/>
            <a:ext cx="4039478" cy="558800"/>
          </a:xfrm>
          <a:custGeom>
            <a:avLst/>
            <a:gdLst>
              <a:gd name="connsiteX0" fmla="*/ 2090957 w 4039478"/>
              <a:gd name="connsiteY0" fmla="*/ 0 h 558800"/>
              <a:gd name="connsiteX1" fmla="*/ 3981737 w 4039478"/>
              <a:gd name="connsiteY1" fmla="*/ 0 h 558800"/>
              <a:gd name="connsiteX2" fmla="*/ 4019912 w 4039478"/>
              <a:gd name="connsiteY2" fmla="*/ 112442 h 558800"/>
              <a:gd name="connsiteX3" fmla="*/ 4019433 w 4039478"/>
              <a:gd name="connsiteY3" fmla="*/ 498820 h 558800"/>
              <a:gd name="connsiteX4" fmla="*/ 4001622 w 4039478"/>
              <a:gd name="connsiteY4" fmla="*/ 558800 h 558800"/>
              <a:gd name="connsiteX5" fmla="*/ 167239 w 4039478"/>
              <a:gd name="connsiteY5" fmla="*/ 558800 h 558800"/>
              <a:gd name="connsiteX6" fmla="*/ 0 w 4039478"/>
              <a:gd name="connsiteY6" fmla="*/ 555864 h 558800"/>
              <a:gd name="connsiteX7" fmla="*/ 1891328 w 4039478"/>
              <a:gd name="connsiteY7" fmla="*/ 120631 h 55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9478" h="558800">
                <a:moveTo>
                  <a:pt x="2090957" y="0"/>
                </a:moveTo>
                <a:lnTo>
                  <a:pt x="3981737" y="0"/>
                </a:lnTo>
                <a:lnTo>
                  <a:pt x="4019912" y="112442"/>
                </a:lnTo>
                <a:cubicBezTo>
                  <a:pt x="4046417" y="235666"/>
                  <a:pt x="4045738" y="367061"/>
                  <a:pt x="4019433" y="498820"/>
                </a:cubicBezTo>
                <a:lnTo>
                  <a:pt x="4001622" y="558800"/>
                </a:lnTo>
                <a:lnTo>
                  <a:pt x="167239" y="558800"/>
                </a:lnTo>
                <a:lnTo>
                  <a:pt x="0" y="555864"/>
                </a:lnTo>
                <a:cubicBezTo>
                  <a:pt x="742385" y="545328"/>
                  <a:pt x="1372828" y="400250"/>
                  <a:pt x="1891328" y="120631"/>
                </a:cubicBezTo>
                <a:close/>
              </a:path>
            </a:pathLst>
          </a:custGeom>
          <a:solidFill>
            <a:schemeClr val="accent5">
              <a:lumMod val="1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9" name="Graphic 8" descr="Lightning bolt with solid fill">
            <a:extLst>
              <a:ext uri="{FF2B5EF4-FFF2-40B4-BE49-F238E27FC236}">
                <a16:creationId xmlns:a16="http://schemas.microsoft.com/office/drawing/2014/main" id="{8D870A66-AA39-1F46-180D-6D3D28713A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63387" y="48567"/>
            <a:ext cx="520133" cy="520133"/>
          </a:xfrm>
          <a:prstGeom prst="rect">
            <a:avLst/>
          </a:prstGeom>
          <a:effectLst>
            <a:glow rad="76200">
              <a:schemeClr val="accent6">
                <a:satMod val="175000"/>
                <a:alpha val="45000"/>
              </a:schemeClr>
            </a:glo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8FA17D-7DB8-1AC6-C8C1-2D4FED5E5AD2}"/>
              </a:ext>
            </a:extLst>
          </p:cNvPr>
          <p:cNvSpPr txBox="1"/>
          <p:nvPr/>
        </p:nvSpPr>
        <p:spPr>
          <a:xfrm>
            <a:off x="9201413" y="79344"/>
            <a:ext cx="2766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Arial Rounded MT Bold" panose="020F0704030504030204" pitchFamily="34" charset="0"/>
              </a:rPr>
              <a:t>MARKET MINDZ</a:t>
            </a:r>
            <a:endParaRPr lang="en-IN" sz="2000" dirty="0">
              <a:solidFill>
                <a:srgbClr val="FFFFFF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0821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FB9580-78C2-5B72-250E-1A70A0510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2B11D2-CBD9-A7AF-FC5A-C151F3F6E629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A1D826-A106-DA8C-F290-3C663F39500E}"/>
              </a:ext>
            </a:extLst>
          </p:cNvPr>
          <p:cNvSpPr/>
          <p:nvPr/>
        </p:nvSpPr>
        <p:spPr>
          <a:xfrm>
            <a:off x="0" y="567265"/>
            <a:ext cx="12192000" cy="36000"/>
          </a:xfrm>
          <a:prstGeom prst="rect">
            <a:avLst/>
          </a:prstGeom>
          <a:gradFill flip="none" rotWithShape="1">
            <a:gsLst>
              <a:gs pos="80000">
                <a:schemeClr val="accent1">
                  <a:lumMod val="40000"/>
                  <a:lumOff val="60000"/>
                </a:schemeClr>
              </a:gs>
              <a:gs pos="0">
                <a:schemeClr val="accent3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9255DC-8364-E9E2-251A-CC461BAE0BA8}"/>
              </a:ext>
            </a:extLst>
          </p:cNvPr>
          <p:cNvSpPr txBox="1"/>
          <p:nvPr/>
        </p:nvSpPr>
        <p:spPr>
          <a:xfrm>
            <a:off x="0" y="48567"/>
            <a:ext cx="5063066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400" spc="300" dirty="0">
                <a:solidFill>
                  <a:srgbClr val="FFFFFF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Buyer Composition</a:t>
            </a:r>
            <a:endParaRPr lang="en-IN" sz="2400" spc="300" dirty="0">
              <a:solidFill>
                <a:srgbClr val="FFFFFF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63ECA42-9253-4CC1-8DCF-6DA4E81A8062}"/>
              </a:ext>
            </a:extLst>
          </p:cNvPr>
          <p:cNvSpPr/>
          <p:nvPr/>
        </p:nvSpPr>
        <p:spPr>
          <a:xfrm>
            <a:off x="4554617" y="-1"/>
            <a:ext cx="4039478" cy="558800"/>
          </a:xfrm>
          <a:custGeom>
            <a:avLst/>
            <a:gdLst>
              <a:gd name="connsiteX0" fmla="*/ 2090957 w 4039478"/>
              <a:gd name="connsiteY0" fmla="*/ 0 h 558800"/>
              <a:gd name="connsiteX1" fmla="*/ 3981737 w 4039478"/>
              <a:gd name="connsiteY1" fmla="*/ 0 h 558800"/>
              <a:gd name="connsiteX2" fmla="*/ 4019912 w 4039478"/>
              <a:gd name="connsiteY2" fmla="*/ 112442 h 558800"/>
              <a:gd name="connsiteX3" fmla="*/ 4019433 w 4039478"/>
              <a:gd name="connsiteY3" fmla="*/ 498820 h 558800"/>
              <a:gd name="connsiteX4" fmla="*/ 4001622 w 4039478"/>
              <a:gd name="connsiteY4" fmla="*/ 558800 h 558800"/>
              <a:gd name="connsiteX5" fmla="*/ 167239 w 4039478"/>
              <a:gd name="connsiteY5" fmla="*/ 558800 h 558800"/>
              <a:gd name="connsiteX6" fmla="*/ 0 w 4039478"/>
              <a:gd name="connsiteY6" fmla="*/ 555864 h 558800"/>
              <a:gd name="connsiteX7" fmla="*/ 1891328 w 4039478"/>
              <a:gd name="connsiteY7" fmla="*/ 120631 h 55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9478" h="558800">
                <a:moveTo>
                  <a:pt x="2090957" y="0"/>
                </a:moveTo>
                <a:lnTo>
                  <a:pt x="3981737" y="0"/>
                </a:lnTo>
                <a:lnTo>
                  <a:pt x="4019912" y="112442"/>
                </a:lnTo>
                <a:cubicBezTo>
                  <a:pt x="4046417" y="235666"/>
                  <a:pt x="4045738" y="367061"/>
                  <a:pt x="4019433" y="498820"/>
                </a:cubicBezTo>
                <a:lnTo>
                  <a:pt x="4001622" y="558800"/>
                </a:lnTo>
                <a:lnTo>
                  <a:pt x="167239" y="558800"/>
                </a:lnTo>
                <a:lnTo>
                  <a:pt x="0" y="555864"/>
                </a:lnTo>
                <a:cubicBezTo>
                  <a:pt x="742385" y="545328"/>
                  <a:pt x="1372828" y="400250"/>
                  <a:pt x="1891328" y="120631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FCECACA-DCD2-CCF6-EA23-F85A961364D8}"/>
              </a:ext>
            </a:extLst>
          </p:cNvPr>
          <p:cNvSpPr/>
          <p:nvPr/>
        </p:nvSpPr>
        <p:spPr>
          <a:xfrm>
            <a:off x="5978303" y="-1"/>
            <a:ext cx="4039478" cy="558800"/>
          </a:xfrm>
          <a:custGeom>
            <a:avLst/>
            <a:gdLst>
              <a:gd name="connsiteX0" fmla="*/ 2090957 w 4039478"/>
              <a:gd name="connsiteY0" fmla="*/ 0 h 558800"/>
              <a:gd name="connsiteX1" fmla="*/ 3981737 w 4039478"/>
              <a:gd name="connsiteY1" fmla="*/ 0 h 558800"/>
              <a:gd name="connsiteX2" fmla="*/ 4019912 w 4039478"/>
              <a:gd name="connsiteY2" fmla="*/ 112442 h 558800"/>
              <a:gd name="connsiteX3" fmla="*/ 4019433 w 4039478"/>
              <a:gd name="connsiteY3" fmla="*/ 498820 h 558800"/>
              <a:gd name="connsiteX4" fmla="*/ 4001622 w 4039478"/>
              <a:gd name="connsiteY4" fmla="*/ 558800 h 558800"/>
              <a:gd name="connsiteX5" fmla="*/ 167239 w 4039478"/>
              <a:gd name="connsiteY5" fmla="*/ 558800 h 558800"/>
              <a:gd name="connsiteX6" fmla="*/ 0 w 4039478"/>
              <a:gd name="connsiteY6" fmla="*/ 555864 h 558800"/>
              <a:gd name="connsiteX7" fmla="*/ 1891328 w 4039478"/>
              <a:gd name="connsiteY7" fmla="*/ 120631 h 55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9478" h="558800">
                <a:moveTo>
                  <a:pt x="2090957" y="0"/>
                </a:moveTo>
                <a:lnTo>
                  <a:pt x="3981737" y="0"/>
                </a:lnTo>
                <a:lnTo>
                  <a:pt x="4019912" y="112442"/>
                </a:lnTo>
                <a:cubicBezTo>
                  <a:pt x="4046417" y="235666"/>
                  <a:pt x="4045738" y="367061"/>
                  <a:pt x="4019433" y="498820"/>
                </a:cubicBezTo>
                <a:lnTo>
                  <a:pt x="4001622" y="558800"/>
                </a:lnTo>
                <a:lnTo>
                  <a:pt x="167239" y="558800"/>
                </a:lnTo>
                <a:lnTo>
                  <a:pt x="0" y="555864"/>
                </a:lnTo>
                <a:cubicBezTo>
                  <a:pt x="742385" y="545328"/>
                  <a:pt x="1372828" y="400250"/>
                  <a:pt x="1891328" y="120631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D9218B4-22C1-3689-E7CC-78F6E32A76F5}"/>
              </a:ext>
            </a:extLst>
          </p:cNvPr>
          <p:cNvSpPr/>
          <p:nvPr/>
        </p:nvSpPr>
        <p:spPr>
          <a:xfrm>
            <a:off x="7111980" y="-1"/>
            <a:ext cx="4039478" cy="558800"/>
          </a:xfrm>
          <a:custGeom>
            <a:avLst/>
            <a:gdLst>
              <a:gd name="connsiteX0" fmla="*/ 2090957 w 4039478"/>
              <a:gd name="connsiteY0" fmla="*/ 0 h 558800"/>
              <a:gd name="connsiteX1" fmla="*/ 3981737 w 4039478"/>
              <a:gd name="connsiteY1" fmla="*/ 0 h 558800"/>
              <a:gd name="connsiteX2" fmla="*/ 4019912 w 4039478"/>
              <a:gd name="connsiteY2" fmla="*/ 112442 h 558800"/>
              <a:gd name="connsiteX3" fmla="*/ 4019433 w 4039478"/>
              <a:gd name="connsiteY3" fmla="*/ 498820 h 558800"/>
              <a:gd name="connsiteX4" fmla="*/ 4001622 w 4039478"/>
              <a:gd name="connsiteY4" fmla="*/ 558800 h 558800"/>
              <a:gd name="connsiteX5" fmla="*/ 167239 w 4039478"/>
              <a:gd name="connsiteY5" fmla="*/ 558800 h 558800"/>
              <a:gd name="connsiteX6" fmla="*/ 0 w 4039478"/>
              <a:gd name="connsiteY6" fmla="*/ 555864 h 558800"/>
              <a:gd name="connsiteX7" fmla="*/ 1891328 w 4039478"/>
              <a:gd name="connsiteY7" fmla="*/ 120631 h 55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9478" h="558800">
                <a:moveTo>
                  <a:pt x="2090957" y="0"/>
                </a:moveTo>
                <a:lnTo>
                  <a:pt x="3981737" y="0"/>
                </a:lnTo>
                <a:lnTo>
                  <a:pt x="4019912" y="112442"/>
                </a:lnTo>
                <a:cubicBezTo>
                  <a:pt x="4046417" y="235666"/>
                  <a:pt x="4045738" y="367061"/>
                  <a:pt x="4019433" y="498820"/>
                </a:cubicBezTo>
                <a:lnTo>
                  <a:pt x="4001622" y="558800"/>
                </a:lnTo>
                <a:lnTo>
                  <a:pt x="167239" y="558800"/>
                </a:lnTo>
                <a:lnTo>
                  <a:pt x="0" y="555864"/>
                </a:lnTo>
                <a:cubicBezTo>
                  <a:pt x="742385" y="545328"/>
                  <a:pt x="1372828" y="400250"/>
                  <a:pt x="1891328" y="120631"/>
                </a:cubicBezTo>
                <a:close/>
              </a:path>
            </a:pathLst>
          </a:custGeom>
          <a:solidFill>
            <a:schemeClr val="accent5">
              <a:lumMod val="2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293DCAC-B0C7-698B-8759-A5D065EDBC6A}"/>
              </a:ext>
            </a:extLst>
          </p:cNvPr>
          <p:cNvSpPr/>
          <p:nvPr/>
        </p:nvSpPr>
        <p:spPr>
          <a:xfrm>
            <a:off x="8245656" y="-1"/>
            <a:ext cx="4039478" cy="558800"/>
          </a:xfrm>
          <a:custGeom>
            <a:avLst/>
            <a:gdLst>
              <a:gd name="connsiteX0" fmla="*/ 2090957 w 4039478"/>
              <a:gd name="connsiteY0" fmla="*/ 0 h 558800"/>
              <a:gd name="connsiteX1" fmla="*/ 3981737 w 4039478"/>
              <a:gd name="connsiteY1" fmla="*/ 0 h 558800"/>
              <a:gd name="connsiteX2" fmla="*/ 4019912 w 4039478"/>
              <a:gd name="connsiteY2" fmla="*/ 112442 h 558800"/>
              <a:gd name="connsiteX3" fmla="*/ 4019433 w 4039478"/>
              <a:gd name="connsiteY3" fmla="*/ 498820 h 558800"/>
              <a:gd name="connsiteX4" fmla="*/ 4001622 w 4039478"/>
              <a:gd name="connsiteY4" fmla="*/ 558800 h 558800"/>
              <a:gd name="connsiteX5" fmla="*/ 167239 w 4039478"/>
              <a:gd name="connsiteY5" fmla="*/ 558800 h 558800"/>
              <a:gd name="connsiteX6" fmla="*/ 0 w 4039478"/>
              <a:gd name="connsiteY6" fmla="*/ 555864 h 558800"/>
              <a:gd name="connsiteX7" fmla="*/ 1891328 w 4039478"/>
              <a:gd name="connsiteY7" fmla="*/ 120631 h 55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9478" h="558800">
                <a:moveTo>
                  <a:pt x="2090957" y="0"/>
                </a:moveTo>
                <a:lnTo>
                  <a:pt x="3981737" y="0"/>
                </a:lnTo>
                <a:lnTo>
                  <a:pt x="4019912" y="112442"/>
                </a:lnTo>
                <a:cubicBezTo>
                  <a:pt x="4046417" y="235666"/>
                  <a:pt x="4045738" y="367061"/>
                  <a:pt x="4019433" y="498820"/>
                </a:cubicBezTo>
                <a:lnTo>
                  <a:pt x="4001622" y="558800"/>
                </a:lnTo>
                <a:lnTo>
                  <a:pt x="167239" y="558800"/>
                </a:lnTo>
                <a:lnTo>
                  <a:pt x="0" y="555864"/>
                </a:lnTo>
                <a:cubicBezTo>
                  <a:pt x="742385" y="545328"/>
                  <a:pt x="1372828" y="400250"/>
                  <a:pt x="1891328" y="120631"/>
                </a:cubicBezTo>
                <a:close/>
              </a:path>
            </a:pathLst>
          </a:custGeom>
          <a:solidFill>
            <a:schemeClr val="accent5">
              <a:lumMod val="1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9" name="Graphic 8" descr="Lightning bolt with solid fill">
            <a:extLst>
              <a:ext uri="{FF2B5EF4-FFF2-40B4-BE49-F238E27FC236}">
                <a16:creationId xmlns:a16="http://schemas.microsoft.com/office/drawing/2014/main" id="{C8EAE48F-BC32-CC55-C66E-10D8E5399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63387" y="48567"/>
            <a:ext cx="520133" cy="520133"/>
          </a:xfrm>
          <a:prstGeom prst="rect">
            <a:avLst/>
          </a:prstGeom>
          <a:effectLst>
            <a:glow rad="76200">
              <a:schemeClr val="accent6">
                <a:satMod val="175000"/>
                <a:alpha val="45000"/>
              </a:schemeClr>
            </a:glo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3E207D-92CC-0C00-AF6C-D12D199A56B9}"/>
              </a:ext>
            </a:extLst>
          </p:cNvPr>
          <p:cNvSpPr txBox="1"/>
          <p:nvPr/>
        </p:nvSpPr>
        <p:spPr>
          <a:xfrm>
            <a:off x="9201413" y="79344"/>
            <a:ext cx="2766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Arial Rounded MT Bold" panose="020F0704030504030204" pitchFamily="34" charset="0"/>
              </a:rPr>
              <a:t>MARKET MINDZ</a:t>
            </a:r>
            <a:endParaRPr lang="en-IN" sz="2000" dirty="0">
              <a:solidFill>
                <a:srgbClr val="FFFFFF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7B74C7-03FB-E8E4-09E6-EA6090D6D843}"/>
              </a:ext>
            </a:extLst>
          </p:cNvPr>
          <p:cNvSpPr/>
          <p:nvPr/>
        </p:nvSpPr>
        <p:spPr>
          <a:xfrm>
            <a:off x="0" y="6519332"/>
            <a:ext cx="12192000" cy="338667"/>
          </a:xfrm>
          <a:prstGeom prst="rect">
            <a:avLst/>
          </a:prstGeom>
          <a:gradFill>
            <a:gsLst>
              <a:gs pos="80000">
                <a:srgbClr val="560A20"/>
              </a:gs>
              <a:gs pos="0">
                <a:schemeClr val="accent3">
                  <a:lumMod val="7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DCFB18-B797-6DD3-16D9-4693C57E6E44}"/>
              </a:ext>
            </a:extLst>
          </p:cNvPr>
          <p:cNvSpPr/>
          <p:nvPr/>
        </p:nvSpPr>
        <p:spPr>
          <a:xfrm>
            <a:off x="0" y="6474169"/>
            <a:ext cx="12192000" cy="36000"/>
          </a:xfrm>
          <a:prstGeom prst="rect">
            <a:avLst/>
          </a:prstGeom>
          <a:gradFill flip="none" rotWithShape="1">
            <a:gsLst>
              <a:gs pos="80000">
                <a:schemeClr val="accent1">
                  <a:lumMod val="40000"/>
                  <a:lumOff val="60000"/>
                </a:schemeClr>
              </a:gs>
              <a:gs pos="0">
                <a:schemeClr val="accent3">
                  <a:lumMod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190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81D836-4B75-F6E7-4EA2-D43DE683B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0B09DF-88DC-8F62-A4AA-871AEB6231C5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9CE357-135D-F992-6885-89E24061B45F}"/>
              </a:ext>
            </a:extLst>
          </p:cNvPr>
          <p:cNvSpPr/>
          <p:nvPr/>
        </p:nvSpPr>
        <p:spPr>
          <a:xfrm>
            <a:off x="0" y="567265"/>
            <a:ext cx="12192000" cy="36000"/>
          </a:xfrm>
          <a:prstGeom prst="rect">
            <a:avLst/>
          </a:prstGeom>
          <a:gradFill flip="none" rotWithShape="1">
            <a:gsLst>
              <a:gs pos="80000">
                <a:schemeClr val="accent1">
                  <a:lumMod val="40000"/>
                  <a:lumOff val="60000"/>
                </a:schemeClr>
              </a:gs>
              <a:gs pos="0">
                <a:schemeClr val="accent3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311898-566D-370B-9A54-6481D789FE41}"/>
              </a:ext>
            </a:extLst>
          </p:cNvPr>
          <p:cNvSpPr txBox="1"/>
          <p:nvPr/>
        </p:nvSpPr>
        <p:spPr>
          <a:xfrm>
            <a:off x="0" y="48567"/>
            <a:ext cx="5063066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400" spc="300" dirty="0">
                <a:solidFill>
                  <a:srgbClr val="FFFFFF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Purchase Drivers</a:t>
            </a:r>
            <a:endParaRPr lang="en-IN" sz="2400" spc="300" dirty="0">
              <a:solidFill>
                <a:srgbClr val="FFFFFF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46F79F6-6F74-5B67-C34A-EF5BB17A4D07}"/>
              </a:ext>
            </a:extLst>
          </p:cNvPr>
          <p:cNvSpPr/>
          <p:nvPr/>
        </p:nvSpPr>
        <p:spPr>
          <a:xfrm>
            <a:off x="4554617" y="-1"/>
            <a:ext cx="4039478" cy="558800"/>
          </a:xfrm>
          <a:custGeom>
            <a:avLst/>
            <a:gdLst>
              <a:gd name="connsiteX0" fmla="*/ 2090957 w 4039478"/>
              <a:gd name="connsiteY0" fmla="*/ 0 h 558800"/>
              <a:gd name="connsiteX1" fmla="*/ 3981737 w 4039478"/>
              <a:gd name="connsiteY1" fmla="*/ 0 h 558800"/>
              <a:gd name="connsiteX2" fmla="*/ 4019912 w 4039478"/>
              <a:gd name="connsiteY2" fmla="*/ 112442 h 558800"/>
              <a:gd name="connsiteX3" fmla="*/ 4019433 w 4039478"/>
              <a:gd name="connsiteY3" fmla="*/ 498820 h 558800"/>
              <a:gd name="connsiteX4" fmla="*/ 4001622 w 4039478"/>
              <a:gd name="connsiteY4" fmla="*/ 558800 h 558800"/>
              <a:gd name="connsiteX5" fmla="*/ 167239 w 4039478"/>
              <a:gd name="connsiteY5" fmla="*/ 558800 h 558800"/>
              <a:gd name="connsiteX6" fmla="*/ 0 w 4039478"/>
              <a:gd name="connsiteY6" fmla="*/ 555864 h 558800"/>
              <a:gd name="connsiteX7" fmla="*/ 1891328 w 4039478"/>
              <a:gd name="connsiteY7" fmla="*/ 120631 h 55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9478" h="558800">
                <a:moveTo>
                  <a:pt x="2090957" y="0"/>
                </a:moveTo>
                <a:lnTo>
                  <a:pt x="3981737" y="0"/>
                </a:lnTo>
                <a:lnTo>
                  <a:pt x="4019912" y="112442"/>
                </a:lnTo>
                <a:cubicBezTo>
                  <a:pt x="4046417" y="235666"/>
                  <a:pt x="4045738" y="367061"/>
                  <a:pt x="4019433" y="498820"/>
                </a:cubicBezTo>
                <a:lnTo>
                  <a:pt x="4001622" y="558800"/>
                </a:lnTo>
                <a:lnTo>
                  <a:pt x="167239" y="558800"/>
                </a:lnTo>
                <a:lnTo>
                  <a:pt x="0" y="555864"/>
                </a:lnTo>
                <a:cubicBezTo>
                  <a:pt x="742385" y="545328"/>
                  <a:pt x="1372828" y="400250"/>
                  <a:pt x="1891328" y="120631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B237966-5E37-F263-AD09-89335E5C5784}"/>
              </a:ext>
            </a:extLst>
          </p:cNvPr>
          <p:cNvSpPr/>
          <p:nvPr/>
        </p:nvSpPr>
        <p:spPr>
          <a:xfrm>
            <a:off x="5978303" y="-1"/>
            <a:ext cx="4039478" cy="558800"/>
          </a:xfrm>
          <a:custGeom>
            <a:avLst/>
            <a:gdLst>
              <a:gd name="connsiteX0" fmla="*/ 2090957 w 4039478"/>
              <a:gd name="connsiteY0" fmla="*/ 0 h 558800"/>
              <a:gd name="connsiteX1" fmla="*/ 3981737 w 4039478"/>
              <a:gd name="connsiteY1" fmla="*/ 0 h 558800"/>
              <a:gd name="connsiteX2" fmla="*/ 4019912 w 4039478"/>
              <a:gd name="connsiteY2" fmla="*/ 112442 h 558800"/>
              <a:gd name="connsiteX3" fmla="*/ 4019433 w 4039478"/>
              <a:gd name="connsiteY3" fmla="*/ 498820 h 558800"/>
              <a:gd name="connsiteX4" fmla="*/ 4001622 w 4039478"/>
              <a:gd name="connsiteY4" fmla="*/ 558800 h 558800"/>
              <a:gd name="connsiteX5" fmla="*/ 167239 w 4039478"/>
              <a:gd name="connsiteY5" fmla="*/ 558800 h 558800"/>
              <a:gd name="connsiteX6" fmla="*/ 0 w 4039478"/>
              <a:gd name="connsiteY6" fmla="*/ 555864 h 558800"/>
              <a:gd name="connsiteX7" fmla="*/ 1891328 w 4039478"/>
              <a:gd name="connsiteY7" fmla="*/ 120631 h 55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9478" h="558800">
                <a:moveTo>
                  <a:pt x="2090957" y="0"/>
                </a:moveTo>
                <a:lnTo>
                  <a:pt x="3981737" y="0"/>
                </a:lnTo>
                <a:lnTo>
                  <a:pt x="4019912" y="112442"/>
                </a:lnTo>
                <a:cubicBezTo>
                  <a:pt x="4046417" y="235666"/>
                  <a:pt x="4045738" y="367061"/>
                  <a:pt x="4019433" y="498820"/>
                </a:cubicBezTo>
                <a:lnTo>
                  <a:pt x="4001622" y="558800"/>
                </a:lnTo>
                <a:lnTo>
                  <a:pt x="167239" y="558800"/>
                </a:lnTo>
                <a:lnTo>
                  <a:pt x="0" y="555864"/>
                </a:lnTo>
                <a:cubicBezTo>
                  <a:pt x="742385" y="545328"/>
                  <a:pt x="1372828" y="400250"/>
                  <a:pt x="1891328" y="120631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BCED015-FBCF-AF9E-871F-56A63C27B3EC}"/>
              </a:ext>
            </a:extLst>
          </p:cNvPr>
          <p:cNvSpPr/>
          <p:nvPr/>
        </p:nvSpPr>
        <p:spPr>
          <a:xfrm>
            <a:off x="7111980" y="-1"/>
            <a:ext cx="4039478" cy="558800"/>
          </a:xfrm>
          <a:custGeom>
            <a:avLst/>
            <a:gdLst>
              <a:gd name="connsiteX0" fmla="*/ 2090957 w 4039478"/>
              <a:gd name="connsiteY0" fmla="*/ 0 h 558800"/>
              <a:gd name="connsiteX1" fmla="*/ 3981737 w 4039478"/>
              <a:gd name="connsiteY1" fmla="*/ 0 h 558800"/>
              <a:gd name="connsiteX2" fmla="*/ 4019912 w 4039478"/>
              <a:gd name="connsiteY2" fmla="*/ 112442 h 558800"/>
              <a:gd name="connsiteX3" fmla="*/ 4019433 w 4039478"/>
              <a:gd name="connsiteY3" fmla="*/ 498820 h 558800"/>
              <a:gd name="connsiteX4" fmla="*/ 4001622 w 4039478"/>
              <a:gd name="connsiteY4" fmla="*/ 558800 h 558800"/>
              <a:gd name="connsiteX5" fmla="*/ 167239 w 4039478"/>
              <a:gd name="connsiteY5" fmla="*/ 558800 h 558800"/>
              <a:gd name="connsiteX6" fmla="*/ 0 w 4039478"/>
              <a:gd name="connsiteY6" fmla="*/ 555864 h 558800"/>
              <a:gd name="connsiteX7" fmla="*/ 1891328 w 4039478"/>
              <a:gd name="connsiteY7" fmla="*/ 120631 h 55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9478" h="558800">
                <a:moveTo>
                  <a:pt x="2090957" y="0"/>
                </a:moveTo>
                <a:lnTo>
                  <a:pt x="3981737" y="0"/>
                </a:lnTo>
                <a:lnTo>
                  <a:pt x="4019912" y="112442"/>
                </a:lnTo>
                <a:cubicBezTo>
                  <a:pt x="4046417" y="235666"/>
                  <a:pt x="4045738" y="367061"/>
                  <a:pt x="4019433" y="498820"/>
                </a:cubicBezTo>
                <a:lnTo>
                  <a:pt x="4001622" y="558800"/>
                </a:lnTo>
                <a:lnTo>
                  <a:pt x="167239" y="558800"/>
                </a:lnTo>
                <a:lnTo>
                  <a:pt x="0" y="555864"/>
                </a:lnTo>
                <a:cubicBezTo>
                  <a:pt x="742385" y="545328"/>
                  <a:pt x="1372828" y="400250"/>
                  <a:pt x="1891328" y="120631"/>
                </a:cubicBezTo>
                <a:close/>
              </a:path>
            </a:pathLst>
          </a:custGeom>
          <a:solidFill>
            <a:schemeClr val="accent5">
              <a:lumMod val="2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2830BC02-217B-2F36-B555-951B229DC8CB}"/>
              </a:ext>
            </a:extLst>
          </p:cNvPr>
          <p:cNvSpPr/>
          <p:nvPr/>
        </p:nvSpPr>
        <p:spPr>
          <a:xfrm>
            <a:off x="8245656" y="-1"/>
            <a:ext cx="4039478" cy="558800"/>
          </a:xfrm>
          <a:custGeom>
            <a:avLst/>
            <a:gdLst>
              <a:gd name="connsiteX0" fmla="*/ 2090957 w 4039478"/>
              <a:gd name="connsiteY0" fmla="*/ 0 h 558800"/>
              <a:gd name="connsiteX1" fmla="*/ 3981737 w 4039478"/>
              <a:gd name="connsiteY1" fmla="*/ 0 h 558800"/>
              <a:gd name="connsiteX2" fmla="*/ 4019912 w 4039478"/>
              <a:gd name="connsiteY2" fmla="*/ 112442 h 558800"/>
              <a:gd name="connsiteX3" fmla="*/ 4019433 w 4039478"/>
              <a:gd name="connsiteY3" fmla="*/ 498820 h 558800"/>
              <a:gd name="connsiteX4" fmla="*/ 4001622 w 4039478"/>
              <a:gd name="connsiteY4" fmla="*/ 558800 h 558800"/>
              <a:gd name="connsiteX5" fmla="*/ 167239 w 4039478"/>
              <a:gd name="connsiteY5" fmla="*/ 558800 h 558800"/>
              <a:gd name="connsiteX6" fmla="*/ 0 w 4039478"/>
              <a:gd name="connsiteY6" fmla="*/ 555864 h 558800"/>
              <a:gd name="connsiteX7" fmla="*/ 1891328 w 4039478"/>
              <a:gd name="connsiteY7" fmla="*/ 120631 h 55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39478" h="558800">
                <a:moveTo>
                  <a:pt x="2090957" y="0"/>
                </a:moveTo>
                <a:lnTo>
                  <a:pt x="3981737" y="0"/>
                </a:lnTo>
                <a:lnTo>
                  <a:pt x="4019912" y="112442"/>
                </a:lnTo>
                <a:cubicBezTo>
                  <a:pt x="4046417" y="235666"/>
                  <a:pt x="4045738" y="367061"/>
                  <a:pt x="4019433" y="498820"/>
                </a:cubicBezTo>
                <a:lnTo>
                  <a:pt x="4001622" y="558800"/>
                </a:lnTo>
                <a:lnTo>
                  <a:pt x="167239" y="558800"/>
                </a:lnTo>
                <a:lnTo>
                  <a:pt x="0" y="555864"/>
                </a:lnTo>
                <a:cubicBezTo>
                  <a:pt x="742385" y="545328"/>
                  <a:pt x="1372828" y="400250"/>
                  <a:pt x="1891328" y="120631"/>
                </a:cubicBezTo>
                <a:close/>
              </a:path>
            </a:pathLst>
          </a:custGeom>
          <a:solidFill>
            <a:schemeClr val="accent5">
              <a:lumMod val="1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pic>
        <p:nvPicPr>
          <p:cNvPr id="9" name="Graphic 8" descr="Lightning bolt with solid fill">
            <a:extLst>
              <a:ext uri="{FF2B5EF4-FFF2-40B4-BE49-F238E27FC236}">
                <a16:creationId xmlns:a16="http://schemas.microsoft.com/office/drawing/2014/main" id="{5F9083C6-5781-769B-0B7E-63AEF5AB83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63387" y="48567"/>
            <a:ext cx="520133" cy="520133"/>
          </a:xfrm>
          <a:prstGeom prst="rect">
            <a:avLst/>
          </a:prstGeom>
          <a:effectLst>
            <a:glow rad="76200">
              <a:schemeClr val="accent6">
                <a:satMod val="175000"/>
                <a:alpha val="45000"/>
              </a:schemeClr>
            </a:glo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803405-04A9-2943-DE9A-9D9364A68C14}"/>
              </a:ext>
            </a:extLst>
          </p:cNvPr>
          <p:cNvSpPr txBox="1"/>
          <p:nvPr/>
        </p:nvSpPr>
        <p:spPr>
          <a:xfrm>
            <a:off x="9201413" y="79344"/>
            <a:ext cx="2766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Arial Rounded MT Bold" panose="020F0704030504030204" pitchFamily="34" charset="0"/>
              </a:rPr>
              <a:t>MARKET MINDZ</a:t>
            </a:r>
            <a:endParaRPr lang="en-IN" sz="2000" dirty="0">
              <a:solidFill>
                <a:srgbClr val="FFFFFF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06119E-208F-F6E4-F29C-104C9D51889D}"/>
              </a:ext>
            </a:extLst>
          </p:cNvPr>
          <p:cNvSpPr/>
          <p:nvPr/>
        </p:nvSpPr>
        <p:spPr>
          <a:xfrm>
            <a:off x="0" y="6519332"/>
            <a:ext cx="12192000" cy="338667"/>
          </a:xfrm>
          <a:prstGeom prst="rect">
            <a:avLst/>
          </a:prstGeom>
          <a:gradFill>
            <a:gsLst>
              <a:gs pos="80000">
                <a:srgbClr val="560A20"/>
              </a:gs>
              <a:gs pos="0">
                <a:schemeClr val="accent3">
                  <a:lumMod val="7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5DE6AC-433B-CEC7-D8D3-2CD0CEA2CFDC}"/>
              </a:ext>
            </a:extLst>
          </p:cNvPr>
          <p:cNvSpPr/>
          <p:nvPr/>
        </p:nvSpPr>
        <p:spPr>
          <a:xfrm>
            <a:off x="0" y="6474169"/>
            <a:ext cx="12192000" cy="36000"/>
          </a:xfrm>
          <a:prstGeom prst="rect">
            <a:avLst/>
          </a:prstGeom>
          <a:gradFill flip="none" rotWithShape="1">
            <a:gsLst>
              <a:gs pos="80000">
                <a:schemeClr val="accent1">
                  <a:lumMod val="40000"/>
                  <a:lumOff val="60000"/>
                </a:schemeClr>
              </a:gs>
              <a:gs pos="0">
                <a:schemeClr val="accent3">
                  <a:lumMod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208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78F759E-908E-6615-0646-805B3DD84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7895" y="499200"/>
            <a:ext cx="720000" cy="72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9F337ED-3C79-9491-585E-D28BAA43D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333" y="499200"/>
            <a:ext cx="720000" cy="720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3035001-CAC2-C111-8BF6-45202236C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869" y="499200"/>
            <a:ext cx="720000" cy="72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7C0CD70-7E01-4698-A890-99B00C2C87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4381" y="499200"/>
            <a:ext cx="720000" cy="720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C308EBE-74DD-BAD3-5D9C-E03F70F8E3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3845" y="499200"/>
            <a:ext cx="720000" cy="720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C42752C-5192-B37F-AB50-EADE58D2DE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7357" y="499200"/>
            <a:ext cx="720000" cy="72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9DD0C2-EF90-9FA2-BA0E-241CE501EC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333" y="4079933"/>
            <a:ext cx="720000" cy="72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5A205C-4F0D-800B-24F5-57D3E33A39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91750" y="4079933"/>
            <a:ext cx="720000" cy="72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8CC049D-4CA9-AF93-AC6F-4402240044D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33167" y="4079933"/>
            <a:ext cx="720000" cy="720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CD48284-B89E-E779-0447-2F97B62859E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4584" y="4079933"/>
            <a:ext cx="720000" cy="72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9E9E8EE-97AC-0B48-A422-73164E7C600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16001" y="4079933"/>
            <a:ext cx="720000" cy="720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8B2415A-D598-55C4-82BC-22B112460F3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57418" y="4079933"/>
            <a:ext cx="720000" cy="720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5A7C6EE-9F8A-E07F-B1A5-FA1552C2B40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98835" y="4079933"/>
            <a:ext cx="720000" cy="720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2D4A9F1-C78E-C760-308D-64AF3A1D2A5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40252" y="4079933"/>
            <a:ext cx="720000" cy="7200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30C30EA-02A7-F2B8-F91A-F87A464FECA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281667" y="4079933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813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">
      <a:dk1>
        <a:srgbClr val="590D22"/>
      </a:dk1>
      <a:lt1>
        <a:srgbClr val="FF4D6D"/>
      </a:lt1>
      <a:dk2>
        <a:srgbClr val="800F2F"/>
      </a:dk2>
      <a:lt2>
        <a:srgbClr val="C9184A"/>
      </a:lt2>
      <a:accent1>
        <a:srgbClr val="FF758F"/>
      </a:accent1>
      <a:accent2>
        <a:srgbClr val="FF8FA3"/>
      </a:accent2>
      <a:accent3>
        <a:srgbClr val="FFB3C1"/>
      </a:accent3>
      <a:accent4>
        <a:srgbClr val="FFCCD5"/>
      </a:accent4>
      <a:accent5>
        <a:srgbClr val="FFF0F3"/>
      </a:accent5>
      <a:accent6>
        <a:srgbClr val="A4133C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12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Jerin Abraham George</dc:creator>
  <cp:lastModifiedBy>Jerin Abraham George</cp:lastModifiedBy>
  <cp:revision>15</cp:revision>
  <dcterms:created xsi:type="dcterms:W3CDTF">2025-06-24T12:42:21Z</dcterms:created>
  <dcterms:modified xsi:type="dcterms:W3CDTF">2025-06-25T10:59:28Z</dcterms:modified>
</cp:coreProperties>
</file>